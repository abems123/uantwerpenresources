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36" autoAdjust="0"/>
    <p:restoredTop sz="79380"/>
  </p:normalViewPr>
  <p:slideViewPr>
    <p:cSldViewPr snapToGrid="0" snapToObjects="1">
      <p:cViewPr>
        <p:scale>
          <a:sx n="66" d="100"/>
          <a:sy n="66" d="100"/>
        </p:scale>
        <p:origin x="6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E4C96-B90C-FF48-8FA9-261C019C58FB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D38F8-3DE6-6E4A-B603-50AB8CF83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9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D38F8-3DE6-6E4A-B603-50AB8CF830A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886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04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907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10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06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3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646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07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02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25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0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57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49839-8021-2D40-A7B8-F60B2869263A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5EE33B8-D271-47BD-9756-2F4FE01E40C0}"/>
              </a:ext>
            </a:extLst>
          </p:cNvPr>
          <p:cNvGrpSpPr/>
          <p:nvPr userDrawn="1"/>
        </p:nvGrpSpPr>
        <p:grpSpPr>
          <a:xfrm>
            <a:off x="6199281" y="6162925"/>
            <a:ext cx="5992721" cy="695077"/>
            <a:chOff x="7815883" y="6291475"/>
            <a:chExt cx="4213632" cy="48872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F63913E-6D18-4D3B-8B65-1A76C18A25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7815883" y="6291475"/>
              <a:ext cx="2852117" cy="48872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3CA9295-C3B2-4C83-8428-D41A5BC118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10678085" y="6291475"/>
              <a:ext cx="1351430" cy="43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241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F2313C3-3DE2-4C9E-B146-C70D1A9B694E}"/>
              </a:ext>
            </a:extLst>
          </p:cNvPr>
          <p:cNvCxnSpPr>
            <a:cxnSpLocks/>
          </p:cNvCxnSpPr>
          <p:nvPr/>
        </p:nvCxnSpPr>
        <p:spPr>
          <a:xfrm flipH="1">
            <a:off x="0" y="3073625"/>
            <a:ext cx="1828800" cy="0"/>
          </a:xfrm>
          <a:prstGeom prst="straightConnector1">
            <a:avLst/>
          </a:prstGeom>
          <a:ln w="25400" cmpd="sng">
            <a:headEnd type="triangle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B2BFC5-D650-42A4-A7B4-53EA1AC4D252}"/>
              </a:ext>
            </a:extLst>
          </p:cNvPr>
          <p:cNvCxnSpPr>
            <a:cxnSpLocks/>
          </p:cNvCxnSpPr>
          <p:nvPr/>
        </p:nvCxnSpPr>
        <p:spPr>
          <a:xfrm>
            <a:off x="0" y="2489521"/>
            <a:ext cx="1828800" cy="0"/>
          </a:xfrm>
          <a:prstGeom prst="straightConnector1">
            <a:avLst/>
          </a:prstGeom>
          <a:ln w="76200" cap="sq" cmpd="dbl">
            <a:solidFill>
              <a:schemeClr val="dk1"/>
            </a:solidFill>
            <a:prstDash val="solid"/>
            <a:miter lim="800000"/>
            <a:headEnd type="none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4937BF9-0F7E-466C-82C2-D972BB392F27}"/>
              </a:ext>
            </a:extLst>
          </p:cNvPr>
          <p:cNvCxnSpPr>
            <a:cxnSpLocks/>
          </p:cNvCxnSpPr>
          <p:nvPr/>
        </p:nvCxnSpPr>
        <p:spPr>
          <a:xfrm flipV="1">
            <a:off x="0" y="2781573"/>
            <a:ext cx="1828800" cy="0"/>
          </a:xfrm>
          <a:prstGeom prst="straightConnector1">
            <a:avLst/>
          </a:prstGeom>
          <a:ln w="25400" cmpd="sng">
            <a:prstDash val="sysDot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7EFDE70-2EF8-434D-8D58-E56EFD339A79}"/>
              </a:ext>
            </a:extLst>
          </p:cNvPr>
          <p:cNvCxnSpPr>
            <a:cxnSpLocks/>
          </p:cNvCxnSpPr>
          <p:nvPr/>
        </p:nvCxnSpPr>
        <p:spPr>
          <a:xfrm flipH="1" flipV="1">
            <a:off x="0" y="3657729"/>
            <a:ext cx="1828800" cy="0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Diamond 23">
            <a:extLst>
              <a:ext uri="{FF2B5EF4-FFF2-40B4-BE49-F238E27FC236}">
                <a16:creationId xmlns:a16="http://schemas.microsoft.com/office/drawing/2014/main" id="{A0BE9A7D-014A-4AAE-9745-57080F433C5F}"/>
              </a:ext>
            </a:extLst>
          </p:cNvPr>
          <p:cNvSpPr/>
          <p:nvPr/>
        </p:nvSpPr>
        <p:spPr>
          <a:xfrm>
            <a:off x="128487" y="6133955"/>
            <a:ext cx="1571827" cy="387798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Relation</a:t>
            </a:r>
            <a:endParaRPr lang="fr-BE" sz="1400" dirty="0">
              <a:solidFill>
                <a:schemeClr val="tx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6E5E1C1-0468-47E9-9D05-88C1AD01B0BB}"/>
              </a:ext>
            </a:extLst>
          </p:cNvPr>
          <p:cNvSpPr/>
          <p:nvPr/>
        </p:nvSpPr>
        <p:spPr>
          <a:xfrm>
            <a:off x="302785" y="5454102"/>
            <a:ext cx="1223231" cy="387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4" dirty="0">
                <a:solidFill>
                  <a:schemeClr val="tx1"/>
                </a:solidFill>
              </a:rPr>
              <a:t>Attribute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EA40D35-0993-4BFF-A475-7F92A5A93742}"/>
              </a:ext>
            </a:extLst>
          </p:cNvPr>
          <p:cNvGrpSpPr/>
          <p:nvPr/>
        </p:nvGrpSpPr>
        <p:grpSpPr>
          <a:xfrm>
            <a:off x="101223" y="336247"/>
            <a:ext cx="1626355" cy="784585"/>
            <a:chOff x="948812" y="3540532"/>
            <a:chExt cx="2536723" cy="735547"/>
          </a:xfrm>
          <a:solidFill>
            <a:schemeClr val="bg1"/>
          </a:solidFill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5A715CA-A165-4574-8F1E-C189AA83C46C}"/>
                </a:ext>
              </a:extLst>
            </p:cNvPr>
            <p:cNvSpPr txBox="1"/>
            <p:nvPr/>
          </p:nvSpPr>
          <p:spPr>
            <a:xfrm>
              <a:off x="948812" y="3540532"/>
              <a:ext cx="2536721" cy="2885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Entity</a:t>
              </a:r>
              <a:endParaRPr lang="fr-BE" sz="14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A875A4E-8B9F-4B0C-A310-BF8FB1B4759C}"/>
                </a:ext>
              </a:extLst>
            </p:cNvPr>
            <p:cNvSpPr txBox="1"/>
            <p:nvPr/>
          </p:nvSpPr>
          <p:spPr>
            <a:xfrm>
              <a:off x="948814" y="3785561"/>
              <a:ext cx="2536721" cy="49051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04782" indent="-304782">
                <a:buFontTx/>
                <a:buChar char="-"/>
              </a:pPr>
              <a:r>
                <a:rPr lang="en-US" sz="1400" u="sng" dirty="0"/>
                <a:t>Key Attribute</a:t>
              </a:r>
              <a:endParaRPr lang="en-US" sz="1400" u="dashLong" dirty="0"/>
            </a:p>
            <a:p>
              <a:pPr marL="304782" indent="-304782">
                <a:buFontTx/>
                <a:buChar char="-"/>
              </a:pPr>
              <a:r>
                <a:rPr lang="en-US" sz="1400" dirty="0"/>
                <a:t>Attribute</a:t>
              </a:r>
            </a:p>
          </p:txBody>
        </p:sp>
      </p:grpSp>
      <p:sp>
        <p:nvSpPr>
          <p:cNvPr id="29" name="Diamond 28">
            <a:extLst>
              <a:ext uri="{FF2B5EF4-FFF2-40B4-BE49-F238E27FC236}">
                <a16:creationId xmlns:a16="http://schemas.microsoft.com/office/drawing/2014/main" id="{BFCFC581-CF02-4853-BCF1-C57FD72A5121}"/>
              </a:ext>
            </a:extLst>
          </p:cNvPr>
          <p:cNvSpPr/>
          <p:nvPr/>
        </p:nvSpPr>
        <p:spPr>
          <a:xfrm>
            <a:off x="128487" y="4629632"/>
            <a:ext cx="1571827" cy="532418"/>
          </a:xfrm>
          <a:prstGeom prst="diamond">
            <a:avLst/>
          </a:prstGeom>
          <a:solidFill>
            <a:schemeClr val="bg1"/>
          </a:solidFill>
          <a:ln w="50800" cap="flat" cmpd="dbl">
            <a:solidFill>
              <a:schemeClr val="dk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Weak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Relation</a:t>
            </a:r>
            <a:endParaRPr lang="fr-BE" sz="1400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EFC3F2-C7E3-4950-AAC8-DE7E952E734C}"/>
              </a:ext>
            </a:extLst>
          </p:cNvPr>
          <p:cNvCxnSpPr>
            <a:cxnSpLocks/>
          </p:cNvCxnSpPr>
          <p:nvPr/>
        </p:nvCxnSpPr>
        <p:spPr>
          <a:xfrm>
            <a:off x="0" y="3365677"/>
            <a:ext cx="1828800" cy="0"/>
          </a:xfrm>
          <a:prstGeom prst="straightConnector1">
            <a:avLst/>
          </a:prstGeom>
          <a:ln w="76200" cap="sq" cmpd="dbl">
            <a:solidFill>
              <a:schemeClr val="dk1"/>
            </a:solidFill>
            <a:prstDash val="solid"/>
            <a:miter lim="800000"/>
            <a:headEnd type="none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6732B88E-3BD6-46A2-AD10-2DB6222FE62F}"/>
              </a:ext>
            </a:extLst>
          </p:cNvPr>
          <p:cNvSpPr/>
          <p:nvPr/>
        </p:nvSpPr>
        <p:spPr>
          <a:xfrm>
            <a:off x="673102" y="3949781"/>
            <a:ext cx="482597" cy="387799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ISA</a:t>
            </a:r>
            <a:endParaRPr lang="fr-BE" sz="1400" dirty="0">
              <a:solidFill>
                <a:schemeClr val="tx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A25E6CA-0704-461C-8ED4-4EE05228541D}"/>
              </a:ext>
            </a:extLst>
          </p:cNvPr>
          <p:cNvGrpSpPr/>
          <p:nvPr/>
        </p:nvGrpSpPr>
        <p:grpSpPr>
          <a:xfrm>
            <a:off x="101224" y="1412884"/>
            <a:ext cx="1626355" cy="784585"/>
            <a:chOff x="948812" y="3540532"/>
            <a:chExt cx="2536723" cy="735547"/>
          </a:xfrm>
          <a:solidFill>
            <a:schemeClr val="bg1"/>
          </a:solidFill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60CB7D0-5981-4C99-9D6B-82AC5B8CD466}"/>
                </a:ext>
              </a:extLst>
            </p:cNvPr>
            <p:cNvSpPr txBox="1"/>
            <p:nvPr/>
          </p:nvSpPr>
          <p:spPr>
            <a:xfrm>
              <a:off x="948812" y="3540532"/>
              <a:ext cx="2536721" cy="288540"/>
            </a:xfrm>
            <a:prstGeom prst="rect">
              <a:avLst/>
            </a:prstGeom>
            <a:grpFill/>
            <a:ln w="50800" cmpd="dbl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Weak Entity</a:t>
              </a:r>
              <a:endParaRPr lang="fr-BE" sz="14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B6C3586-621B-466B-ACC8-2A7A7514C590}"/>
                </a:ext>
              </a:extLst>
            </p:cNvPr>
            <p:cNvSpPr txBox="1"/>
            <p:nvPr/>
          </p:nvSpPr>
          <p:spPr>
            <a:xfrm>
              <a:off x="948814" y="3785561"/>
              <a:ext cx="2536721" cy="490518"/>
            </a:xfrm>
            <a:prstGeom prst="rect">
              <a:avLst/>
            </a:prstGeom>
            <a:grpFill/>
            <a:ln w="50800" cmpd="dbl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04782" indent="-304782">
                <a:buFontTx/>
                <a:buChar char="-"/>
              </a:pPr>
              <a:r>
                <a:rPr lang="en-US" sz="1400" u="dashLong" dirty="0"/>
                <a:t>Weak Attribute</a:t>
              </a:r>
            </a:p>
            <a:p>
              <a:pPr marL="304782" indent="-304782">
                <a:buFontTx/>
                <a:buChar char="-"/>
              </a:pPr>
              <a:r>
                <a:rPr lang="en-US" sz="1400" dirty="0"/>
                <a:t>Attribute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7865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Marco</cp:lastModifiedBy>
  <cp:revision>325</cp:revision>
  <cp:lastPrinted>2019-10-16T17:52:17Z</cp:lastPrinted>
  <dcterms:created xsi:type="dcterms:W3CDTF">2016-09-27T13:37:05Z</dcterms:created>
  <dcterms:modified xsi:type="dcterms:W3CDTF">2020-09-30T08:53:32Z</dcterms:modified>
</cp:coreProperties>
</file>