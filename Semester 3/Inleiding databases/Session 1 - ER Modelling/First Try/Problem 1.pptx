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79380"/>
  </p:normalViewPr>
  <p:slideViewPr>
    <p:cSldViewPr snapToGrid="0" snapToObjects="1">
      <p:cViewPr varScale="1">
        <p:scale>
          <a:sx n="89" d="100"/>
          <a:sy n="89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E4C96-B90C-FF48-8FA9-261C019C58F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D38F8-3DE6-6E4A-B603-50AB8CF83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9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D38F8-3DE6-6E4A-B603-50AB8CF830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86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0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0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1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0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3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4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0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0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2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5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49839-8021-2D40-A7B8-F60B2869263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FA842-AA0E-0944-BEAD-F30FE45F049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EE33B8-D271-47BD-9756-2F4FE01E40C0}"/>
              </a:ext>
            </a:extLst>
          </p:cNvPr>
          <p:cNvGrpSpPr/>
          <p:nvPr userDrawn="1"/>
        </p:nvGrpSpPr>
        <p:grpSpPr>
          <a:xfrm>
            <a:off x="6199281" y="6162925"/>
            <a:ext cx="5992721" cy="695077"/>
            <a:chOff x="7815883" y="6291475"/>
            <a:chExt cx="4213632" cy="48872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F63913E-6D18-4D3B-8B65-1A76C18A2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7815883" y="6291475"/>
              <a:ext cx="2852117" cy="4887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CA9295-C3B2-4C83-8428-D41A5BC118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0678085" y="6291475"/>
              <a:ext cx="1351430" cy="43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241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EFDE70-2EF8-434D-8D58-E56EFD339A79}"/>
              </a:ext>
            </a:extLst>
          </p:cNvPr>
          <p:cNvCxnSpPr>
            <a:cxnSpLocks/>
            <a:stCxn id="140" idx="2"/>
            <a:endCxn id="150" idx="0"/>
          </p:cNvCxnSpPr>
          <p:nvPr/>
        </p:nvCxnSpPr>
        <p:spPr>
          <a:xfrm>
            <a:off x="2023277" y="781405"/>
            <a:ext cx="1675967" cy="335020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49F5FB2-96A2-3D22-039F-A128BD0D7442}"/>
              </a:ext>
            </a:extLst>
          </p:cNvPr>
          <p:cNvGrpSpPr/>
          <p:nvPr/>
        </p:nvGrpSpPr>
        <p:grpSpPr>
          <a:xfrm>
            <a:off x="7432356" y="2265238"/>
            <a:ext cx="1626355" cy="2077246"/>
            <a:chOff x="948812" y="3540532"/>
            <a:chExt cx="2536723" cy="1947419"/>
          </a:xfrm>
          <a:solidFill>
            <a:schemeClr val="bg1"/>
          </a:solidFill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BCC0A6E-F04E-0F4E-A666-B0303D87F57A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flight</a:t>
              </a:r>
              <a:endParaRPr lang="fr-BE" sz="1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6944B84-45C4-28BC-FF93-41D502BF731D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170239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sng" dirty="0" err="1"/>
                <a:t>Deprature</a:t>
              </a:r>
              <a:endParaRPr lang="en-US" sz="1400" u="sng" dirty="0"/>
            </a:p>
            <a:p>
              <a:pPr marL="304782" indent="-304782">
                <a:buFontTx/>
                <a:buChar char="-"/>
              </a:pPr>
              <a:r>
                <a:rPr lang="en-US" sz="1400" u="sng" dirty="0"/>
                <a:t>Destination</a:t>
              </a:r>
            </a:p>
            <a:p>
              <a:pPr marL="304782" indent="-304782">
                <a:buFontTx/>
                <a:buChar char="-"/>
              </a:pPr>
              <a:r>
                <a:rPr lang="en-US" sz="1400" u="sng" dirty="0"/>
                <a:t>Date</a:t>
              </a:r>
            </a:p>
            <a:p>
              <a:pPr marL="304782" indent="-304782">
                <a:buFontTx/>
                <a:buChar char="-"/>
              </a:pPr>
              <a:r>
                <a:rPr lang="en-US" sz="1400" u="sng" dirty="0"/>
                <a:t>Time</a:t>
              </a:r>
            </a:p>
            <a:p>
              <a:pPr marL="304782" indent="-304782">
                <a:buFontTx/>
                <a:buChar char="-"/>
              </a:pPr>
              <a:r>
                <a:rPr lang="en-US" sz="1400" u="sng" dirty="0" err="1"/>
                <a:t>Name_of_the_flight_carrier</a:t>
              </a:r>
              <a:endParaRPr lang="en-US" sz="1400" u="sng" dirty="0"/>
            </a:p>
            <a:p>
              <a:pPr marL="304782" indent="-304782">
                <a:buFontTx/>
                <a:buChar char="-"/>
              </a:pPr>
              <a:r>
                <a:rPr lang="en-US" sz="1400" u="sng" dirty="0" err="1"/>
                <a:t>Type_of_seat</a:t>
              </a:r>
              <a:endParaRPr lang="en-US" sz="1400" u="sng" dirty="0"/>
            </a:p>
            <a:p>
              <a:pPr marL="304782" indent="-304782">
                <a:buFontTx/>
                <a:buChar char="-"/>
              </a:pPr>
              <a:r>
                <a:rPr lang="en-US" sz="1400" u="sng" dirty="0"/>
                <a:t>Price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4D75FFF-A46F-F61F-7F05-F2BE87AE3C95}"/>
              </a:ext>
            </a:extLst>
          </p:cNvPr>
          <p:cNvGrpSpPr/>
          <p:nvPr/>
        </p:nvGrpSpPr>
        <p:grpSpPr>
          <a:xfrm>
            <a:off x="8344877" y="152500"/>
            <a:ext cx="1626355" cy="569141"/>
            <a:chOff x="948812" y="3540532"/>
            <a:chExt cx="2536723" cy="533569"/>
          </a:xfrm>
          <a:solidFill>
            <a:schemeClr val="bg1"/>
          </a:solidFill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DCB5B8-A91F-F18F-BE1F-A85CD9C27746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travel_package</a:t>
              </a:r>
              <a:endParaRPr lang="fr-BE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B26CC6-2B4F-742A-1B32-6FBE7F786316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28BCBB7-54E2-F3A0-6F58-2B08C2C181CA}"/>
              </a:ext>
            </a:extLst>
          </p:cNvPr>
          <p:cNvGrpSpPr/>
          <p:nvPr/>
        </p:nvGrpSpPr>
        <p:grpSpPr>
          <a:xfrm>
            <a:off x="9513856" y="2265238"/>
            <a:ext cx="1828800" cy="1646360"/>
            <a:chOff x="948812" y="3540532"/>
            <a:chExt cx="2536723" cy="1543457"/>
          </a:xfrm>
          <a:solidFill>
            <a:schemeClr val="bg1"/>
          </a:solidFill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432F9D4-A6CA-ABCA-712C-42A58F601835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residence</a:t>
              </a:r>
              <a:endParaRPr lang="fr-BE" sz="1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2179A3-86BD-89BA-4A27-0EEFACB1ED9B}"/>
                </a:ext>
              </a:extLst>
            </p:cNvPr>
            <p:cNvSpPr txBox="1"/>
            <p:nvPr/>
          </p:nvSpPr>
          <p:spPr>
            <a:xfrm>
              <a:off x="948813" y="3785561"/>
              <a:ext cx="2536722" cy="129842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sng" dirty="0" err="1"/>
                <a:t>unique_code</a:t>
              </a:r>
              <a:endParaRPr lang="en-US" sz="1400" u="sng" dirty="0"/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name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description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address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total_number_of_rooms_available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E6B49C-159F-5077-5620-A65271FA9E39}"/>
              </a:ext>
            </a:extLst>
          </p:cNvPr>
          <p:cNvGrpSpPr/>
          <p:nvPr/>
        </p:nvGrpSpPr>
        <p:grpSpPr>
          <a:xfrm>
            <a:off x="1205289" y="4914891"/>
            <a:ext cx="1828799" cy="1717286"/>
            <a:chOff x="948812" y="3540532"/>
            <a:chExt cx="2536723" cy="1543462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72ADBBE-CBBA-A01E-E23D-D7567719B81D}"/>
                </a:ext>
              </a:extLst>
            </p:cNvPr>
            <p:cNvSpPr txBox="1"/>
            <p:nvPr/>
          </p:nvSpPr>
          <p:spPr>
            <a:xfrm>
              <a:off x="948812" y="3540532"/>
              <a:ext cx="2536722" cy="276624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room</a:t>
              </a:r>
              <a:endParaRPr lang="fr-BE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29284E7-8F67-341F-A4F6-531A3C2A61F1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1298433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dashLong" dirty="0" err="1"/>
                <a:t>residence_code</a:t>
              </a:r>
              <a:endParaRPr lang="en-US" sz="1400" u="dashLong" dirty="0"/>
            </a:p>
            <a:p>
              <a:pPr marL="304782" indent="-304782">
                <a:buFontTx/>
                <a:buChar char="-"/>
              </a:pPr>
              <a:r>
                <a:rPr lang="en-US" sz="1400" dirty="0"/>
                <a:t>description</a:t>
              </a:r>
            </a:p>
            <a:p>
              <a:pPr marL="304782" indent="-304782">
                <a:buFontTx/>
                <a:buChar char="-"/>
              </a:pPr>
              <a:r>
                <a:rPr lang="en-US" sz="1400" dirty="0" err="1"/>
                <a:t>number_of_beds_available</a:t>
              </a:r>
              <a:endParaRPr lang="en-US" sz="1400" dirty="0"/>
            </a:p>
            <a:p>
              <a:pPr marL="304782" indent="-304782">
                <a:buFontTx/>
                <a:buChar char="-"/>
              </a:pPr>
              <a:r>
                <a:rPr lang="en-US" sz="1400" dirty="0" err="1"/>
                <a:t>price_per_night</a:t>
              </a:r>
              <a:endParaRPr lang="en-US" sz="14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8637717-1B3E-49D2-44FA-1CB952FF3C16}"/>
              </a:ext>
            </a:extLst>
          </p:cNvPr>
          <p:cNvGrpSpPr/>
          <p:nvPr/>
        </p:nvGrpSpPr>
        <p:grpSpPr>
          <a:xfrm>
            <a:off x="3683536" y="2111350"/>
            <a:ext cx="1626355" cy="1000029"/>
            <a:chOff x="948812" y="3540532"/>
            <a:chExt cx="2536723" cy="937525"/>
          </a:xfrm>
          <a:solidFill>
            <a:schemeClr val="bg1"/>
          </a:solidFill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AC66DA3-1223-6CC8-5970-6836AC4B7C0A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person</a:t>
              </a:r>
              <a:endParaRPr lang="fr-BE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35D0F2D-A8DC-306F-9C3C-D46ECA87ECB6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69249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sng" dirty="0"/>
                <a:t>name</a:t>
              </a:r>
            </a:p>
            <a:p>
              <a:pPr marL="304782" indent="-304782">
                <a:buFontTx/>
                <a:buChar char="-"/>
              </a:pPr>
              <a:r>
                <a:rPr lang="en-US" sz="1400" u="sng" dirty="0" err="1"/>
                <a:t>date_of_birth</a:t>
              </a:r>
              <a:endParaRPr lang="en-US" sz="1400" u="sng" dirty="0"/>
            </a:p>
            <a:p>
              <a:pPr marL="304782" indent="-304782">
                <a:buFontTx/>
                <a:buChar char="-"/>
              </a:pPr>
              <a:r>
                <a:rPr lang="en-US" sz="1400" u="sng" dirty="0" err="1"/>
                <a:t>adult_status</a:t>
              </a:r>
              <a:endParaRPr lang="en-US" sz="1400" u="sng" dirty="0"/>
            </a:p>
          </p:txBody>
        </p:sp>
      </p:grpSp>
      <p:sp>
        <p:nvSpPr>
          <p:cNvPr id="43" name="Diamond 42">
            <a:extLst>
              <a:ext uri="{FF2B5EF4-FFF2-40B4-BE49-F238E27FC236}">
                <a16:creationId xmlns:a16="http://schemas.microsoft.com/office/drawing/2014/main" id="{37E5B211-9D5C-7754-21C4-8955FD00B731}"/>
              </a:ext>
            </a:extLst>
          </p:cNvPr>
          <p:cNvSpPr/>
          <p:nvPr/>
        </p:nvSpPr>
        <p:spPr>
          <a:xfrm>
            <a:off x="7224670" y="1404423"/>
            <a:ext cx="2039619" cy="391583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consists_of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0625EDC-5618-79EB-277D-DB2CA95B1047}"/>
              </a:ext>
            </a:extLst>
          </p:cNvPr>
          <p:cNvCxnSpPr>
            <a:cxnSpLocks/>
            <a:stCxn id="7" idx="2"/>
            <a:endCxn id="43" idx="0"/>
          </p:cNvCxnSpPr>
          <p:nvPr/>
        </p:nvCxnSpPr>
        <p:spPr>
          <a:xfrm flipH="1">
            <a:off x="8244480" y="721641"/>
            <a:ext cx="913575" cy="682782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7984BAB-9442-618F-DD3F-2001C85D4C60}"/>
              </a:ext>
            </a:extLst>
          </p:cNvPr>
          <p:cNvCxnSpPr>
            <a:cxnSpLocks/>
            <a:stCxn id="43" idx="2"/>
            <a:endCxn id="3" idx="0"/>
          </p:cNvCxnSpPr>
          <p:nvPr/>
        </p:nvCxnSpPr>
        <p:spPr>
          <a:xfrm>
            <a:off x="8244480" y="1796006"/>
            <a:ext cx="1053" cy="469232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Diamond 49">
            <a:extLst>
              <a:ext uri="{FF2B5EF4-FFF2-40B4-BE49-F238E27FC236}">
                <a16:creationId xmlns:a16="http://schemas.microsoft.com/office/drawing/2014/main" id="{4285A7FD-1290-BFE6-F6BE-94ADA601217B}"/>
              </a:ext>
            </a:extLst>
          </p:cNvPr>
          <p:cNvSpPr/>
          <p:nvPr/>
        </p:nvSpPr>
        <p:spPr>
          <a:xfrm>
            <a:off x="9409500" y="1404423"/>
            <a:ext cx="2037511" cy="45209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consists_of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732392-5FF4-632C-575F-EE5F710CA38C}"/>
              </a:ext>
            </a:extLst>
          </p:cNvPr>
          <p:cNvCxnSpPr>
            <a:cxnSpLocks/>
            <a:stCxn id="7" idx="2"/>
            <a:endCxn id="50" idx="0"/>
          </p:cNvCxnSpPr>
          <p:nvPr/>
        </p:nvCxnSpPr>
        <p:spPr>
          <a:xfrm>
            <a:off x="9158055" y="721641"/>
            <a:ext cx="1270201" cy="682782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53D9577-B130-BC50-C7C3-2DA01C171C66}"/>
              </a:ext>
            </a:extLst>
          </p:cNvPr>
          <p:cNvCxnSpPr>
            <a:cxnSpLocks/>
            <a:stCxn id="50" idx="2"/>
            <a:endCxn id="17" idx="0"/>
          </p:cNvCxnSpPr>
          <p:nvPr/>
        </p:nvCxnSpPr>
        <p:spPr>
          <a:xfrm>
            <a:off x="10428256" y="1856513"/>
            <a:ext cx="0" cy="408725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Diamond 68">
            <a:extLst>
              <a:ext uri="{FF2B5EF4-FFF2-40B4-BE49-F238E27FC236}">
                <a16:creationId xmlns:a16="http://schemas.microsoft.com/office/drawing/2014/main" id="{BC5A3574-8716-B9D8-9A5F-05BDCC107611}"/>
              </a:ext>
            </a:extLst>
          </p:cNvPr>
          <p:cNvSpPr/>
          <p:nvPr/>
        </p:nvSpPr>
        <p:spPr>
          <a:xfrm>
            <a:off x="9831121" y="4261654"/>
            <a:ext cx="1571827" cy="532418"/>
          </a:xfrm>
          <a:prstGeom prst="diamond">
            <a:avLst/>
          </a:prstGeom>
          <a:solidFill>
            <a:schemeClr val="bg1"/>
          </a:solidFill>
          <a:ln w="50800" cap="flat" cmpd="dbl">
            <a:solidFill>
              <a:schemeClr val="dk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has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E60CC58-610C-EE5B-B7C6-928D93B80431}"/>
              </a:ext>
            </a:extLst>
          </p:cNvPr>
          <p:cNvCxnSpPr>
            <a:cxnSpLocks/>
            <a:stCxn id="18" idx="2"/>
            <a:endCxn id="69" idx="0"/>
          </p:cNvCxnSpPr>
          <p:nvPr/>
        </p:nvCxnSpPr>
        <p:spPr>
          <a:xfrm>
            <a:off x="10428257" y="3911598"/>
            <a:ext cx="188778" cy="350056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E7E7100-EDD3-83F8-5408-AA3EC44664BC}"/>
              </a:ext>
            </a:extLst>
          </p:cNvPr>
          <p:cNvCxnSpPr>
            <a:cxnSpLocks/>
            <a:stCxn id="69" idx="2"/>
            <a:endCxn id="33" idx="3"/>
          </p:cNvCxnSpPr>
          <p:nvPr/>
        </p:nvCxnSpPr>
        <p:spPr>
          <a:xfrm flipH="1">
            <a:off x="3034088" y="4794072"/>
            <a:ext cx="7582947" cy="1115774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79DA758-E553-1606-AD63-4507CE1620D9}"/>
              </a:ext>
            </a:extLst>
          </p:cNvPr>
          <p:cNvCxnSpPr>
            <a:cxnSpLocks/>
            <a:stCxn id="145" idx="1"/>
            <a:endCxn id="140" idx="3"/>
          </p:cNvCxnSpPr>
          <p:nvPr/>
        </p:nvCxnSpPr>
        <p:spPr>
          <a:xfrm flipH="1">
            <a:off x="2836454" y="503458"/>
            <a:ext cx="1799800" cy="124059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217DA57-7A67-3636-4EC2-7137192AD6C4}"/>
              </a:ext>
            </a:extLst>
          </p:cNvPr>
          <p:cNvCxnSpPr>
            <a:cxnSpLocks/>
            <a:stCxn id="7" idx="1"/>
            <a:endCxn id="145" idx="3"/>
          </p:cNvCxnSpPr>
          <p:nvPr/>
        </p:nvCxnSpPr>
        <p:spPr>
          <a:xfrm flipH="1" flipV="1">
            <a:off x="6675873" y="503458"/>
            <a:ext cx="1669005" cy="64295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3D87A99-A8A8-1DCC-DAC5-730499DD15CA}"/>
              </a:ext>
            </a:extLst>
          </p:cNvPr>
          <p:cNvCxnSpPr>
            <a:cxnSpLocks/>
            <a:stCxn id="38" idx="0"/>
            <a:endCxn id="150" idx="2"/>
          </p:cNvCxnSpPr>
          <p:nvPr/>
        </p:nvCxnSpPr>
        <p:spPr>
          <a:xfrm flipH="1" flipV="1">
            <a:off x="3699244" y="1742666"/>
            <a:ext cx="797469" cy="368684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074C15B-1772-FE09-B70A-15B2DD493E0B}"/>
              </a:ext>
            </a:extLst>
          </p:cNvPr>
          <p:cNvCxnSpPr>
            <a:cxnSpLocks/>
            <a:stCxn id="140" idx="2"/>
            <a:endCxn id="102" idx="0"/>
          </p:cNvCxnSpPr>
          <p:nvPr/>
        </p:nvCxnSpPr>
        <p:spPr>
          <a:xfrm flipH="1">
            <a:off x="1897526" y="781405"/>
            <a:ext cx="125751" cy="1694188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Diamond 101">
            <a:extLst>
              <a:ext uri="{FF2B5EF4-FFF2-40B4-BE49-F238E27FC236}">
                <a16:creationId xmlns:a16="http://schemas.microsoft.com/office/drawing/2014/main" id="{F6264F69-0E91-9ECD-5860-D71F137CA7AA}"/>
              </a:ext>
            </a:extLst>
          </p:cNvPr>
          <p:cNvSpPr/>
          <p:nvPr/>
        </p:nvSpPr>
        <p:spPr>
          <a:xfrm>
            <a:off x="883925" y="2475593"/>
            <a:ext cx="2027202" cy="506962"/>
          </a:xfrm>
          <a:prstGeom prst="diamond">
            <a:avLst/>
          </a:prstGeom>
          <a:solidFill>
            <a:schemeClr val="bg1"/>
          </a:solidFill>
          <a:ln w="50800" cap="flat" cmpd="dbl">
            <a:solidFill>
              <a:schemeClr val="dk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associated_with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579678B-956B-9BC1-167A-0B9BD455CDF7}"/>
              </a:ext>
            </a:extLst>
          </p:cNvPr>
          <p:cNvCxnSpPr>
            <a:cxnSpLocks/>
            <a:stCxn id="32" idx="0"/>
            <a:endCxn id="102" idx="2"/>
          </p:cNvCxnSpPr>
          <p:nvPr/>
        </p:nvCxnSpPr>
        <p:spPr>
          <a:xfrm flipH="1" flipV="1">
            <a:off x="1897526" y="2982555"/>
            <a:ext cx="222162" cy="1932336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3E7502C-9399-A588-6028-80C707A2DF44}"/>
              </a:ext>
            </a:extLst>
          </p:cNvPr>
          <p:cNvCxnSpPr>
            <a:cxnSpLocks/>
            <a:stCxn id="38" idx="0"/>
            <a:endCxn id="156" idx="2"/>
          </p:cNvCxnSpPr>
          <p:nvPr/>
        </p:nvCxnSpPr>
        <p:spPr>
          <a:xfrm flipV="1">
            <a:off x="4496713" y="1722096"/>
            <a:ext cx="1104205" cy="389254"/>
          </a:xfrm>
          <a:prstGeom prst="straightConnector1">
            <a:avLst/>
          </a:prstGeom>
          <a:ln w="76200" cap="sq" cmpd="dbl">
            <a:solidFill>
              <a:schemeClr val="dk1"/>
            </a:solidFill>
            <a:prstDash val="solid"/>
            <a:miter lim="800000"/>
            <a:headEnd type="none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CC8F614-80CD-F423-A9CF-7BD71372EECA}"/>
              </a:ext>
            </a:extLst>
          </p:cNvPr>
          <p:cNvCxnSpPr>
            <a:cxnSpLocks/>
            <a:stCxn id="156" idx="0"/>
            <a:endCxn id="140" idx="3"/>
          </p:cNvCxnSpPr>
          <p:nvPr/>
        </p:nvCxnSpPr>
        <p:spPr>
          <a:xfrm flipH="1" flipV="1">
            <a:off x="2836454" y="627517"/>
            <a:ext cx="2764464" cy="468338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4F9A1BC-4841-D8EF-683D-F1B7527328C7}"/>
              </a:ext>
            </a:extLst>
          </p:cNvPr>
          <p:cNvGrpSpPr/>
          <p:nvPr/>
        </p:nvGrpSpPr>
        <p:grpSpPr>
          <a:xfrm>
            <a:off x="4285497" y="4507381"/>
            <a:ext cx="1626355" cy="569141"/>
            <a:chOff x="948812" y="3540532"/>
            <a:chExt cx="2536723" cy="533569"/>
          </a:xfrm>
          <a:solidFill>
            <a:schemeClr val="bg1"/>
          </a:solidFill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9E97167-32E0-FEBC-1CF6-14E80A2227A0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group_of_people</a:t>
              </a:r>
              <a:endParaRPr lang="fr-BE" sz="14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042CC4A-6F28-DE01-2C22-A8D4C7849686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288540"/>
            </a:xfrm>
            <a:prstGeom prst="rect">
              <a:avLst/>
            </a:prstGeom>
            <a:grpFill/>
            <a:ln w="50800" cmpd="dbl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r>
                <a:rPr lang="en-US" sz="1400" u="dashLong" dirty="0"/>
                <a:t>name</a:t>
              </a:r>
            </a:p>
          </p:txBody>
        </p:sp>
      </p:grpSp>
      <p:sp>
        <p:nvSpPr>
          <p:cNvPr id="129" name="Diamond 128">
            <a:extLst>
              <a:ext uri="{FF2B5EF4-FFF2-40B4-BE49-F238E27FC236}">
                <a16:creationId xmlns:a16="http://schemas.microsoft.com/office/drawing/2014/main" id="{9F4D72C7-7099-C0D2-FE89-FC780858ECC6}"/>
              </a:ext>
            </a:extLst>
          </p:cNvPr>
          <p:cNvSpPr/>
          <p:nvPr/>
        </p:nvSpPr>
        <p:spPr>
          <a:xfrm>
            <a:off x="3730428" y="3512936"/>
            <a:ext cx="2094986" cy="506962"/>
          </a:xfrm>
          <a:prstGeom prst="diamond">
            <a:avLst/>
          </a:prstGeom>
          <a:solidFill>
            <a:schemeClr val="bg1"/>
          </a:solidFill>
          <a:ln w="50800" cap="flat" cmpd="dbl">
            <a:solidFill>
              <a:schemeClr val="dk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composed_of</a:t>
            </a:r>
            <a:endParaRPr lang="fr-BE" sz="1400" dirty="0">
              <a:solidFill>
                <a:schemeClr val="tx1"/>
              </a:solidFill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F430C5A-17C7-C609-18C3-826B93EE91D2}"/>
              </a:ext>
            </a:extLst>
          </p:cNvPr>
          <p:cNvCxnSpPr>
            <a:cxnSpLocks/>
            <a:stCxn id="129" idx="2"/>
            <a:endCxn id="127" idx="0"/>
          </p:cNvCxnSpPr>
          <p:nvPr/>
        </p:nvCxnSpPr>
        <p:spPr>
          <a:xfrm>
            <a:off x="4777921" y="4019898"/>
            <a:ext cx="320753" cy="487483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65470D6-CC60-1735-7283-6855B214F575}"/>
              </a:ext>
            </a:extLst>
          </p:cNvPr>
          <p:cNvCxnSpPr>
            <a:cxnSpLocks/>
            <a:stCxn id="39" idx="2"/>
            <a:endCxn id="129" idx="0"/>
          </p:cNvCxnSpPr>
          <p:nvPr/>
        </p:nvCxnSpPr>
        <p:spPr>
          <a:xfrm>
            <a:off x="4496714" y="3111379"/>
            <a:ext cx="281207" cy="401557"/>
          </a:xfrm>
          <a:prstGeom prst="straightConnector1">
            <a:avLst/>
          </a:prstGeom>
          <a:ln w="25400" cmpd="sng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80CFCAB-1DE3-BDD0-E9D2-A1059FF52D97}"/>
              </a:ext>
            </a:extLst>
          </p:cNvPr>
          <p:cNvGrpSpPr/>
          <p:nvPr/>
        </p:nvGrpSpPr>
        <p:grpSpPr>
          <a:xfrm>
            <a:off x="1210099" y="212264"/>
            <a:ext cx="1626355" cy="569141"/>
            <a:chOff x="948812" y="3540532"/>
            <a:chExt cx="2536723" cy="533569"/>
          </a:xfrm>
          <a:solidFill>
            <a:schemeClr val="bg1"/>
          </a:solidFill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6CE5041-087A-F433-866F-19F46AEEBFFA}"/>
                </a:ext>
              </a:extLst>
            </p:cNvPr>
            <p:cNvSpPr txBox="1"/>
            <p:nvPr/>
          </p:nvSpPr>
          <p:spPr>
            <a:xfrm>
              <a:off x="948812" y="3540532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booking</a:t>
              </a:r>
              <a:endParaRPr lang="fr-BE" sz="1400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931EC2E-23FE-8BE8-ECAF-0EA438FBE8B0}"/>
                </a:ext>
              </a:extLst>
            </p:cNvPr>
            <p:cNvSpPr txBox="1"/>
            <p:nvPr/>
          </p:nvSpPr>
          <p:spPr>
            <a:xfrm>
              <a:off x="948814" y="3785561"/>
              <a:ext cx="2536721" cy="28854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304782" indent="-304782">
                <a:buFontTx/>
                <a:buChar char="-"/>
              </a:pPr>
              <a:endParaRPr lang="en-US" sz="1400" dirty="0"/>
            </a:p>
          </p:txBody>
        </p:sp>
      </p:grpSp>
      <p:sp>
        <p:nvSpPr>
          <p:cNvPr id="145" name="Diamond 144">
            <a:extLst>
              <a:ext uri="{FF2B5EF4-FFF2-40B4-BE49-F238E27FC236}">
                <a16:creationId xmlns:a16="http://schemas.microsoft.com/office/drawing/2014/main" id="{F6A06233-D97F-371A-27BF-1EF3B2C2EE4B}"/>
              </a:ext>
            </a:extLst>
          </p:cNvPr>
          <p:cNvSpPr/>
          <p:nvPr/>
        </p:nvSpPr>
        <p:spPr>
          <a:xfrm>
            <a:off x="4636254" y="307666"/>
            <a:ext cx="2039619" cy="391583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consists_of</a:t>
            </a:r>
            <a:endParaRPr lang="fr-BE" sz="1400" dirty="0">
              <a:solidFill>
                <a:schemeClr val="tx1"/>
              </a:solidFill>
            </a:endParaRPr>
          </a:p>
        </p:txBody>
      </p:sp>
      <p:sp>
        <p:nvSpPr>
          <p:cNvPr id="150" name="Diamond 149">
            <a:extLst>
              <a:ext uri="{FF2B5EF4-FFF2-40B4-BE49-F238E27FC236}">
                <a16:creationId xmlns:a16="http://schemas.microsoft.com/office/drawing/2014/main" id="{C157962F-6051-850D-9C47-FE9208616C06}"/>
              </a:ext>
            </a:extLst>
          </p:cNvPr>
          <p:cNvSpPr/>
          <p:nvPr/>
        </p:nvSpPr>
        <p:spPr>
          <a:xfrm>
            <a:off x="2741180" y="1116425"/>
            <a:ext cx="1916128" cy="626241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associated_with</a:t>
            </a:r>
            <a:endParaRPr lang="fr-BE" sz="1400" dirty="0">
              <a:solidFill>
                <a:schemeClr val="tx1"/>
              </a:solidFill>
            </a:endParaRPr>
          </a:p>
        </p:txBody>
      </p:sp>
      <p:sp>
        <p:nvSpPr>
          <p:cNvPr id="156" name="Diamond 155">
            <a:extLst>
              <a:ext uri="{FF2B5EF4-FFF2-40B4-BE49-F238E27FC236}">
                <a16:creationId xmlns:a16="http://schemas.microsoft.com/office/drawing/2014/main" id="{6A097A3D-9511-A83B-CFE7-273A61B12964}"/>
              </a:ext>
            </a:extLst>
          </p:cNvPr>
          <p:cNvSpPr/>
          <p:nvPr/>
        </p:nvSpPr>
        <p:spPr>
          <a:xfrm>
            <a:off x="4719054" y="1095855"/>
            <a:ext cx="1763728" cy="626241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is_main_contact</a:t>
            </a:r>
            <a:endParaRPr lang="fr-B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865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1783</TotalTime>
  <Words>98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Abdellah El Moussaoui</cp:lastModifiedBy>
  <cp:revision>328</cp:revision>
  <cp:lastPrinted>2019-10-16T17:52:17Z</cp:lastPrinted>
  <dcterms:created xsi:type="dcterms:W3CDTF">2016-09-27T13:37:05Z</dcterms:created>
  <dcterms:modified xsi:type="dcterms:W3CDTF">2025-12-01T20:05:46Z</dcterms:modified>
</cp:coreProperties>
</file>