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nonymous Pr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onymousPro-regular.fntdata"/><Relationship Id="rId14" Type="http://schemas.openxmlformats.org/officeDocument/2006/relationships/slide" Target="slides/slide9.xml"/><Relationship Id="rId17" Type="http://schemas.openxmlformats.org/officeDocument/2006/relationships/font" Target="fonts/AnonymousPro-italic.fntdata"/><Relationship Id="rId16" Type="http://schemas.openxmlformats.org/officeDocument/2006/relationships/font" Target="fonts/Anonymous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nonymous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cb235b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cb235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0cb235b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0cb235b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0cb235bda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0cb235bda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0cb235bd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0cb235b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0cb235bd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0cb235bd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0cb235bd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0cb235bd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0cb235bd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0cb235bd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0cb235bda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0cb235bda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Pika Parsing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2600"/>
              <a:t>en een toepassing</a:t>
            </a:r>
            <a:r>
              <a:rPr lang="nl" sz="2600"/>
              <a:t> in VM</a:t>
            </a:r>
            <a:endParaRPr sz="2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780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nl" sz="1380"/>
              <a:t>Sabawoon Enayat, Oubayy Ahale, Abdellah El Moussaoui</a:t>
            </a:r>
            <a:endParaRPr sz="13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86450" y="46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Waardering Project	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3200">
                <a:solidFill>
                  <a:schemeClr val="dk1"/>
                </a:solidFill>
              </a:rPr>
              <a:t>Platina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Verdieping: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Implementatie Pika parsing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Gebruik van PEG’s i.p.v. CFG’s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/>
              <a:t>Complexe toepassing (VM)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Pika parsing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Parsing algoritme gebruikmakend van PEG’s</a:t>
            </a:r>
            <a:br>
              <a:rPr lang="nl"/>
            </a:br>
            <a:r>
              <a:rPr lang="nl" sz="1200"/>
              <a:t>	Right to left, bottom-up parsing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PEG = Parsing Expression Grammar</a:t>
            </a:r>
            <a:br>
              <a:rPr lang="nl"/>
            </a:br>
            <a:r>
              <a:rPr lang="nl" sz="1200"/>
              <a:t>	Deterministisch alternatief voor CFG (vermijdt </a:t>
            </a:r>
            <a:r>
              <a:rPr lang="nl" sz="1200"/>
              <a:t>ambiguïteit</a:t>
            </a:r>
            <a:r>
              <a:rPr lang="nl" sz="1200"/>
              <a:t>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Voorbeeld parsing: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700975" y="3266375"/>
            <a:ext cx="2027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 sz="15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 r1 r2 500</a:t>
            </a:r>
            <a:endParaRPr sz="15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15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 r2 r1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227475" y="2760275"/>
            <a:ext cx="356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Program: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Args: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r1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r2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Immediate: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500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Args: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r1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r2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cxnSp>
        <p:nvCxnSpPr>
          <p:cNvPr id="70" name="Google Shape;70;p15"/>
          <p:cNvCxnSpPr/>
          <p:nvPr/>
        </p:nvCxnSpPr>
        <p:spPr>
          <a:xfrm>
            <a:off x="3240825" y="3683825"/>
            <a:ext cx="14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Abstract Syntax Tree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Omzetting in structuur dat makkelijker is om mee te werken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2323325"/>
            <a:ext cx="356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Program: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Args: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r1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r2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Immediate: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500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Args: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r2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		Register: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r1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3195825" y="3246875"/>
            <a:ext cx="14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/>
        </p:nvSpPr>
        <p:spPr>
          <a:xfrm>
            <a:off x="5305375" y="294672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Program: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</a:t>
            </a:r>
            <a:r>
              <a:rPr lang="nl" sz="900">
                <a:solidFill>
                  <a:schemeClr val="dk2"/>
                </a:solidFill>
              </a:rPr>
              <a:t>Instruction: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add(r1, r2, 500)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</a:t>
            </a:r>
            <a:r>
              <a:rPr lang="nl" sz="900">
                <a:solidFill>
                  <a:schemeClr val="dk2"/>
                </a:solidFill>
              </a:rPr>
              <a:t>Instruction: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mov(r2, r1)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AST omzetten in Byte code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Byte code is wat de VM execute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11700" y="256052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Program: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add(r1, r2, 500)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Instruction: </a:t>
            </a: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mov(r2, r1)</a:t>
            </a:r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3639200" y="2933875"/>
            <a:ext cx="14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7"/>
          <p:cNvSpPr txBox="1"/>
          <p:nvPr/>
        </p:nvSpPr>
        <p:spPr>
          <a:xfrm>
            <a:off x="5832300" y="2629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0000001010010101010010101001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 sz="900">
                <a:solidFill>
                  <a:schemeClr val="dk2"/>
                </a:solidFill>
              </a:rPr>
              <a:t>0001001010011010100101100101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Byte code executen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Instructies worden gedecodeerd en uitgevoerd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11700" y="27198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0000001010010101010010101001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0001001010011010100101100101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061150" y="2789100"/>
            <a:ext cx="4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VM: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97" name="Google Shape;97;p18"/>
          <p:cNvCxnSpPr/>
          <p:nvPr/>
        </p:nvCxnSpPr>
        <p:spPr>
          <a:xfrm flipH="1" rot="10800000">
            <a:off x="3035150" y="2948850"/>
            <a:ext cx="4605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8"/>
          <p:cNvSpPr txBox="1"/>
          <p:nvPr/>
        </p:nvSpPr>
        <p:spPr>
          <a:xfrm>
            <a:off x="5758900" y="1819350"/>
            <a:ext cx="3073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Registers: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r1: 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r2: 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add r1 r2 500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Registers: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r1: 500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r2: 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mov r2 r1</a:t>
            </a:r>
            <a:endParaRPr sz="9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Register: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r1: 500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2"/>
                </a:solidFill>
              </a:rPr>
              <a:t>	r2: 500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VM implementatie details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32 bit architectuur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32 instructies: arithmetic, logical, branch/jump, memory,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Arithmetic operations: add, mul, mod,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logical operations: and, or,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Branch/jump: jmp, call, ret,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memory: lw, push, pop,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System operations: print and read int, string,...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Uitvoering instructies en Verbose mode in VM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Uitvoering instructies: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nl"/>
              <a:t>Instructies in plaintext (wordt eerst omgezet in byte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nl"/>
              <a:t>Byte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Verbose: Extra details tonen, zoals registers, memory, instructies, 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resultaat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Een parser generator die gebruik maakt van Pika parsing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VM met een eigen kleine assembly-instructieset die code uitvoert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