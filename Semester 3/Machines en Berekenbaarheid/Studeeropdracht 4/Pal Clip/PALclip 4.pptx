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notesSlides/notesSlide1.xml" ContentType="application/vnd.openxmlformats-officedocument.presentationml.notesSlide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notesSlides/notesSlide2.xml" ContentType="application/vnd.openxmlformats-officedocument.presentationml.notesSlide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7" r:id="rId4"/>
    <p:sldMasterId id="2147484114" r:id="rId5"/>
  </p:sldMasterIdLst>
  <p:notesMasterIdLst>
    <p:notesMasterId r:id="rId32"/>
  </p:notesMasterIdLst>
  <p:sldIdLst>
    <p:sldId id="257" r:id="rId6"/>
    <p:sldId id="270" r:id="rId7"/>
    <p:sldId id="292" r:id="rId8"/>
    <p:sldId id="278" r:id="rId9"/>
    <p:sldId id="293" r:id="rId10"/>
    <p:sldId id="279" r:id="rId11"/>
    <p:sldId id="280" r:id="rId12"/>
    <p:sldId id="281" r:id="rId13"/>
    <p:sldId id="284" r:id="rId14"/>
    <p:sldId id="283" r:id="rId15"/>
    <p:sldId id="294" r:id="rId16"/>
    <p:sldId id="296" r:id="rId17"/>
    <p:sldId id="275" r:id="rId18"/>
    <p:sldId id="285" r:id="rId19"/>
    <p:sldId id="297" r:id="rId20"/>
    <p:sldId id="277" r:id="rId21"/>
    <p:sldId id="286" r:id="rId22"/>
    <p:sldId id="287" r:id="rId23"/>
    <p:sldId id="276" r:id="rId24"/>
    <p:sldId id="291" r:id="rId25"/>
    <p:sldId id="288" r:id="rId26"/>
    <p:sldId id="289" r:id="rId27"/>
    <p:sldId id="290" r:id="rId28"/>
    <p:sldId id="298" r:id="rId29"/>
    <p:sldId id="299" r:id="rId30"/>
    <p:sldId id="274" r:id="rId31"/>
  </p:sldIdLst>
  <p:sldSz cx="12192000" cy="6858000"/>
  <p:notesSz cx="6805613" cy="9944100"/>
  <p:defaultTextStyle>
    <a:defPPr>
      <a:defRPr lang="nl-B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60958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12191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82875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2438339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3047924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3657509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4267093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4876678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196">
          <p15:clr>
            <a:srgbClr val="A4A3A4"/>
          </p15:clr>
        </p15:guide>
        <p15:guide id="2" orient="horz" pos="3127">
          <p15:clr>
            <a:srgbClr val="A4A3A4"/>
          </p15:clr>
        </p15:guide>
        <p15:guide id="3" pos="197">
          <p15:clr>
            <a:srgbClr val="A4A3A4"/>
          </p15:clr>
        </p15:guide>
        <p15:guide id="4" pos="2144">
          <p15:clr>
            <a:srgbClr val="A4A3A4"/>
          </p15:clr>
        </p15:guide>
        <p15:guide id="5" pos="409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9F72B0-5D5C-4043-8780-5DE853DF7B28}" v="151" dt="2025-11-18T17:43:15.8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5182" autoAdjust="0"/>
  </p:normalViewPr>
  <p:slideViewPr>
    <p:cSldViewPr snapToGrid="0" snapToObjects="1" showGuides="1">
      <p:cViewPr varScale="1">
        <p:scale>
          <a:sx n="71" d="100"/>
          <a:sy n="71" d="100"/>
        </p:scale>
        <p:origin x="39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>
        <p:guide orient="horz" pos="196"/>
        <p:guide orient="horz" pos="3127"/>
        <p:guide pos="197"/>
        <p:guide pos="2144"/>
        <p:guide pos="409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ubayy Ahale" userId="298e17fb-e76b-4eb1-9a5c-0f5800761aa1" providerId="ADAL" clId="{5793E8B6-776E-4D51-94AA-D25AEA2DDEA0}"/>
    <pc:docChg chg="undo redo custSel addSld delSld modSld sldOrd">
      <pc:chgData name="Oubayy Ahale" userId="298e17fb-e76b-4eb1-9a5c-0f5800761aa1" providerId="ADAL" clId="{5793E8B6-776E-4D51-94AA-D25AEA2DDEA0}" dt="2025-11-18T17:43:15.867" v="725"/>
      <pc:docMkLst>
        <pc:docMk/>
      </pc:docMkLst>
      <pc:sldChg chg="modSp mod">
        <pc:chgData name="Oubayy Ahale" userId="298e17fb-e76b-4eb1-9a5c-0f5800761aa1" providerId="ADAL" clId="{5793E8B6-776E-4D51-94AA-D25AEA2DDEA0}" dt="2025-11-18T10:35:44.070" v="133" actId="20577"/>
        <pc:sldMkLst>
          <pc:docMk/>
          <pc:sldMk cId="2323801077" sldId="257"/>
        </pc:sldMkLst>
        <pc:spChg chg="mod">
          <ac:chgData name="Oubayy Ahale" userId="298e17fb-e76b-4eb1-9a5c-0f5800761aa1" providerId="ADAL" clId="{5793E8B6-776E-4D51-94AA-D25AEA2DDEA0}" dt="2025-11-18T10:35:44.070" v="133" actId="20577"/>
          <ac:spMkLst>
            <pc:docMk/>
            <pc:sldMk cId="2323801077" sldId="257"/>
            <ac:spMk id="3" creationId="{BE59F27B-4FA1-1945-B3AE-2234EB3F591F}"/>
          </ac:spMkLst>
        </pc:spChg>
      </pc:sldChg>
      <pc:sldChg chg="addSp delSp modSp mod">
        <pc:chgData name="Oubayy Ahale" userId="298e17fb-e76b-4eb1-9a5c-0f5800761aa1" providerId="ADAL" clId="{5793E8B6-776E-4D51-94AA-D25AEA2DDEA0}" dt="2025-11-18T16:46:18.144" v="612"/>
        <pc:sldMkLst>
          <pc:docMk/>
          <pc:sldMk cId="1840459585" sldId="276"/>
        </pc:sldMkLst>
        <pc:spChg chg="mod">
          <ac:chgData name="Oubayy Ahale" userId="298e17fb-e76b-4eb1-9a5c-0f5800761aa1" providerId="ADAL" clId="{5793E8B6-776E-4D51-94AA-D25AEA2DDEA0}" dt="2025-11-18T16:35:04.900" v="468" actId="14100"/>
          <ac:spMkLst>
            <pc:docMk/>
            <pc:sldMk cId="1840459585" sldId="276"/>
            <ac:spMk id="6" creationId="{1B400E8C-2593-1736-E079-2ED66125DC9C}"/>
          </ac:spMkLst>
        </pc:spChg>
        <pc:spChg chg="del">
          <ac:chgData name="Oubayy Ahale" userId="298e17fb-e76b-4eb1-9a5c-0f5800761aa1" providerId="ADAL" clId="{5793E8B6-776E-4D51-94AA-D25AEA2DDEA0}" dt="2025-11-18T16:32:41.090" v="446" actId="478"/>
          <ac:spMkLst>
            <pc:docMk/>
            <pc:sldMk cId="1840459585" sldId="276"/>
            <ac:spMk id="15" creationId="{B7D179E8-1A17-C027-3D30-C12826633274}"/>
          </ac:spMkLst>
        </pc:spChg>
        <pc:grpChg chg="add del mod">
          <ac:chgData name="Oubayy Ahale" userId="298e17fb-e76b-4eb1-9a5c-0f5800761aa1" providerId="ADAL" clId="{5793E8B6-776E-4D51-94AA-D25AEA2DDEA0}" dt="2025-11-18T16:30:13.610" v="406"/>
          <ac:grpSpMkLst>
            <pc:docMk/>
            <pc:sldMk cId="1840459585" sldId="276"/>
            <ac:grpSpMk id="8" creationId="{6AA72421-3CE7-DF26-807D-F798362FEF41}"/>
          </ac:grpSpMkLst>
        </pc:grpChg>
        <pc:grpChg chg="mod">
          <ac:chgData name="Oubayy Ahale" userId="298e17fb-e76b-4eb1-9a5c-0f5800761aa1" providerId="ADAL" clId="{5793E8B6-776E-4D51-94AA-D25AEA2DDEA0}" dt="2025-11-18T16:30:13.610" v="406"/>
          <ac:grpSpMkLst>
            <pc:docMk/>
            <pc:sldMk cId="1840459585" sldId="276"/>
            <ac:grpSpMk id="9" creationId="{F37F49E2-3ECA-7408-3D2F-A6FBD11C5D2C}"/>
          </ac:grpSpMkLst>
        </pc:grpChg>
        <pc:grpChg chg="mod">
          <ac:chgData name="Oubayy Ahale" userId="298e17fb-e76b-4eb1-9a5c-0f5800761aa1" providerId="ADAL" clId="{5793E8B6-776E-4D51-94AA-D25AEA2DDEA0}" dt="2025-11-18T16:35:21.860" v="472" actId="14100"/>
          <ac:grpSpMkLst>
            <pc:docMk/>
            <pc:sldMk cId="1840459585" sldId="276"/>
            <ac:grpSpMk id="12" creationId="{6D2A7BF3-C1DF-C030-319C-09339EF02752}"/>
          </ac:grpSpMkLst>
        </pc:grpChg>
        <pc:grpChg chg="del mod">
          <ac:chgData name="Oubayy Ahale" userId="298e17fb-e76b-4eb1-9a5c-0f5800761aa1" providerId="ADAL" clId="{5793E8B6-776E-4D51-94AA-D25AEA2DDEA0}" dt="2025-11-18T16:31:36.725" v="424"/>
          <ac:grpSpMkLst>
            <pc:docMk/>
            <pc:sldMk cId="1840459585" sldId="276"/>
            <ac:grpSpMk id="25" creationId="{E15A9460-FFE3-B58C-4463-F36764A5F71C}"/>
          </ac:grpSpMkLst>
        </pc:grpChg>
        <pc:grpChg chg="mod">
          <ac:chgData name="Oubayy Ahale" userId="298e17fb-e76b-4eb1-9a5c-0f5800761aa1" providerId="ADAL" clId="{5793E8B6-776E-4D51-94AA-D25AEA2DDEA0}" dt="2025-11-18T16:35:21.860" v="472" actId="14100"/>
          <ac:grpSpMkLst>
            <pc:docMk/>
            <pc:sldMk cId="1840459585" sldId="276"/>
            <ac:grpSpMk id="28" creationId="{5ED82B33-A092-F44F-1043-C088C25BE53D}"/>
          </ac:grpSpMkLst>
        </pc:grpChg>
        <pc:grpChg chg="del mod">
          <ac:chgData name="Oubayy Ahale" userId="298e17fb-e76b-4eb1-9a5c-0f5800761aa1" providerId="ADAL" clId="{5793E8B6-776E-4D51-94AA-D25AEA2DDEA0}" dt="2025-11-18T16:31:54.918" v="432"/>
          <ac:grpSpMkLst>
            <pc:docMk/>
            <pc:sldMk cId="1840459585" sldId="276"/>
            <ac:grpSpMk id="33" creationId="{6427795D-605E-464D-6493-73F39A88A486}"/>
          </ac:grpSpMkLst>
        </pc:grpChg>
        <pc:grpChg chg="del mod">
          <ac:chgData name="Oubayy Ahale" userId="298e17fb-e76b-4eb1-9a5c-0f5800761aa1" providerId="ADAL" clId="{5793E8B6-776E-4D51-94AA-D25AEA2DDEA0}" dt="2025-11-18T16:31:58.206" v="434"/>
          <ac:grpSpMkLst>
            <pc:docMk/>
            <pc:sldMk cId="1840459585" sldId="276"/>
            <ac:grpSpMk id="36" creationId="{464E479A-6166-3FD6-5B76-64F16120E1EC}"/>
          </ac:grpSpMkLst>
        </pc:grpChg>
        <pc:grpChg chg="del mod">
          <ac:chgData name="Oubayy Ahale" userId="298e17fb-e76b-4eb1-9a5c-0f5800761aa1" providerId="ADAL" clId="{5793E8B6-776E-4D51-94AA-D25AEA2DDEA0}" dt="2025-11-18T16:31:59.896" v="436"/>
          <ac:grpSpMkLst>
            <pc:docMk/>
            <pc:sldMk cId="1840459585" sldId="276"/>
            <ac:grpSpMk id="38" creationId="{6073F22B-141E-8CDC-57B5-2DB032D09E5D}"/>
          </ac:grpSpMkLst>
        </pc:grpChg>
        <pc:grpChg chg="mod">
          <ac:chgData name="Oubayy Ahale" userId="298e17fb-e76b-4eb1-9a5c-0f5800761aa1" providerId="ADAL" clId="{5793E8B6-776E-4D51-94AA-D25AEA2DDEA0}" dt="2025-11-18T16:35:21.860" v="472" actId="14100"/>
          <ac:grpSpMkLst>
            <pc:docMk/>
            <pc:sldMk cId="1840459585" sldId="276"/>
            <ac:grpSpMk id="40" creationId="{D2862341-565C-61A4-F826-96CD66A5E9E4}"/>
          </ac:grpSpMkLst>
        </pc:grpChg>
        <pc:grpChg chg="del mod">
          <ac:chgData name="Oubayy Ahale" userId="298e17fb-e76b-4eb1-9a5c-0f5800761aa1" providerId="ADAL" clId="{5793E8B6-776E-4D51-94AA-D25AEA2DDEA0}" dt="2025-11-18T16:32:08.529" v="440"/>
          <ac:grpSpMkLst>
            <pc:docMk/>
            <pc:sldMk cId="1840459585" sldId="276"/>
            <ac:grpSpMk id="43" creationId="{13A45150-A239-D11E-DC90-11EC3EAA8068}"/>
          </ac:grpSpMkLst>
        </pc:grpChg>
        <pc:grpChg chg="mod">
          <ac:chgData name="Oubayy Ahale" userId="298e17fb-e76b-4eb1-9a5c-0f5800761aa1" providerId="ADAL" clId="{5793E8B6-776E-4D51-94AA-D25AEA2DDEA0}" dt="2025-11-18T16:35:21.860" v="472" actId="14100"/>
          <ac:grpSpMkLst>
            <pc:docMk/>
            <pc:sldMk cId="1840459585" sldId="276"/>
            <ac:grpSpMk id="46" creationId="{9FE448A1-A0EA-44AA-B96C-F37D85149688}"/>
          </ac:grpSpMkLst>
        </pc:grpChg>
        <pc:grpChg chg="add mod">
          <ac:chgData name="Oubayy Ahale" userId="298e17fb-e76b-4eb1-9a5c-0f5800761aa1" providerId="ADAL" clId="{5793E8B6-776E-4D51-94AA-D25AEA2DDEA0}" dt="2025-11-18T16:35:28.621" v="475" actId="1076"/>
          <ac:grpSpMkLst>
            <pc:docMk/>
            <pc:sldMk cId="1840459585" sldId="276"/>
            <ac:grpSpMk id="52" creationId="{0E783514-F3FE-CCDF-C841-88E17DB27781}"/>
          </ac:grpSpMkLst>
        </pc:grpChg>
        <pc:grpChg chg="add mod">
          <ac:chgData name="Oubayy Ahale" userId="298e17fb-e76b-4eb1-9a5c-0f5800761aa1" providerId="ADAL" clId="{5793E8B6-776E-4D51-94AA-D25AEA2DDEA0}" dt="2025-11-18T16:35:28.621" v="475" actId="1076"/>
          <ac:grpSpMkLst>
            <pc:docMk/>
            <pc:sldMk cId="1840459585" sldId="276"/>
            <ac:grpSpMk id="64" creationId="{C8960E7E-BE03-4F50-CCBB-B3EE297CA2E4}"/>
          </ac:grpSpMkLst>
        </pc:grpChg>
        <pc:grpChg chg="add mod">
          <ac:chgData name="Oubayy Ahale" userId="298e17fb-e76b-4eb1-9a5c-0f5800761aa1" providerId="ADAL" clId="{5793E8B6-776E-4D51-94AA-D25AEA2DDEA0}" dt="2025-11-18T16:35:28.621" v="475" actId="1076"/>
          <ac:grpSpMkLst>
            <pc:docMk/>
            <pc:sldMk cId="1840459585" sldId="276"/>
            <ac:grpSpMk id="69" creationId="{C3ACAC5E-1F63-C632-CFA6-B272AA0B2634}"/>
          </ac:grpSpMkLst>
        </pc:grpChg>
        <pc:grpChg chg="add mod">
          <ac:chgData name="Oubayy Ahale" userId="298e17fb-e76b-4eb1-9a5c-0f5800761aa1" providerId="ADAL" clId="{5793E8B6-776E-4D51-94AA-D25AEA2DDEA0}" dt="2025-11-18T16:35:28.621" v="475" actId="1076"/>
          <ac:grpSpMkLst>
            <pc:docMk/>
            <pc:sldMk cId="1840459585" sldId="276"/>
            <ac:grpSpMk id="79" creationId="{774E5399-FDA7-EF36-CA3F-F0DC7EF71A8B}"/>
          </ac:grpSpMkLst>
        </pc:grpChg>
        <pc:grpChg chg="mod">
          <ac:chgData name="Oubayy Ahale" userId="298e17fb-e76b-4eb1-9a5c-0f5800761aa1" providerId="ADAL" clId="{5793E8B6-776E-4D51-94AA-D25AEA2DDEA0}" dt="2025-11-18T16:41:44.266" v="505"/>
          <ac:grpSpMkLst>
            <pc:docMk/>
            <pc:sldMk cId="1840459585" sldId="276"/>
            <ac:grpSpMk id="87" creationId="{134AD87B-2CA0-9177-28D3-7B801E0362F9}"/>
          </ac:grpSpMkLst>
        </pc:grpChg>
        <pc:grpChg chg="mod">
          <ac:chgData name="Oubayy Ahale" userId="298e17fb-e76b-4eb1-9a5c-0f5800761aa1" providerId="ADAL" clId="{5793E8B6-776E-4D51-94AA-D25AEA2DDEA0}" dt="2025-11-18T16:46:18.144" v="612"/>
          <ac:grpSpMkLst>
            <pc:docMk/>
            <pc:sldMk cId="1840459585" sldId="276"/>
            <ac:grpSpMk id="90" creationId="{8A612AF7-7159-1789-F93A-2AAAF3CA7B3F}"/>
          </ac:grpSpMkLst>
        </pc:grpChg>
        <pc:picChg chg="mod">
          <ac:chgData name="Oubayy Ahale" userId="298e17fb-e76b-4eb1-9a5c-0f5800761aa1" providerId="ADAL" clId="{5793E8B6-776E-4D51-94AA-D25AEA2DDEA0}" dt="2025-11-18T16:35:21.860" v="472" actId="14100"/>
          <ac:picMkLst>
            <pc:docMk/>
            <pc:sldMk cId="1840459585" sldId="276"/>
            <ac:picMk id="4" creationId="{B9FFF809-B65D-9376-1637-0752E746D20D}"/>
          </ac:picMkLst>
        </pc:picChg>
        <pc:picChg chg="add mod">
          <ac:chgData name="Oubayy Ahale" userId="298e17fb-e76b-4eb1-9a5c-0f5800761aa1" providerId="ADAL" clId="{5793E8B6-776E-4D51-94AA-D25AEA2DDEA0}" dt="2025-11-18T16:35:28.621" v="475" actId="1076"/>
          <ac:picMkLst>
            <pc:docMk/>
            <pc:sldMk cId="1840459585" sldId="276"/>
            <ac:picMk id="49" creationId="{B566528A-9EA3-C040-9CC7-E0576B5FEED4}"/>
          </ac:picMkLst>
        </pc:picChg>
        <pc:picChg chg="add mod">
          <ac:chgData name="Oubayy Ahale" userId="298e17fb-e76b-4eb1-9a5c-0f5800761aa1" providerId="ADAL" clId="{5793E8B6-776E-4D51-94AA-D25AEA2DDEA0}" dt="2025-11-18T16:35:48.607" v="480" actId="14100"/>
          <ac:picMkLst>
            <pc:docMk/>
            <pc:sldMk cId="1840459585" sldId="276"/>
            <ac:picMk id="84" creationId="{DC1536D5-956D-C8A9-4990-48BE2FCC9B62}"/>
          </ac:picMkLst>
        </pc:picChg>
        <pc:inkChg chg="add mod">
          <ac:chgData name="Oubayy Ahale" userId="298e17fb-e76b-4eb1-9a5c-0f5800761aa1" providerId="ADAL" clId="{5793E8B6-776E-4D51-94AA-D25AEA2DDEA0}" dt="2025-11-18T16:30:13.610" v="406"/>
          <ac:inkMkLst>
            <pc:docMk/>
            <pc:sldMk cId="1840459585" sldId="276"/>
            <ac:inkMk id="2" creationId="{8B7D3FBB-5C81-FEA6-D0B3-8ED0C2624D1F}"/>
          </ac:inkMkLst>
        </pc:inkChg>
        <pc:inkChg chg="add mod">
          <ac:chgData name="Oubayy Ahale" userId="298e17fb-e76b-4eb1-9a5c-0f5800761aa1" providerId="ADAL" clId="{5793E8B6-776E-4D51-94AA-D25AEA2DDEA0}" dt="2025-11-18T16:30:13.610" v="406"/>
          <ac:inkMkLst>
            <pc:docMk/>
            <pc:sldMk cId="1840459585" sldId="276"/>
            <ac:inkMk id="5" creationId="{3949F335-6E06-E805-F4EF-B241782C51D7}"/>
          </ac:inkMkLst>
        </pc:inkChg>
        <pc:inkChg chg="add del mod">
          <ac:chgData name="Oubayy Ahale" userId="298e17fb-e76b-4eb1-9a5c-0f5800761aa1" providerId="ADAL" clId="{5793E8B6-776E-4D51-94AA-D25AEA2DDEA0}" dt="2025-11-18T16:30:13.610" v="406"/>
          <ac:inkMkLst>
            <pc:docMk/>
            <pc:sldMk cId="1840459585" sldId="276"/>
            <ac:inkMk id="7" creationId="{A8D08ABA-DBDF-8F01-BD1E-C3963BA4045A}"/>
          </ac:inkMkLst>
        </pc:inkChg>
        <pc:inkChg chg="add mod">
          <ac:chgData name="Oubayy Ahale" userId="298e17fb-e76b-4eb1-9a5c-0f5800761aa1" providerId="ADAL" clId="{5793E8B6-776E-4D51-94AA-D25AEA2DDEA0}" dt="2025-11-18T16:30:17.360" v="409"/>
          <ac:inkMkLst>
            <pc:docMk/>
            <pc:sldMk cId="1840459585" sldId="276"/>
            <ac:inkMk id="10" creationId="{A5FDE8FC-0AE1-9398-D2D8-87242647E561}"/>
          </ac:inkMkLst>
        </pc:inkChg>
        <pc:inkChg chg="add mod">
          <ac:chgData name="Oubayy Ahale" userId="298e17fb-e76b-4eb1-9a5c-0f5800761aa1" providerId="ADAL" clId="{5793E8B6-776E-4D51-94AA-D25AEA2DDEA0}" dt="2025-11-18T16:30:17.360" v="409"/>
          <ac:inkMkLst>
            <pc:docMk/>
            <pc:sldMk cId="1840459585" sldId="276"/>
            <ac:inkMk id="11" creationId="{A353661B-C6A2-36B1-7883-EB239E705789}"/>
          </ac:inkMkLst>
        </pc:inkChg>
        <pc:inkChg chg="add mod">
          <ac:chgData name="Oubayy Ahale" userId="298e17fb-e76b-4eb1-9a5c-0f5800761aa1" providerId="ADAL" clId="{5793E8B6-776E-4D51-94AA-D25AEA2DDEA0}" dt="2025-11-18T16:35:21.860" v="472" actId="14100"/>
          <ac:inkMkLst>
            <pc:docMk/>
            <pc:sldMk cId="1840459585" sldId="276"/>
            <ac:inkMk id="13" creationId="{486D1B14-1006-79A0-32BC-E75697B42EE8}"/>
          </ac:inkMkLst>
        </pc:inkChg>
        <pc:inkChg chg="add">
          <ac:chgData name="Oubayy Ahale" userId="298e17fb-e76b-4eb1-9a5c-0f5800761aa1" providerId="ADAL" clId="{5793E8B6-776E-4D51-94AA-D25AEA2DDEA0}" dt="2025-11-18T16:30:19.052" v="411" actId="9405"/>
          <ac:inkMkLst>
            <pc:docMk/>
            <pc:sldMk cId="1840459585" sldId="276"/>
            <ac:inkMk id="14" creationId="{172F6C43-2567-0629-0413-A966A4F890E0}"/>
          </ac:inkMkLst>
        </pc:inkChg>
        <pc:inkChg chg="add">
          <ac:chgData name="Oubayy Ahale" userId="298e17fb-e76b-4eb1-9a5c-0f5800761aa1" providerId="ADAL" clId="{5793E8B6-776E-4D51-94AA-D25AEA2DDEA0}" dt="2025-11-18T16:30:20.568" v="412" actId="9405"/>
          <ac:inkMkLst>
            <pc:docMk/>
            <pc:sldMk cId="1840459585" sldId="276"/>
            <ac:inkMk id="16" creationId="{00D02907-0162-4EBA-AC95-83D016A2B1E9}"/>
          </ac:inkMkLst>
        </pc:inkChg>
        <pc:inkChg chg="add">
          <ac:chgData name="Oubayy Ahale" userId="298e17fb-e76b-4eb1-9a5c-0f5800761aa1" providerId="ADAL" clId="{5793E8B6-776E-4D51-94AA-D25AEA2DDEA0}" dt="2025-11-18T16:30:21.531" v="413" actId="9405"/>
          <ac:inkMkLst>
            <pc:docMk/>
            <pc:sldMk cId="1840459585" sldId="276"/>
            <ac:inkMk id="17" creationId="{02E9B9A7-33C7-3C9B-5B3F-F59D981CDFAA}"/>
          </ac:inkMkLst>
        </pc:inkChg>
        <pc:inkChg chg="add mod">
          <ac:chgData name="Oubayy Ahale" userId="298e17fb-e76b-4eb1-9a5c-0f5800761aa1" providerId="ADAL" clId="{5793E8B6-776E-4D51-94AA-D25AEA2DDEA0}" dt="2025-11-18T16:35:21.860" v="472" actId="14100"/>
          <ac:inkMkLst>
            <pc:docMk/>
            <pc:sldMk cId="1840459585" sldId="276"/>
            <ac:inkMk id="18" creationId="{D434A6C3-E628-8281-80BC-55B8B45FDB7A}"/>
          </ac:inkMkLst>
        </pc:inkChg>
        <pc:inkChg chg="add">
          <ac:chgData name="Oubayy Ahale" userId="298e17fb-e76b-4eb1-9a5c-0f5800761aa1" providerId="ADAL" clId="{5793E8B6-776E-4D51-94AA-D25AEA2DDEA0}" dt="2025-11-18T16:30:38.996" v="415" actId="9405"/>
          <ac:inkMkLst>
            <pc:docMk/>
            <pc:sldMk cId="1840459585" sldId="276"/>
            <ac:inkMk id="19" creationId="{0DA244E8-D237-D569-0767-1F6522B9F97E}"/>
          </ac:inkMkLst>
        </pc:inkChg>
        <pc:inkChg chg="add">
          <ac:chgData name="Oubayy Ahale" userId="298e17fb-e76b-4eb1-9a5c-0f5800761aa1" providerId="ADAL" clId="{5793E8B6-776E-4D51-94AA-D25AEA2DDEA0}" dt="2025-11-18T16:30:53.421" v="416" actId="9405"/>
          <ac:inkMkLst>
            <pc:docMk/>
            <pc:sldMk cId="1840459585" sldId="276"/>
            <ac:inkMk id="20" creationId="{A7B41E23-9AAD-72C4-F033-435C78591E5C}"/>
          </ac:inkMkLst>
        </pc:inkChg>
        <pc:inkChg chg="add">
          <ac:chgData name="Oubayy Ahale" userId="298e17fb-e76b-4eb1-9a5c-0f5800761aa1" providerId="ADAL" clId="{5793E8B6-776E-4D51-94AA-D25AEA2DDEA0}" dt="2025-11-18T16:30:56.538" v="417" actId="9405"/>
          <ac:inkMkLst>
            <pc:docMk/>
            <pc:sldMk cId="1840459585" sldId="276"/>
            <ac:inkMk id="21" creationId="{C378FC4F-F06D-BFC6-1CE1-3ECA31C6E0EC}"/>
          </ac:inkMkLst>
        </pc:inkChg>
        <pc:inkChg chg="add mod">
          <ac:chgData name="Oubayy Ahale" userId="298e17fb-e76b-4eb1-9a5c-0f5800761aa1" providerId="ADAL" clId="{5793E8B6-776E-4D51-94AA-D25AEA2DDEA0}" dt="2025-11-18T16:31:36.725" v="424"/>
          <ac:inkMkLst>
            <pc:docMk/>
            <pc:sldMk cId="1840459585" sldId="276"/>
            <ac:inkMk id="22" creationId="{DA5CE6B1-ED8F-8F1E-9C1A-5ED49A3A7CA1}"/>
          </ac:inkMkLst>
        </pc:inkChg>
        <pc:inkChg chg="add mod">
          <ac:chgData name="Oubayy Ahale" userId="298e17fb-e76b-4eb1-9a5c-0f5800761aa1" providerId="ADAL" clId="{5793E8B6-776E-4D51-94AA-D25AEA2DDEA0}" dt="2025-11-18T16:31:36.725" v="424"/>
          <ac:inkMkLst>
            <pc:docMk/>
            <pc:sldMk cId="1840459585" sldId="276"/>
            <ac:inkMk id="23" creationId="{BC54241E-6877-7B8A-52A7-FF51D95A3E1F}"/>
          </ac:inkMkLst>
        </pc:inkChg>
        <pc:inkChg chg="add mod">
          <ac:chgData name="Oubayy Ahale" userId="298e17fb-e76b-4eb1-9a5c-0f5800761aa1" providerId="ADAL" clId="{5793E8B6-776E-4D51-94AA-D25AEA2DDEA0}" dt="2025-11-18T16:31:36.725" v="424"/>
          <ac:inkMkLst>
            <pc:docMk/>
            <pc:sldMk cId="1840459585" sldId="276"/>
            <ac:inkMk id="24" creationId="{D60ACEC9-8207-F068-BD70-C75CBDAB3EEA}"/>
          </ac:inkMkLst>
        </pc:inkChg>
        <pc:inkChg chg="add mod">
          <ac:chgData name="Oubayy Ahale" userId="298e17fb-e76b-4eb1-9a5c-0f5800761aa1" providerId="ADAL" clId="{5793E8B6-776E-4D51-94AA-D25AEA2DDEA0}" dt="2025-11-18T16:31:36.725" v="424"/>
          <ac:inkMkLst>
            <pc:docMk/>
            <pc:sldMk cId="1840459585" sldId="276"/>
            <ac:inkMk id="26" creationId="{5DED9FAC-CE58-5964-60B0-0BC3FF383309}"/>
          </ac:inkMkLst>
        </pc:inkChg>
        <pc:inkChg chg="add mod">
          <ac:chgData name="Oubayy Ahale" userId="298e17fb-e76b-4eb1-9a5c-0f5800761aa1" providerId="ADAL" clId="{5793E8B6-776E-4D51-94AA-D25AEA2DDEA0}" dt="2025-11-18T16:31:36.725" v="424"/>
          <ac:inkMkLst>
            <pc:docMk/>
            <pc:sldMk cId="1840459585" sldId="276"/>
            <ac:inkMk id="27" creationId="{D4B9A3ED-CB55-D329-17CA-25BE2DD9BE20}"/>
          </ac:inkMkLst>
        </pc:inkChg>
        <pc:inkChg chg="add mod">
          <ac:chgData name="Oubayy Ahale" userId="298e17fb-e76b-4eb1-9a5c-0f5800761aa1" providerId="ADAL" clId="{5793E8B6-776E-4D51-94AA-D25AEA2DDEA0}" dt="2025-11-18T16:31:59.896" v="436"/>
          <ac:inkMkLst>
            <pc:docMk/>
            <pc:sldMk cId="1840459585" sldId="276"/>
            <ac:inkMk id="29" creationId="{F9FCFB73-FD2A-AF64-2668-4DBD25035488}"/>
          </ac:inkMkLst>
        </pc:inkChg>
        <pc:inkChg chg="add mod">
          <ac:chgData name="Oubayy Ahale" userId="298e17fb-e76b-4eb1-9a5c-0f5800761aa1" providerId="ADAL" clId="{5793E8B6-776E-4D51-94AA-D25AEA2DDEA0}" dt="2025-11-18T16:31:59.896" v="436"/>
          <ac:inkMkLst>
            <pc:docMk/>
            <pc:sldMk cId="1840459585" sldId="276"/>
            <ac:inkMk id="30" creationId="{0A6F9DBF-DD38-677E-B3B7-6D59990458AF}"/>
          </ac:inkMkLst>
        </pc:inkChg>
        <pc:inkChg chg="add mod">
          <ac:chgData name="Oubayy Ahale" userId="298e17fb-e76b-4eb1-9a5c-0f5800761aa1" providerId="ADAL" clId="{5793E8B6-776E-4D51-94AA-D25AEA2DDEA0}" dt="2025-11-18T16:31:59.896" v="436"/>
          <ac:inkMkLst>
            <pc:docMk/>
            <pc:sldMk cId="1840459585" sldId="276"/>
            <ac:inkMk id="31" creationId="{1896CC18-69E2-DC24-94DE-3D85AEB50D51}"/>
          </ac:inkMkLst>
        </pc:inkChg>
        <pc:inkChg chg="add mod">
          <ac:chgData name="Oubayy Ahale" userId="298e17fb-e76b-4eb1-9a5c-0f5800761aa1" providerId="ADAL" clId="{5793E8B6-776E-4D51-94AA-D25AEA2DDEA0}" dt="2025-11-18T16:31:59.896" v="436"/>
          <ac:inkMkLst>
            <pc:docMk/>
            <pc:sldMk cId="1840459585" sldId="276"/>
            <ac:inkMk id="32" creationId="{208F7181-C719-54BC-8A6F-BD968D2269D6}"/>
          </ac:inkMkLst>
        </pc:inkChg>
        <pc:inkChg chg="add mod">
          <ac:chgData name="Oubayy Ahale" userId="298e17fb-e76b-4eb1-9a5c-0f5800761aa1" providerId="ADAL" clId="{5793E8B6-776E-4D51-94AA-D25AEA2DDEA0}" dt="2025-11-18T16:31:59.896" v="436"/>
          <ac:inkMkLst>
            <pc:docMk/>
            <pc:sldMk cId="1840459585" sldId="276"/>
            <ac:inkMk id="34" creationId="{13E1037D-CDC6-9E50-8E26-FE22630BAA8B}"/>
          </ac:inkMkLst>
        </pc:inkChg>
        <pc:inkChg chg="add mod">
          <ac:chgData name="Oubayy Ahale" userId="298e17fb-e76b-4eb1-9a5c-0f5800761aa1" providerId="ADAL" clId="{5793E8B6-776E-4D51-94AA-D25AEA2DDEA0}" dt="2025-11-18T16:31:59.896" v="436"/>
          <ac:inkMkLst>
            <pc:docMk/>
            <pc:sldMk cId="1840459585" sldId="276"/>
            <ac:inkMk id="35" creationId="{88FEAC51-66BD-6F14-6656-1473644D3A39}"/>
          </ac:inkMkLst>
        </pc:inkChg>
        <pc:inkChg chg="add mod">
          <ac:chgData name="Oubayy Ahale" userId="298e17fb-e76b-4eb1-9a5c-0f5800761aa1" providerId="ADAL" clId="{5793E8B6-776E-4D51-94AA-D25AEA2DDEA0}" dt="2025-11-18T16:31:59.896" v="436"/>
          <ac:inkMkLst>
            <pc:docMk/>
            <pc:sldMk cId="1840459585" sldId="276"/>
            <ac:inkMk id="37" creationId="{40570994-1077-24B2-15B1-E3428AFF8AD4}"/>
          </ac:inkMkLst>
        </pc:inkChg>
        <pc:inkChg chg="add mod">
          <ac:chgData name="Oubayy Ahale" userId="298e17fb-e76b-4eb1-9a5c-0f5800761aa1" providerId="ADAL" clId="{5793E8B6-776E-4D51-94AA-D25AEA2DDEA0}" dt="2025-11-18T16:31:59.896" v="436"/>
          <ac:inkMkLst>
            <pc:docMk/>
            <pc:sldMk cId="1840459585" sldId="276"/>
            <ac:inkMk id="39" creationId="{A3FFBF88-9865-941F-BDF1-57F5788AB025}"/>
          </ac:inkMkLst>
        </pc:inkChg>
        <pc:inkChg chg="add mod">
          <ac:chgData name="Oubayy Ahale" userId="298e17fb-e76b-4eb1-9a5c-0f5800761aa1" providerId="ADAL" clId="{5793E8B6-776E-4D51-94AA-D25AEA2DDEA0}" dt="2025-11-18T16:35:21.860" v="472" actId="14100"/>
          <ac:inkMkLst>
            <pc:docMk/>
            <pc:sldMk cId="1840459585" sldId="276"/>
            <ac:inkMk id="41" creationId="{B13BF8FD-185D-1F46-8BCE-C7F2C9F809A3}"/>
          </ac:inkMkLst>
        </pc:inkChg>
        <pc:inkChg chg="add del mod">
          <ac:chgData name="Oubayy Ahale" userId="298e17fb-e76b-4eb1-9a5c-0f5800761aa1" providerId="ADAL" clId="{5793E8B6-776E-4D51-94AA-D25AEA2DDEA0}" dt="2025-11-18T16:32:08.529" v="440"/>
          <ac:inkMkLst>
            <pc:docMk/>
            <pc:sldMk cId="1840459585" sldId="276"/>
            <ac:inkMk id="42" creationId="{B766BBC6-3C53-10AA-0ACA-B14735804481}"/>
          </ac:inkMkLst>
        </pc:inkChg>
        <pc:inkChg chg="add mod">
          <ac:chgData name="Oubayy Ahale" userId="298e17fb-e76b-4eb1-9a5c-0f5800761aa1" providerId="ADAL" clId="{5793E8B6-776E-4D51-94AA-D25AEA2DDEA0}" dt="2025-11-18T16:32:11.983" v="443"/>
          <ac:inkMkLst>
            <pc:docMk/>
            <pc:sldMk cId="1840459585" sldId="276"/>
            <ac:inkMk id="44" creationId="{18AA8081-1357-C4B1-5A15-4951CEC5F988}"/>
          </ac:inkMkLst>
        </pc:inkChg>
        <pc:inkChg chg="add mod">
          <ac:chgData name="Oubayy Ahale" userId="298e17fb-e76b-4eb1-9a5c-0f5800761aa1" providerId="ADAL" clId="{5793E8B6-776E-4D51-94AA-D25AEA2DDEA0}" dt="2025-11-18T16:32:11.983" v="443"/>
          <ac:inkMkLst>
            <pc:docMk/>
            <pc:sldMk cId="1840459585" sldId="276"/>
            <ac:inkMk id="45" creationId="{0F7525B8-6123-3A09-D375-D676A75E53F8}"/>
          </ac:inkMkLst>
        </pc:inkChg>
        <pc:inkChg chg="add mod">
          <ac:chgData name="Oubayy Ahale" userId="298e17fb-e76b-4eb1-9a5c-0f5800761aa1" providerId="ADAL" clId="{5793E8B6-776E-4D51-94AA-D25AEA2DDEA0}" dt="2025-11-18T16:35:21.860" v="472" actId="14100"/>
          <ac:inkMkLst>
            <pc:docMk/>
            <pc:sldMk cId="1840459585" sldId="276"/>
            <ac:inkMk id="47" creationId="{1D427C2C-0A2D-9AA9-C595-83E7725B9BB4}"/>
          </ac:inkMkLst>
        </pc:inkChg>
        <pc:inkChg chg="add mod">
          <ac:chgData name="Oubayy Ahale" userId="298e17fb-e76b-4eb1-9a5c-0f5800761aa1" providerId="ADAL" clId="{5793E8B6-776E-4D51-94AA-D25AEA2DDEA0}" dt="2025-11-18T16:35:21.860" v="472" actId="14100"/>
          <ac:inkMkLst>
            <pc:docMk/>
            <pc:sldMk cId="1840459585" sldId="276"/>
            <ac:inkMk id="48" creationId="{D0CBFC36-B83F-4E0F-E4CD-28F259009FE3}"/>
          </ac:inkMkLst>
        </pc:inkChg>
        <pc:inkChg chg="mod">
          <ac:chgData name="Oubayy Ahale" userId="298e17fb-e76b-4eb1-9a5c-0f5800761aa1" providerId="ADAL" clId="{5793E8B6-776E-4D51-94AA-D25AEA2DDEA0}" dt="2025-11-18T16:35:28.621" v="475" actId="1076"/>
          <ac:inkMkLst>
            <pc:docMk/>
            <pc:sldMk cId="1840459585" sldId="276"/>
            <ac:inkMk id="50" creationId="{B1F612A9-B706-0F2F-A166-F707FE296476}"/>
          </ac:inkMkLst>
        </pc:inkChg>
        <pc:inkChg chg="mod">
          <ac:chgData name="Oubayy Ahale" userId="298e17fb-e76b-4eb1-9a5c-0f5800761aa1" providerId="ADAL" clId="{5793E8B6-776E-4D51-94AA-D25AEA2DDEA0}" dt="2025-11-18T16:35:28.621" v="475" actId="1076"/>
          <ac:inkMkLst>
            <pc:docMk/>
            <pc:sldMk cId="1840459585" sldId="276"/>
            <ac:inkMk id="51" creationId="{CBD83E57-65E0-3816-9C91-B03C566AC667}"/>
          </ac:inkMkLst>
        </pc:inkChg>
        <pc:inkChg chg="add mod">
          <ac:chgData name="Oubayy Ahale" userId="298e17fb-e76b-4eb1-9a5c-0f5800761aa1" providerId="ADAL" clId="{5793E8B6-776E-4D51-94AA-D25AEA2DDEA0}" dt="2025-11-18T16:35:24.081" v="473"/>
          <ac:inkMkLst>
            <pc:docMk/>
            <pc:sldMk cId="1840459585" sldId="276"/>
            <ac:inkMk id="55" creationId="{44870CE7-7A4B-20AD-6C8D-79AB608E8F12}"/>
          </ac:inkMkLst>
        </pc:inkChg>
        <pc:inkChg chg="mod">
          <ac:chgData name="Oubayy Ahale" userId="298e17fb-e76b-4eb1-9a5c-0f5800761aa1" providerId="ADAL" clId="{5793E8B6-776E-4D51-94AA-D25AEA2DDEA0}" dt="2025-11-18T16:35:28.621" v="475" actId="1076"/>
          <ac:inkMkLst>
            <pc:docMk/>
            <pc:sldMk cId="1840459585" sldId="276"/>
            <ac:inkMk id="58" creationId="{9047DACB-E05B-D82C-6706-9C587A74F635}"/>
          </ac:inkMkLst>
        </pc:inkChg>
        <pc:inkChg chg="mod">
          <ac:chgData name="Oubayy Ahale" userId="298e17fb-e76b-4eb1-9a5c-0f5800761aa1" providerId="ADAL" clId="{5793E8B6-776E-4D51-94AA-D25AEA2DDEA0}" dt="2025-11-18T16:35:28.621" v="475" actId="1076"/>
          <ac:inkMkLst>
            <pc:docMk/>
            <pc:sldMk cId="1840459585" sldId="276"/>
            <ac:inkMk id="61" creationId="{A631A309-F4C9-AFC7-567B-8A59F68AFF04}"/>
          </ac:inkMkLst>
        </pc:inkChg>
        <pc:inkChg chg="add mod">
          <ac:chgData name="Oubayy Ahale" userId="298e17fb-e76b-4eb1-9a5c-0f5800761aa1" providerId="ADAL" clId="{5793E8B6-776E-4D51-94AA-D25AEA2DDEA0}" dt="2025-11-18T16:35:24.081" v="473"/>
          <ac:inkMkLst>
            <pc:docMk/>
            <pc:sldMk cId="1840459585" sldId="276"/>
            <ac:inkMk id="62" creationId="{CF02B731-01AB-D8D2-CB2F-A301ADFFE30E}"/>
          </ac:inkMkLst>
        </pc:inkChg>
        <pc:inkChg chg="mod">
          <ac:chgData name="Oubayy Ahale" userId="298e17fb-e76b-4eb1-9a5c-0f5800761aa1" providerId="ADAL" clId="{5793E8B6-776E-4D51-94AA-D25AEA2DDEA0}" dt="2025-11-18T16:35:28.621" v="475" actId="1076"/>
          <ac:inkMkLst>
            <pc:docMk/>
            <pc:sldMk cId="1840459585" sldId="276"/>
            <ac:inkMk id="63" creationId="{8A7E0E32-6A7E-E68F-8A32-8DF10D609A84}"/>
          </ac:inkMkLst>
        </pc:inkChg>
        <pc:inkChg chg="mod">
          <ac:chgData name="Oubayy Ahale" userId="298e17fb-e76b-4eb1-9a5c-0f5800761aa1" providerId="ADAL" clId="{5793E8B6-776E-4D51-94AA-D25AEA2DDEA0}" dt="2025-11-18T16:35:24.081" v="473"/>
          <ac:inkMkLst>
            <pc:docMk/>
            <pc:sldMk cId="1840459585" sldId="276"/>
            <ac:inkMk id="67" creationId="{0C4B1A35-7688-F812-45BA-0C47B1A845BD}"/>
          </ac:inkMkLst>
        </pc:inkChg>
        <pc:inkChg chg="add mod">
          <ac:chgData name="Oubayy Ahale" userId="298e17fb-e76b-4eb1-9a5c-0f5800761aa1" providerId="ADAL" clId="{5793E8B6-776E-4D51-94AA-D25AEA2DDEA0}" dt="2025-11-18T16:35:24.081" v="473"/>
          <ac:inkMkLst>
            <pc:docMk/>
            <pc:sldMk cId="1840459585" sldId="276"/>
            <ac:inkMk id="78" creationId="{A7C88113-E02C-F0E6-8A0B-726158869530}"/>
          </ac:inkMkLst>
        </pc:inkChg>
        <pc:inkChg chg="mod">
          <ac:chgData name="Oubayy Ahale" userId="298e17fb-e76b-4eb1-9a5c-0f5800761aa1" providerId="ADAL" clId="{5793E8B6-776E-4D51-94AA-D25AEA2DDEA0}" dt="2025-11-18T16:35:24.081" v="473"/>
          <ac:inkMkLst>
            <pc:docMk/>
            <pc:sldMk cId="1840459585" sldId="276"/>
            <ac:inkMk id="80" creationId="{ECEAED4E-6AED-426D-996F-274AA1DB5DB2}"/>
          </ac:inkMkLst>
        </pc:inkChg>
        <pc:inkChg chg="add mod">
          <ac:chgData name="Oubayy Ahale" userId="298e17fb-e76b-4eb1-9a5c-0f5800761aa1" providerId="ADAL" clId="{5793E8B6-776E-4D51-94AA-D25AEA2DDEA0}" dt="2025-11-18T16:41:44.266" v="505"/>
          <ac:inkMkLst>
            <pc:docMk/>
            <pc:sldMk cId="1840459585" sldId="276"/>
            <ac:inkMk id="85" creationId="{D14E4B3E-D0BA-DFFF-F8EE-4F5AB82B39E7}"/>
          </ac:inkMkLst>
        </pc:inkChg>
        <pc:inkChg chg="add mod">
          <ac:chgData name="Oubayy Ahale" userId="298e17fb-e76b-4eb1-9a5c-0f5800761aa1" providerId="ADAL" clId="{5793E8B6-776E-4D51-94AA-D25AEA2DDEA0}" dt="2025-11-18T16:41:44.266" v="505"/>
          <ac:inkMkLst>
            <pc:docMk/>
            <pc:sldMk cId="1840459585" sldId="276"/>
            <ac:inkMk id="86" creationId="{6DD2B6E8-1720-DD61-313F-5707BFCC1744}"/>
          </ac:inkMkLst>
        </pc:inkChg>
        <pc:inkChg chg="add mod">
          <ac:chgData name="Oubayy Ahale" userId="298e17fb-e76b-4eb1-9a5c-0f5800761aa1" providerId="ADAL" clId="{5793E8B6-776E-4D51-94AA-D25AEA2DDEA0}" dt="2025-11-18T16:46:18.144" v="612"/>
          <ac:inkMkLst>
            <pc:docMk/>
            <pc:sldMk cId="1840459585" sldId="276"/>
            <ac:inkMk id="88" creationId="{4F3B6852-3085-9F16-191F-FD7DA1810412}"/>
          </ac:inkMkLst>
        </pc:inkChg>
        <pc:inkChg chg="add mod">
          <ac:chgData name="Oubayy Ahale" userId="298e17fb-e76b-4eb1-9a5c-0f5800761aa1" providerId="ADAL" clId="{5793E8B6-776E-4D51-94AA-D25AEA2DDEA0}" dt="2025-11-18T16:46:18.144" v="612"/>
          <ac:inkMkLst>
            <pc:docMk/>
            <pc:sldMk cId="1840459585" sldId="276"/>
            <ac:inkMk id="89" creationId="{1B425271-1DA9-ABC8-7E9F-52BB7D15D99E}"/>
          </ac:inkMkLst>
        </pc:inkChg>
      </pc:sldChg>
      <pc:sldChg chg="modSp mod">
        <pc:chgData name="Oubayy Ahale" userId="298e17fb-e76b-4eb1-9a5c-0f5800761aa1" providerId="ADAL" clId="{5793E8B6-776E-4D51-94AA-D25AEA2DDEA0}" dt="2025-11-18T16:26:05.107" v="397" actId="207"/>
        <pc:sldMkLst>
          <pc:docMk/>
          <pc:sldMk cId="2966241502" sldId="277"/>
        </pc:sldMkLst>
        <pc:spChg chg="mod">
          <ac:chgData name="Oubayy Ahale" userId="298e17fb-e76b-4eb1-9a5c-0f5800761aa1" providerId="ADAL" clId="{5793E8B6-776E-4D51-94AA-D25AEA2DDEA0}" dt="2025-11-18T16:26:05.107" v="397" actId="207"/>
          <ac:spMkLst>
            <pc:docMk/>
            <pc:sldMk cId="2966241502" sldId="277"/>
            <ac:spMk id="7" creationId="{5DA6786E-D2BD-BE83-6573-200B12D4F40C}"/>
          </ac:spMkLst>
        </pc:spChg>
      </pc:sldChg>
      <pc:sldChg chg="modSp mod">
        <pc:chgData name="Oubayy Ahale" userId="298e17fb-e76b-4eb1-9a5c-0f5800761aa1" providerId="ADAL" clId="{5793E8B6-776E-4D51-94AA-D25AEA2DDEA0}" dt="2025-11-18T10:39:26.878" v="136" actId="5793"/>
        <pc:sldMkLst>
          <pc:docMk/>
          <pc:sldMk cId="1425097587" sldId="281"/>
        </pc:sldMkLst>
        <pc:spChg chg="mod">
          <ac:chgData name="Oubayy Ahale" userId="298e17fb-e76b-4eb1-9a5c-0f5800761aa1" providerId="ADAL" clId="{5793E8B6-776E-4D51-94AA-D25AEA2DDEA0}" dt="2025-11-18T10:39:26.878" v="136" actId="5793"/>
          <ac:spMkLst>
            <pc:docMk/>
            <pc:sldMk cId="1425097587" sldId="281"/>
            <ac:spMk id="7" creationId="{AE2D67A7-133B-DCEB-CD40-D697A95A34F2}"/>
          </ac:spMkLst>
        </pc:spChg>
      </pc:sldChg>
      <pc:sldChg chg="modSp mod">
        <pc:chgData name="Oubayy Ahale" userId="298e17fb-e76b-4eb1-9a5c-0f5800761aa1" providerId="ADAL" clId="{5793E8B6-776E-4D51-94AA-D25AEA2DDEA0}" dt="2025-11-18T10:44:31.253" v="162" actId="20577"/>
        <pc:sldMkLst>
          <pc:docMk/>
          <pc:sldMk cId="3146462481" sldId="283"/>
        </pc:sldMkLst>
        <pc:spChg chg="mod">
          <ac:chgData name="Oubayy Ahale" userId="298e17fb-e76b-4eb1-9a5c-0f5800761aa1" providerId="ADAL" clId="{5793E8B6-776E-4D51-94AA-D25AEA2DDEA0}" dt="2025-11-18T10:44:31.253" v="162" actId="20577"/>
          <ac:spMkLst>
            <pc:docMk/>
            <pc:sldMk cId="3146462481" sldId="283"/>
            <ac:spMk id="7" creationId="{DCF5B626-B648-DACD-DAF9-F4A0CAB668D1}"/>
          </ac:spMkLst>
        </pc:spChg>
      </pc:sldChg>
      <pc:sldChg chg="modSp mod">
        <pc:chgData name="Oubayy Ahale" userId="298e17fb-e76b-4eb1-9a5c-0f5800761aa1" providerId="ADAL" clId="{5793E8B6-776E-4D51-94AA-D25AEA2DDEA0}" dt="2025-11-18T10:41:17.058" v="138" actId="5793"/>
        <pc:sldMkLst>
          <pc:docMk/>
          <pc:sldMk cId="2971558171" sldId="284"/>
        </pc:sldMkLst>
        <pc:spChg chg="mod">
          <ac:chgData name="Oubayy Ahale" userId="298e17fb-e76b-4eb1-9a5c-0f5800761aa1" providerId="ADAL" clId="{5793E8B6-776E-4D51-94AA-D25AEA2DDEA0}" dt="2025-11-18T10:41:17.058" v="138" actId="5793"/>
          <ac:spMkLst>
            <pc:docMk/>
            <pc:sldMk cId="2971558171" sldId="284"/>
            <ac:spMk id="7" creationId="{F72546A3-1CFF-3E9D-2322-C52215325106}"/>
          </ac:spMkLst>
        </pc:spChg>
      </pc:sldChg>
      <pc:sldChg chg="addSp delSp modSp mod">
        <pc:chgData name="Oubayy Ahale" userId="298e17fb-e76b-4eb1-9a5c-0f5800761aa1" providerId="ADAL" clId="{5793E8B6-776E-4D51-94AA-D25AEA2DDEA0}" dt="2025-11-18T17:43:15.867" v="725"/>
        <pc:sldMkLst>
          <pc:docMk/>
          <pc:sldMk cId="1865226292" sldId="285"/>
        </pc:sldMkLst>
        <pc:grpChg chg="del mod">
          <ac:chgData name="Oubayy Ahale" userId="298e17fb-e76b-4eb1-9a5c-0f5800761aa1" providerId="ADAL" clId="{5793E8B6-776E-4D51-94AA-D25AEA2DDEA0}" dt="2025-11-18T17:43:00.740" v="704"/>
          <ac:grpSpMkLst>
            <pc:docMk/>
            <pc:sldMk cId="1865226292" sldId="285"/>
            <ac:grpSpMk id="8" creationId="{3C82555A-925C-10DF-6F6A-6B9D536DD922}"/>
          </ac:grpSpMkLst>
        </pc:grpChg>
        <pc:grpChg chg="del mod">
          <ac:chgData name="Oubayy Ahale" userId="298e17fb-e76b-4eb1-9a5c-0f5800761aa1" providerId="ADAL" clId="{5793E8B6-776E-4D51-94AA-D25AEA2DDEA0}" dt="2025-11-18T17:43:06.464" v="713"/>
          <ac:grpSpMkLst>
            <pc:docMk/>
            <pc:sldMk cId="1865226292" sldId="285"/>
            <ac:grpSpMk id="22" creationId="{916F15EA-83D0-8CD0-1500-16D5DB7ACACE}"/>
          </ac:grpSpMkLst>
        </pc:grpChg>
        <pc:grpChg chg="del mod">
          <ac:chgData name="Oubayy Ahale" userId="298e17fb-e76b-4eb1-9a5c-0f5800761aa1" providerId="ADAL" clId="{5793E8B6-776E-4D51-94AA-D25AEA2DDEA0}" dt="2025-11-18T17:43:12.080" v="720"/>
          <ac:grpSpMkLst>
            <pc:docMk/>
            <pc:sldMk cId="1865226292" sldId="285"/>
            <ac:grpSpMk id="27" creationId="{530B1A49-B6E7-6DFC-6572-91A139378D54}"/>
          </ac:grpSpMkLst>
        </pc:grpChg>
        <pc:grpChg chg="mod">
          <ac:chgData name="Oubayy Ahale" userId="298e17fb-e76b-4eb1-9a5c-0f5800761aa1" providerId="ADAL" clId="{5793E8B6-776E-4D51-94AA-D25AEA2DDEA0}" dt="2025-11-18T17:43:15.867" v="725"/>
          <ac:grpSpMkLst>
            <pc:docMk/>
            <pc:sldMk cId="1865226292" sldId="285"/>
            <ac:grpSpMk id="31" creationId="{A6175EAB-3B7E-F707-04BC-B8F55742A98A}"/>
          </ac:grpSpMkLst>
        </pc:grpChg>
        <pc:graphicFrameChg chg="modGraphic">
          <ac:chgData name="Oubayy Ahale" userId="298e17fb-e76b-4eb1-9a5c-0f5800761aa1" providerId="ADAL" clId="{5793E8B6-776E-4D51-94AA-D25AEA2DDEA0}" dt="2025-11-18T17:42:04.500" v="698" actId="207"/>
          <ac:graphicFrameMkLst>
            <pc:docMk/>
            <pc:sldMk cId="1865226292" sldId="285"/>
            <ac:graphicFrameMk id="15" creationId="{E723E6EA-155F-3E37-F732-84C99C70937D}"/>
          </ac:graphicFrameMkLst>
        </pc:graphicFrameChg>
        <pc:inkChg chg="add del mod">
          <ac:chgData name="Oubayy Ahale" userId="298e17fb-e76b-4eb1-9a5c-0f5800761aa1" providerId="ADAL" clId="{5793E8B6-776E-4D51-94AA-D25AEA2DDEA0}" dt="2025-11-18T17:43:00.740" v="704"/>
          <ac:inkMkLst>
            <pc:docMk/>
            <pc:sldMk cId="1865226292" sldId="285"/>
            <ac:inkMk id="2" creationId="{2F761734-6B1F-5D44-3D17-13600668C74B}"/>
          </ac:inkMkLst>
        </pc:inkChg>
        <pc:inkChg chg="add del mod">
          <ac:chgData name="Oubayy Ahale" userId="298e17fb-e76b-4eb1-9a5c-0f5800761aa1" providerId="ADAL" clId="{5793E8B6-776E-4D51-94AA-D25AEA2DDEA0}" dt="2025-11-18T17:43:00.745" v="705"/>
          <ac:inkMkLst>
            <pc:docMk/>
            <pc:sldMk cId="1865226292" sldId="285"/>
            <ac:inkMk id="4" creationId="{F9539E37-9B42-4EF9-C8F5-C410A15623EA}"/>
          </ac:inkMkLst>
        </pc:inkChg>
        <pc:inkChg chg="add del mod">
          <ac:chgData name="Oubayy Ahale" userId="298e17fb-e76b-4eb1-9a5c-0f5800761aa1" providerId="ADAL" clId="{5793E8B6-776E-4D51-94AA-D25AEA2DDEA0}" dt="2025-11-18T17:43:00.738" v="703"/>
          <ac:inkMkLst>
            <pc:docMk/>
            <pc:sldMk cId="1865226292" sldId="285"/>
            <ac:inkMk id="7" creationId="{EFE655FA-360C-A86E-8984-D902F7E77B07}"/>
          </ac:inkMkLst>
        </pc:inkChg>
        <pc:inkChg chg="add del mod">
          <ac:chgData name="Oubayy Ahale" userId="298e17fb-e76b-4eb1-9a5c-0f5800761aa1" providerId="ADAL" clId="{5793E8B6-776E-4D51-94AA-D25AEA2DDEA0}" dt="2025-11-18T17:43:06.464" v="713"/>
          <ac:inkMkLst>
            <pc:docMk/>
            <pc:sldMk cId="1865226292" sldId="285"/>
            <ac:inkMk id="11" creationId="{F6046831-D8D1-48F8-DAB5-0868D5DAB4C3}"/>
          </ac:inkMkLst>
        </pc:inkChg>
        <pc:inkChg chg="add del mod">
          <ac:chgData name="Oubayy Ahale" userId="298e17fb-e76b-4eb1-9a5c-0f5800761aa1" providerId="ADAL" clId="{5793E8B6-776E-4D51-94AA-D25AEA2DDEA0}" dt="2025-11-18T17:43:06.464" v="712"/>
          <ac:inkMkLst>
            <pc:docMk/>
            <pc:sldMk cId="1865226292" sldId="285"/>
            <ac:inkMk id="12" creationId="{3E33A5B8-C6AB-CC22-147B-246DC56B9171}"/>
          </ac:inkMkLst>
        </pc:inkChg>
        <pc:inkChg chg="add del mod">
          <ac:chgData name="Oubayy Ahale" userId="298e17fb-e76b-4eb1-9a5c-0f5800761aa1" providerId="ADAL" clId="{5793E8B6-776E-4D51-94AA-D25AEA2DDEA0}" dt="2025-11-18T17:43:07.706" v="714"/>
          <ac:inkMkLst>
            <pc:docMk/>
            <pc:sldMk cId="1865226292" sldId="285"/>
            <ac:inkMk id="14" creationId="{2659E296-364D-BE8B-4827-F3F2AB3B1DAE}"/>
          </ac:inkMkLst>
        </pc:inkChg>
        <pc:inkChg chg="add del mod">
          <ac:chgData name="Oubayy Ahale" userId="298e17fb-e76b-4eb1-9a5c-0f5800761aa1" providerId="ADAL" clId="{5793E8B6-776E-4D51-94AA-D25AEA2DDEA0}" dt="2025-11-18T17:43:06.464" v="711"/>
          <ac:inkMkLst>
            <pc:docMk/>
            <pc:sldMk cId="1865226292" sldId="285"/>
            <ac:inkMk id="20" creationId="{8D587FF9-03C8-8B1D-C316-1D36A549F759}"/>
          </ac:inkMkLst>
        </pc:inkChg>
        <pc:inkChg chg="add del mod">
          <ac:chgData name="Oubayy Ahale" userId="298e17fb-e76b-4eb1-9a5c-0f5800761aa1" providerId="ADAL" clId="{5793E8B6-776E-4D51-94AA-D25AEA2DDEA0}" dt="2025-11-18T17:43:12.080" v="719"/>
          <ac:inkMkLst>
            <pc:docMk/>
            <pc:sldMk cId="1865226292" sldId="285"/>
            <ac:inkMk id="24" creationId="{6D308F2C-8B5B-B053-9B02-64AD2FB39D36}"/>
          </ac:inkMkLst>
        </pc:inkChg>
        <pc:inkChg chg="add del mod">
          <ac:chgData name="Oubayy Ahale" userId="298e17fb-e76b-4eb1-9a5c-0f5800761aa1" providerId="ADAL" clId="{5793E8B6-776E-4D51-94AA-D25AEA2DDEA0}" dt="2025-11-18T17:43:12.080" v="720"/>
          <ac:inkMkLst>
            <pc:docMk/>
            <pc:sldMk cId="1865226292" sldId="285"/>
            <ac:inkMk id="25" creationId="{508BA804-9413-30F2-55B3-C3F012017843}"/>
          </ac:inkMkLst>
        </pc:inkChg>
        <pc:inkChg chg="add del mod">
          <ac:chgData name="Oubayy Ahale" userId="298e17fb-e76b-4eb1-9a5c-0f5800761aa1" providerId="ADAL" clId="{5793E8B6-776E-4D51-94AA-D25AEA2DDEA0}" dt="2025-11-18T17:43:12.087" v="721"/>
          <ac:inkMkLst>
            <pc:docMk/>
            <pc:sldMk cId="1865226292" sldId="285"/>
            <ac:inkMk id="26" creationId="{5E495D23-BA21-6FC4-22EB-1D5D7B2A47B2}"/>
          </ac:inkMkLst>
        </pc:inkChg>
        <pc:inkChg chg="add mod">
          <ac:chgData name="Oubayy Ahale" userId="298e17fb-e76b-4eb1-9a5c-0f5800761aa1" providerId="ADAL" clId="{5793E8B6-776E-4D51-94AA-D25AEA2DDEA0}" dt="2025-11-18T17:43:15.867" v="725"/>
          <ac:inkMkLst>
            <pc:docMk/>
            <pc:sldMk cId="1865226292" sldId="285"/>
            <ac:inkMk id="28" creationId="{4B15140B-235D-122E-C87A-9326512955AF}"/>
          </ac:inkMkLst>
        </pc:inkChg>
        <pc:inkChg chg="add mod">
          <ac:chgData name="Oubayy Ahale" userId="298e17fb-e76b-4eb1-9a5c-0f5800761aa1" providerId="ADAL" clId="{5793E8B6-776E-4D51-94AA-D25AEA2DDEA0}" dt="2025-11-18T17:43:15.867" v="725"/>
          <ac:inkMkLst>
            <pc:docMk/>
            <pc:sldMk cId="1865226292" sldId="285"/>
            <ac:inkMk id="29" creationId="{4CAABCAC-501E-F79A-28ED-088EB4D4A455}"/>
          </ac:inkMkLst>
        </pc:inkChg>
        <pc:inkChg chg="add mod">
          <ac:chgData name="Oubayy Ahale" userId="298e17fb-e76b-4eb1-9a5c-0f5800761aa1" providerId="ADAL" clId="{5793E8B6-776E-4D51-94AA-D25AEA2DDEA0}" dt="2025-11-18T17:43:15.867" v="725"/>
          <ac:inkMkLst>
            <pc:docMk/>
            <pc:sldMk cId="1865226292" sldId="285"/>
            <ac:inkMk id="30" creationId="{B86E84C7-1A7A-1E9D-4405-94EC3BDA6504}"/>
          </ac:inkMkLst>
        </pc:inkChg>
      </pc:sldChg>
      <pc:sldChg chg="modSp mod">
        <pc:chgData name="Oubayy Ahale" userId="298e17fb-e76b-4eb1-9a5c-0f5800761aa1" providerId="ADAL" clId="{5793E8B6-776E-4D51-94AA-D25AEA2DDEA0}" dt="2025-11-18T16:26:54.504" v="398" actId="207"/>
        <pc:sldMkLst>
          <pc:docMk/>
          <pc:sldMk cId="1571201900" sldId="286"/>
        </pc:sldMkLst>
        <pc:spChg chg="mod">
          <ac:chgData name="Oubayy Ahale" userId="298e17fb-e76b-4eb1-9a5c-0f5800761aa1" providerId="ADAL" clId="{5793E8B6-776E-4D51-94AA-D25AEA2DDEA0}" dt="2025-11-18T16:26:54.504" v="398" actId="207"/>
          <ac:spMkLst>
            <pc:docMk/>
            <pc:sldMk cId="1571201900" sldId="286"/>
            <ac:spMk id="7" creationId="{1D425DEC-A3FB-FC25-8E95-B78087BFA2FC}"/>
          </ac:spMkLst>
        </pc:spChg>
      </pc:sldChg>
      <pc:sldChg chg="modSp mod">
        <pc:chgData name="Oubayy Ahale" userId="298e17fb-e76b-4eb1-9a5c-0f5800761aa1" providerId="ADAL" clId="{5793E8B6-776E-4D51-94AA-D25AEA2DDEA0}" dt="2025-11-18T16:28:01.729" v="400" actId="207"/>
        <pc:sldMkLst>
          <pc:docMk/>
          <pc:sldMk cId="992201169" sldId="287"/>
        </pc:sldMkLst>
        <pc:spChg chg="mod">
          <ac:chgData name="Oubayy Ahale" userId="298e17fb-e76b-4eb1-9a5c-0f5800761aa1" providerId="ADAL" clId="{5793E8B6-776E-4D51-94AA-D25AEA2DDEA0}" dt="2025-11-18T16:28:01.729" v="400" actId="207"/>
          <ac:spMkLst>
            <pc:docMk/>
            <pc:sldMk cId="992201169" sldId="287"/>
            <ac:spMk id="7" creationId="{A7886304-96CC-7914-B578-B88D7542E8AB}"/>
          </ac:spMkLst>
        </pc:spChg>
      </pc:sldChg>
      <pc:sldChg chg="addSp delSp modSp mod">
        <pc:chgData name="Oubayy Ahale" userId="298e17fb-e76b-4eb1-9a5c-0f5800761aa1" providerId="ADAL" clId="{5793E8B6-776E-4D51-94AA-D25AEA2DDEA0}" dt="2025-11-18T16:46:07.275" v="606"/>
        <pc:sldMkLst>
          <pc:docMk/>
          <pc:sldMk cId="1908241514" sldId="288"/>
        </pc:sldMkLst>
        <pc:grpChg chg="del mod">
          <ac:chgData name="Oubayy Ahale" userId="298e17fb-e76b-4eb1-9a5c-0f5800761aa1" providerId="ADAL" clId="{5793E8B6-776E-4D51-94AA-D25AEA2DDEA0}" dt="2025-11-18T16:46:07.275" v="606"/>
          <ac:grpSpMkLst>
            <pc:docMk/>
            <pc:sldMk cId="1908241514" sldId="288"/>
            <ac:grpSpMk id="10" creationId="{C42B4E2B-F464-9473-542C-BB8E05EAA84A}"/>
          </ac:grpSpMkLst>
        </pc:grpChg>
        <pc:grpChg chg="mod">
          <ac:chgData name="Oubayy Ahale" userId="298e17fb-e76b-4eb1-9a5c-0f5800761aa1" providerId="ADAL" clId="{5793E8B6-776E-4D51-94AA-D25AEA2DDEA0}" dt="2025-11-18T16:46:07.275" v="606"/>
          <ac:grpSpMkLst>
            <pc:docMk/>
            <pc:sldMk cId="1908241514" sldId="288"/>
            <ac:grpSpMk id="13" creationId="{19E2EC90-486F-4B6B-023D-7B4FF36C363B}"/>
          </ac:grpSpMkLst>
        </pc:grpChg>
        <pc:picChg chg="add mod">
          <ac:chgData name="Oubayy Ahale" userId="298e17fb-e76b-4eb1-9a5c-0f5800761aa1" providerId="ADAL" clId="{5793E8B6-776E-4D51-94AA-D25AEA2DDEA0}" dt="2025-11-18T16:34:27.975" v="461" actId="1076"/>
          <ac:picMkLst>
            <pc:docMk/>
            <pc:sldMk cId="1908241514" sldId="288"/>
            <ac:picMk id="2" creationId="{DD2F32BE-538E-458D-1FA1-FDE836755F86}"/>
          </ac:picMkLst>
        </pc:picChg>
        <pc:picChg chg="del">
          <ac:chgData name="Oubayy Ahale" userId="298e17fb-e76b-4eb1-9a5c-0f5800761aa1" providerId="ADAL" clId="{5793E8B6-776E-4D51-94AA-D25AEA2DDEA0}" dt="2025-11-18T16:33:07.343" v="448" actId="478"/>
          <ac:picMkLst>
            <pc:docMk/>
            <pc:sldMk cId="1908241514" sldId="288"/>
            <ac:picMk id="4" creationId="{E509AC86-05FB-5153-ACAC-E00BA13108A5}"/>
          </ac:picMkLst>
        </pc:picChg>
        <pc:inkChg chg="add mod">
          <ac:chgData name="Oubayy Ahale" userId="298e17fb-e76b-4eb1-9a5c-0f5800761aa1" providerId="ADAL" clId="{5793E8B6-776E-4D51-94AA-D25AEA2DDEA0}" dt="2025-11-18T16:46:07.275" v="606"/>
          <ac:inkMkLst>
            <pc:docMk/>
            <pc:sldMk cId="1908241514" sldId="288"/>
            <ac:inkMk id="5" creationId="{F0AA1A47-BB32-D614-B8EA-EC46D54729E8}"/>
          </ac:inkMkLst>
        </pc:inkChg>
        <pc:inkChg chg="add mod">
          <ac:chgData name="Oubayy Ahale" userId="298e17fb-e76b-4eb1-9a5c-0f5800761aa1" providerId="ADAL" clId="{5793E8B6-776E-4D51-94AA-D25AEA2DDEA0}" dt="2025-11-18T16:46:07.275" v="606"/>
          <ac:inkMkLst>
            <pc:docMk/>
            <pc:sldMk cId="1908241514" sldId="288"/>
            <ac:inkMk id="7" creationId="{D3FCB8CF-FD16-471E-951A-58A3F42200C1}"/>
          </ac:inkMkLst>
        </pc:inkChg>
        <pc:inkChg chg="add mod">
          <ac:chgData name="Oubayy Ahale" userId="298e17fb-e76b-4eb1-9a5c-0f5800761aa1" providerId="ADAL" clId="{5793E8B6-776E-4D51-94AA-D25AEA2DDEA0}" dt="2025-11-18T16:46:07.275" v="606"/>
          <ac:inkMkLst>
            <pc:docMk/>
            <pc:sldMk cId="1908241514" sldId="288"/>
            <ac:inkMk id="8" creationId="{F04C75EE-7112-9AB6-77D5-243D3F4F3A14}"/>
          </ac:inkMkLst>
        </pc:inkChg>
        <pc:inkChg chg="add">
          <ac:chgData name="Oubayy Ahale" userId="298e17fb-e76b-4eb1-9a5c-0f5800761aa1" providerId="ADAL" clId="{5793E8B6-776E-4D51-94AA-D25AEA2DDEA0}" dt="2025-11-18T16:41:36.281" v="500" actId="9405"/>
          <ac:inkMkLst>
            <pc:docMk/>
            <pc:sldMk cId="1908241514" sldId="288"/>
            <ac:inkMk id="9" creationId="{06DEB320-C560-E89C-9F17-D4C6096B402A}"/>
          </ac:inkMkLst>
        </pc:inkChg>
        <pc:inkChg chg="add mod">
          <ac:chgData name="Oubayy Ahale" userId="298e17fb-e76b-4eb1-9a5c-0f5800761aa1" providerId="ADAL" clId="{5793E8B6-776E-4D51-94AA-D25AEA2DDEA0}" dt="2025-11-18T16:46:07.275" v="606"/>
          <ac:inkMkLst>
            <pc:docMk/>
            <pc:sldMk cId="1908241514" sldId="288"/>
            <ac:inkMk id="11" creationId="{ACA3A4F7-E651-B231-CB80-41B7500A5932}"/>
          </ac:inkMkLst>
        </pc:inkChg>
        <pc:inkChg chg="add mod">
          <ac:chgData name="Oubayy Ahale" userId="298e17fb-e76b-4eb1-9a5c-0f5800761aa1" providerId="ADAL" clId="{5793E8B6-776E-4D51-94AA-D25AEA2DDEA0}" dt="2025-11-18T16:46:07.275" v="606"/>
          <ac:inkMkLst>
            <pc:docMk/>
            <pc:sldMk cId="1908241514" sldId="288"/>
            <ac:inkMk id="12" creationId="{A80DD781-0FD3-6572-CDBC-4200B24975BC}"/>
          </ac:inkMkLst>
        </pc:inkChg>
      </pc:sldChg>
      <pc:sldChg chg="addSp delSp modSp mod">
        <pc:chgData name="Oubayy Ahale" userId="298e17fb-e76b-4eb1-9a5c-0f5800761aa1" providerId="ADAL" clId="{5793E8B6-776E-4D51-94AA-D25AEA2DDEA0}" dt="2025-11-18T16:46:01.254" v="603"/>
        <pc:sldMkLst>
          <pc:docMk/>
          <pc:sldMk cId="2925950333" sldId="289"/>
        </pc:sldMkLst>
        <pc:grpChg chg="del mod">
          <ac:chgData name="Oubayy Ahale" userId="298e17fb-e76b-4eb1-9a5c-0f5800761aa1" providerId="ADAL" clId="{5793E8B6-776E-4D51-94AA-D25AEA2DDEA0}" dt="2025-11-18T16:43:32.938" v="532"/>
          <ac:grpSpMkLst>
            <pc:docMk/>
            <pc:sldMk cId="2925950333" sldId="289"/>
            <ac:grpSpMk id="18" creationId="{09F2D9EB-2B84-04DE-C450-8BEB30BF0B20}"/>
          </ac:grpSpMkLst>
        </pc:grpChg>
        <pc:grpChg chg="add del mod">
          <ac:chgData name="Oubayy Ahale" userId="298e17fb-e76b-4eb1-9a5c-0f5800761aa1" providerId="ADAL" clId="{5793E8B6-776E-4D51-94AA-D25AEA2DDEA0}" dt="2025-11-18T16:43:28.017" v="528"/>
          <ac:grpSpMkLst>
            <pc:docMk/>
            <pc:sldMk cId="2925950333" sldId="289"/>
            <ac:grpSpMk id="22" creationId="{4FABEEB7-F68B-D7AD-FBB4-2C8E1DFAE1E6}"/>
          </ac:grpSpMkLst>
        </pc:grpChg>
        <pc:grpChg chg="del mod">
          <ac:chgData name="Oubayy Ahale" userId="298e17fb-e76b-4eb1-9a5c-0f5800761aa1" providerId="ADAL" clId="{5793E8B6-776E-4D51-94AA-D25AEA2DDEA0}" dt="2025-11-18T16:43:34.440" v="535"/>
          <ac:grpSpMkLst>
            <pc:docMk/>
            <pc:sldMk cId="2925950333" sldId="289"/>
            <ac:grpSpMk id="24" creationId="{AD54624C-22D7-3EC4-7D15-BC7F0AAC9427}"/>
          </ac:grpSpMkLst>
        </pc:grpChg>
        <pc:grpChg chg="del mod">
          <ac:chgData name="Oubayy Ahale" userId="298e17fb-e76b-4eb1-9a5c-0f5800761aa1" providerId="ADAL" clId="{5793E8B6-776E-4D51-94AA-D25AEA2DDEA0}" dt="2025-11-18T16:43:36.684" v="540"/>
          <ac:grpSpMkLst>
            <pc:docMk/>
            <pc:sldMk cId="2925950333" sldId="289"/>
            <ac:grpSpMk id="27" creationId="{EDB86939-04CD-ACFB-A36F-BB69ABC26391}"/>
          </ac:grpSpMkLst>
        </pc:grpChg>
        <pc:grpChg chg="mod">
          <ac:chgData name="Oubayy Ahale" userId="298e17fb-e76b-4eb1-9a5c-0f5800761aa1" providerId="ADAL" clId="{5793E8B6-776E-4D51-94AA-D25AEA2DDEA0}" dt="2025-11-18T16:43:36.684" v="540"/>
          <ac:grpSpMkLst>
            <pc:docMk/>
            <pc:sldMk cId="2925950333" sldId="289"/>
            <ac:grpSpMk id="32" creationId="{2F4DFE57-83F1-3333-5170-30C7CF09C0BF}"/>
          </ac:grpSpMkLst>
        </pc:grpChg>
        <pc:grpChg chg="del mod">
          <ac:chgData name="Oubayy Ahale" userId="298e17fb-e76b-4eb1-9a5c-0f5800761aa1" providerId="ADAL" clId="{5793E8B6-776E-4D51-94AA-D25AEA2DDEA0}" dt="2025-11-18T16:43:54.793" v="558"/>
          <ac:grpSpMkLst>
            <pc:docMk/>
            <pc:sldMk cId="2925950333" sldId="289"/>
            <ac:grpSpMk id="35" creationId="{9BD01C2D-6DB8-9E75-8572-E70B5106908F}"/>
          </ac:grpSpMkLst>
        </pc:grpChg>
        <pc:grpChg chg="mod">
          <ac:chgData name="Oubayy Ahale" userId="298e17fb-e76b-4eb1-9a5c-0f5800761aa1" providerId="ADAL" clId="{5793E8B6-776E-4D51-94AA-D25AEA2DDEA0}" dt="2025-11-18T16:43:54.793" v="558"/>
          <ac:grpSpMkLst>
            <pc:docMk/>
            <pc:sldMk cId="2925950333" sldId="289"/>
            <ac:grpSpMk id="50" creationId="{B66B2147-16C7-E371-EFB2-0304E796A7F8}"/>
          </ac:grpSpMkLst>
        </pc:grpChg>
        <pc:grpChg chg="mod">
          <ac:chgData name="Oubayy Ahale" userId="298e17fb-e76b-4eb1-9a5c-0f5800761aa1" providerId="ADAL" clId="{5793E8B6-776E-4D51-94AA-D25AEA2DDEA0}" dt="2025-11-18T16:43:54.793" v="558"/>
          <ac:grpSpMkLst>
            <pc:docMk/>
            <pc:sldMk cId="2925950333" sldId="289"/>
            <ac:grpSpMk id="51" creationId="{A6A30B11-83C6-9514-7F58-8377813FECEF}"/>
          </ac:grpSpMkLst>
        </pc:grpChg>
        <pc:grpChg chg="del mod">
          <ac:chgData name="Oubayy Ahale" userId="298e17fb-e76b-4eb1-9a5c-0f5800761aa1" providerId="ADAL" clId="{5793E8B6-776E-4D51-94AA-D25AEA2DDEA0}" dt="2025-11-18T16:44:11.168" v="570"/>
          <ac:grpSpMkLst>
            <pc:docMk/>
            <pc:sldMk cId="2925950333" sldId="289"/>
            <ac:grpSpMk id="58" creationId="{7A448334-D108-64D5-0167-CA83B3E93160}"/>
          </ac:grpSpMkLst>
        </pc:grpChg>
        <pc:grpChg chg="mod">
          <ac:chgData name="Oubayy Ahale" userId="298e17fb-e76b-4eb1-9a5c-0f5800761aa1" providerId="ADAL" clId="{5793E8B6-776E-4D51-94AA-D25AEA2DDEA0}" dt="2025-11-18T16:44:47.250" v="577"/>
          <ac:grpSpMkLst>
            <pc:docMk/>
            <pc:sldMk cId="2925950333" sldId="289"/>
            <ac:grpSpMk id="63" creationId="{20BB0B9E-FEB0-FD6E-2EAF-6A7B4FF509D9}"/>
          </ac:grpSpMkLst>
        </pc:grpChg>
        <pc:grpChg chg="del mod">
          <ac:chgData name="Oubayy Ahale" userId="298e17fb-e76b-4eb1-9a5c-0f5800761aa1" providerId="ADAL" clId="{5793E8B6-776E-4D51-94AA-D25AEA2DDEA0}" dt="2025-11-18T16:44:58.831" v="583"/>
          <ac:grpSpMkLst>
            <pc:docMk/>
            <pc:sldMk cId="2925950333" sldId="289"/>
            <ac:grpSpMk id="66" creationId="{A6508D14-22D9-FFE5-3EF2-28DD8454B29C}"/>
          </ac:grpSpMkLst>
        </pc:grpChg>
        <pc:grpChg chg="mod">
          <ac:chgData name="Oubayy Ahale" userId="298e17fb-e76b-4eb1-9a5c-0f5800761aa1" providerId="ADAL" clId="{5793E8B6-776E-4D51-94AA-D25AEA2DDEA0}" dt="2025-11-18T16:44:58.831" v="583"/>
          <ac:grpSpMkLst>
            <pc:docMk/>
            <pc:sldMk cId="2925950333" sldId="289"/>
            <ac:grpSpMk id="69" creationId="{2715D07E-45D0-2C0E-FB6F-3221F932B0B9}"/>
          </ac:grpSpMkLst>
        </pc:grpChg>
        <pc:grpChg chg="mod">
          <ac:chgData name="Oubayy Ahale" userId="298e17fb-e76b-4eb1-9a5c-0f5800761aa1" providerId="ADAL" clId="{5793E8B6-776E-4D51-94AA-D25AEA2DDEA0}" dt="2025-11-18T16:45:33.613" v="595"/>
          <ac:grpSpMkLst>
            <pc:docMk/>
            <pc:sldMk cId="2925950333" sldId="289"/>
            <ac:grpSpMk id="77" creationId="{3C9E3DA7-D12B-03BB-DC30-60AC0B654F2C}"/>
          </ac:grpSpMkLst>
        </pc:grpChg>
        <pc:grpChg chg="del mod">
          <ac:chgData name="Oubayy Ahale" userId="298e17fb-e76b-4eb1-9a5c-0f5800761aa1" providerId="ADAL" clId="{5793E8B6-776E-4D51-94AA-D25AEA2DDEA0}" dt="2025-11-18T16:46:01.254" v="603"/>
          <ac:grpSpMkLst>
            <pc:docMk/>
            <pc:sldMk cId="2925950333" sldId="289"/>
            <ac:grpSpMk id="81" creationId="{2AB3DCEB-6D93-B681-AC3A-5BC1E002C42A}"/>
          </ac:grpSpMkLst>
        </pc:grpChg>
        <pc:grpChg chg="mod">
          <ac:chgData name="Oubayy Ahale" userId="298e17fb-e76b-4eb1-9a5c-0f5800761aa1" providerId="ADAL" clId="{5793E8B6-776E-4D51-94AA-D25AEA2DDEA0}" dt="2025-11-18T16:46:01.254" v="603"/>
          <ac:grpSpMkLst>
            <pc:docMk/>
            <pc:sldMk cId="2925950333" sldId="289"/>
            <ac:grpSpMk id="85" creationId="{19480640-EB95-5BEA-66E4-675409BC620D}"/>
          </ac:grpSpMkLst>
        </pc:grpChg>
        <pc:picChg chg="add mod">
          <ac:chgData name="Oubayy Ahale" userId="298e17fb-e76b-4eb1-9a5c-0f5800761aa1" providerId="ADAL" clId="{5793E8B6-776E-4D51-94AA-D25AEA2DDEA0}" dt="2025-11-18T16:34:36.076" v="463" actId="1076"/>
          <ac:picMkLst>
            <pc:docMk/>
            <pc:sldMk cId="2925950333" sldId="289"/>
            <ac:picMk id="2" creationId="{256C7550-FE6A-E332-694E-3BBB113F0BDE}"/>
          </ac:picMkLst>
        </pc:picChg>
        <pc:picChg chg="del">
          <ac:chgData name="Oubayy Ahale" userId="298e17fb-e76b-4eb1-9a5c-0f5800761aa1" providerId="ADAL" clId="{5793E8B6-776E-4D51-94AA-D25AEA2DDEA0}" dt="2025-11-18T16:33:11.158" v="449" actId="478"/>
          <ac:picMkLst>
            <pc:docMk/>
            <pc:sldMk cId="2925950333" sldId="289"/>
            <ac:picMk id="4" creationId="{C14C9694-CE84-B4EB-1565-76430996B12E}"/>
          </ac:picMkLst>
        </pc:picChg>
        <pc:inkChg chg="add del">
          <ac:chgData name="Oubayy Ahale" userId="298e17fb-e76b-4eb1-9a5c-0f5800761aa1" providerId="ADAL" clId="{5793E8B6-776E-4D51-94AA-D25AEA2DDEA0}" dt="2025-11-18T16:43:27.112" v="526"/>
          <ac:inkMkLst>
            <pc:docMk/>
            <pc:sldMk cId="2925950333" sldId="289"/>
            <ac:inkMk id="5" creationId="{C9A0214F-3401-AB11-92C9-905232943408}"/>
          </ac:inkMkLst>
        </pc:inkChg>
        <pc:inkChg chg="add">
          <ac:chgData name="Oubayy Ahale" userId="298e17fb-e76b-4eb1-9a5c-0f5800761aa1" providerId="ADAL" clId="{5793E8B6-776E-4D51-94AA-D25AEA2DDEA0}" dt="2025-11-18T16:42:37.536" v="507" actId="9405"/>
          <ac:inkMkLst>
            <pc:docMk/>
            <pc:sldMk cId="2925950333" sldId="289"/>
            <ac:inkMk id="7" creationId="{8797DA5C-63E3-F451-02A9-2E30D74E5B69}"/>
          </ac:inkMkLst>
        </pc:inkChg>
        <pc:inkChg chg="add">
          <ac:chgData name="Oubayy Ahale" userId="298e17fb-e76b-4eb1-9a5c-0f5800761aa1" providerId="ADAL" clId="{5793E8B6-776E-4D51-94AA-D25AEA2DDEA0}" dt="2025-11-18T16:42:43.993" v="508" actId="9405"/>
          <ac:inkMkLst>
            <pc:docMk/>
            <pc:sldMk cId="2925950333" sldId="289"/>
            <ac:inkMk id="8" creationId="{A4F6E5A1-AD4A-5122-514B-27B518CE59E1}"/>
          </ac:inkMkLst>
        </pc:inkChg>
        <pc:inkChg chg="add">
          <ac:chgData name="Oubayy Ahale" userId="298e17fb-e76b-4eb1-9a5c-0f5800761aa1" providerId="ADAL" clId="{5793E8B6-776E-4D51-94AA-D25AEA2DDEA0}" dt="2025-11-18T16:42:47.027" v="509" actId="9405"/>
          <ac:inkMkLst>
            <pc:docMk/>
            <pc:sldMk cId="2925950333" sldId="289"/>
            <ac:inkMk id="9" creationId="{0886F23F-6AFC-AB79-C0FB-5B3F387136AF}"/>
          </ac:inkMkLst>
        </pc:inkChg>
        <pc:inkChg chg="add">
          <ac:chgData name="Oubayy Ahale" userId="298e17fb-e76b-4eb1-9a5c-0f5800761aa1" providerId="ADAL" clId="{5793E8B6-776E-4D51-94AA-D25AEA2DDEA0}" dt="2025-11-18T16:42:56.046" v="510" actId="9405"/>
          <ac:inkMkLst>
            <pc:docMk/>
            <pc:sldMk cId="2925950333" sldId="289"/>
            <ac:inkMk id="10" creationId="{72112829-2BA1-B16D-B95B-99A3684AD1C5}"/>
          </ac:inkMkLst>
        </pc:inkChg>
        <pc:inkChg chg="add mod">
          <ac:chgData name="Oubayy Ahale" userId="298e17fb-e76b-4eb1-9a5c-0f5800761aa1" providerId="ADAL" clId="{5793E8B6-776E-4D51-94AA-D25AEA2DDEA0}" dt="2025-11-18T16:43:34.440" v="535"/>
          <ac:inkMkLst>
            <pc:docMk/>
            <pc:sldMk cId="2925950333" sldId="289"/>
            <ac:inkMk id="11" creationId="{AFFB641E-381C-4DC1-D0A2-238263F15BCA}"/>
          </ac:inkMkLst>
        </pc:inkChg>
        <pc:inkChg chg="add mod">
          <ac:chgData name="Oubayy Ahale" userId="298e17fb-e76b-4eb1-9a5c-0f5800761aa1" providerId="ADAL" clId="{5793E8B6-776E-4D51-94AA-D25AEA2DDEA0}" dt="2025-11-18T16:43:34.440" v="535"/>
          <ac:inkMkLst>
            <pc:docMk/>
            <pc:sldMk cId="2925950333" sldId="289"/>
            <ac:inkMk id="12" creationId="{8928EBF9-3C09-0EC8-5A1D-3CA2FF437F78}"/>
          </ac:inkMkLst>
        </pc:inkChg>
        <pc:inkChg chg="add mod">
          <ac:chgData name="Oubayy Ahale" userId="298e17fb-e76b-4eb1-9a5c-0f5800761aa1" providerId="ADAL" clId="{5793E8B6-776E-4D51-94AA-D25AEA2DDEA0}" dt="2025-11-18T16:43:34.440" v="535"/>
          <ac:inkMkLst>
            <pc:docMk/>
            <pc:sldMk cId="2925950333" sldId="289"/>
            <ac:inkMk id="13" creationId="{6E2DA0A0-3BCB-814A-69D3-92E1533786BF}"/>
          </ac:inkMkLst>
        </pc:inkChg>
        <pc:inkChg chg="add mod">
          <ac:chgData name="Oubayy Ahale" userId="298e17fb-e76b-4eb1-9a5c-0f5800761aa1" providerId="ADAL" clId="{5793E8B6-776E-4D51-94AA-D25AEA2DDEA0}" dt="2025-11-18T16:43:34.440" v="535"/>
          <ac:inkMkLst>
            <pc:docMk/>
            <pc:sldMk cId="2925950333" sldId="289"/>
            <ac:inkMk id="14" creationId="{28B38D46-3D4D-834D-445D-E4961A1805BC}"/>
          </ac:inkMkLst>
        </pc:inkChg>
        <pc:inkChg chg="add mod">
          <ac:chgData name="Oubayy Ahale" userId="298e17fb-e76b-4eb1-9a5c-0f5800761aa1" providerId="ADAL" clId="{5793E8B6-776E-4D51-94AA-D25AEA2DDEA0}" dt="2025-11-18T16:43:34.440" v="535"/>
          <ac:inkMkLst>
            <pc:docMk/>
            <pc:sldMk cId="2925950333" sldId="289"/>
            <ac:inkMk id="16" creationId="{F3AEA90E-FDDB-C195-3665-021102C7C36A}"/>
          </ac:inkMkLst>
        </pc:inkChg>
        <pc:inkChg chg="add mod">
          <ac:chgData name="Oubayy Ahale" userId="298e17fb-e76b-4eb1-9a5c-0f5800761aa1" providerId="ADAL" clId="{5793E8B6-776E-4D51-94AA-D25AEA2DDEA0}" dt="2025-11-18T16:43:32.938" v="532"/>
          <ac:inkMkLst>
            <pc:docMk/>
            <pc:sldMk cId="2925950333" sldId="289"/>
            <ac:inkMk id="17" creationId="{EA8331C1-4D09-83CD-1E33-EF4C1063A820}"/>
          </ac:inkMkLst>
        </pc:inkChg>
        <pc:inkChg chg="add del mod">
          <ac:chgData name="Oubayy Ahale" userId="298e17fb-e76b-4eb1-9a5c-0f5800761aa1" providerId="ADAL" clId="{5793E8B6-776E-4D51-94AA-D25AEA2DDEA0}" dt="2025-11-18T16:43:30.052" v="530" actId="9405"/>
          <ac:inkMkLst>
            <pc:docMk/>
            <pc:sldMk cId="2925950333" sldId="289"/>
            <ac:inkMk id="19" creationId="{196C3C6D-2D2F-E10D-F19C-7F1611C71C5A}"/>
          </ac:inkMkLst>
        </pc:inkChg>
        <pc:inkChg chg="add del mod">
          <ac:chgData name="Oubayy Ahale" userId="298e17fb-e76b-4eb1-9a5c-0f5800761aa1" providerId="ADAL" clId="{5793E8B6-776E-4D51-94AA-D25AEA2DDEA0}" dt="2025-11-18T16:43:28.995" v="529" actId="9405"/>
          <ac:inkMkLst>
            <pc:docMk/>
            <pc:sldMk cId="2925950333" sldId="289"/>
            <ac:inkMk id="20" creationId="{894B185A-BD3B-7322-4A29-02E2964252D6}"/>
          </ac:inkMkLst>
        </pc:inkChg>
        <pc:inkChg chg="add del mod">
          <ac:chgData name="Oubayy Ahale" userId="298e17fb-e76b-4eb1-9a5c-0f5800761aa1" providerId="ADAL" clId="{5793E8B6-776E-4D51-94AA-D25AEA2DDEA0}" dt="2025-11-18T16:43:28.017" v="528"/>
          <ac:inkMkLst>
            <pc:docMk/>
            <pc:sldMk cId="2925950333" sldId="289"/>
            <ac:inkMk id="21" creationId="{D183ABC3-1F80-546D-AA5A-2EE9615DFA6F}"/>
          </ac:inkMkLst>
        </pc:inkChg>
        <pc:inkChg chg="add mod">
          <ac:chgData name="Oubayy Ahale" userId="298e17fb-e76b-4eb1-9a5c-0f5800761aa1" providerId="ADAL" clId="{5793E8B6-776E-4D51-94AA-D25AEA2DDEA0}" dt="2025-11-18T16:43:36.684" v="540"/>
          <ac:inkMkLst>
            <pc:docMk/>
            <pc:sldMk cId="2925950333" sldId="289"/>
            <ac:inkMk id="23" creationId="{BF72706B-5F13-D7C5-A3D5-31F5FD85DEFC}"/>
          </ac:inkMkLst>
        </pc:inkChg>
        <pc:inkChg chg="add mod">
          <ac:chgData name="Oubayy Ahale" userId="298e17fb-e76b-4eb1-9a5c-0f5800761aa1" providerId="ADAL" clId="{5793E8B6-776E-4D51-94AA-D25AEA2DDEA0}" dt="2025-11-18T16:43:36.684" v="540"/>
          <ac:inkMkLst>
            <pc:docMk/>
            <pc:sldMk cId="2925950333" sldId="289"/>
            <ac:inkMk id="25" creationId="{1DA91E33-E252-F471-FC14-73720AA8669A}"/>
          </ac:inkMkLst>
        </pc:inkChg>
        <pc:inkChg chg="add mod">
          <ac:chgData name="Oubayy Ahale" userId="298e17fb-e76b-4eb1-9a5c-0f5800761aa1" providerId="ADAL" clId="{5793E8B6-776E-4D51-94AA-D25AEA2DDEA0}" dt="2025-11-18T16:43:36.684" v="540"/>
          <ac:inkMkLst>
            <pc:docMk/>
            <pc:sldMk cId="2925950333" sldId="289"/>
            <ac:inkMk id="26" creationId="{A4202004-9D2F-8C92-824E-C98441FADC40}"/>
          </ac:inkMkLst>
        </pc:inkChg>
        <pc:inkChg chg="add mod">
          <ac:chgData name="Oubayy Ahale" userId="298e17fb-e76b-4eb1-9a5c-0f5800761aa1" providerId="ADAL" clId="{5793E8B6-776E-4D51-94AA-D25AEA2DDEA0}" dt="2025-11-18T16:43:36.684" v="540"/>
          <ac:inkMkLst>
            <pc:docMk/>
            <pc:sldMk cId="2925950333" sldId="289"/>
            <ac:inkMk id="28" creationId="{5985250C-8C2F-27EA-5DAA-53168BAA5527}"/>
          </ac:inkMkLst>
        </pc:inkChg>
        <pc:inkChg chg="add mod">
          <ac:chgData name="Oubayy Ahale" userId="298e17fb-e76b-4eb1-9a5c-0f5800761aa1" providerId="ADAL" clId="{5793E8B6-776E-4D51-94AA-D25AEA2DDEA0}" dt="2025-11-18T16:43:36.684" v="540"/>
          <ac:inkMkLst>
            <pc:docMk/>
            <pc:sldMk cId="2925950333" sldId="289"/>
            <ac:inkMk id="29" creationId="{56FD4605-A8EA-F163-B156-CB7B3B536C25}"/>
          </ac:inkMkLst>
        </pc:inkChg>
        <pc:inkChg chg="add mod">
          <ac:chgData name="Oubayy Ahale" userId="298e17fb-e76b-4eb1-9a5c-0f5800761aa1" providerId="ADAL" clId="{5793E8B6-776E-4D51-94AA-D25AEA2DDEA0}" dt="2025-11-18T16:43:36.684" v="540"/>
          <ac:inkMkLst>
            <pc:docMk/>
            <pc:sldMk cId="2925950333" sldId="289"/>
            <ac:inkMk id="30" creationId="{31CFE618-A140-3450-A0AF-EDFE1BCDCA4A}"/>
          </ac:inkMkLst>
        </pc:inkChg>
        <pc:inkChg chg="add mod">
          <ac:chgData name="Oubayy Ahale" userId="298e17fb-e76b-4eb1-9a5c-0f5800761aa1" providerId="ADAL" clId="{5793E8B6-776E-4D51-94AA-D25AEA2DDEA0}" dt="2025-11-18T16:43:36.684" v="540"/>
          <ac:inkMkLst>
            <pc:docMk/>
            <pc:sldMk cId="2925950333" sldId="289"/>
            <ac:inkMk id="31" creationId="{85DC8701-FAF5-68AD-38DC-163E376A0AB4}"/>
          </ac:inkMkLst>
        </pc:inkChg>
        <pc:inkChg chg="add mod">
          <ac:chgData name="Oubayy Ahale" userId="298e17fb-e76b-4eb1-9a5c-0f5800761aa1" providerId="ADAL" clId="{5793E8B6-776E-4D51-94AA-D25AEA2DDEA0}" dt="2025-11-18T16:43:46.907" v="543"/>
          <ac:inkMkLst>
            <pc:docMk/>
            <pc:sldMk cId="2925950333" sldId="289"/>
            <ac:inkMk id="33" creationId="{72A7E794-06DE-1745-6A4A-41D65E5B247C}"/>
          </ac:inkMkLst>
        </pc:inkChg>
        <pc:inkChg chg="add mod">
          <ac:chgData name="Oubayy Ahale" userId="298e17fb-e76b-4eb1-9a5c-0f5800761aa1" providerId="ADAL" clId="{5793E8B6-776E-4D51-94AA-D25AEA2DDEA0}" dt="2025-11-18T16:43:54.793" v="558"/>
          <ac:inkMkLst>
            <pc:docMk/>
            <pc:sldMk cId="2925950333" sldId="289"/>
            <ac:inkMk id="34" creationId="{DC65EEE0-1DEC-6E8A-2981-BB1739C05C97}"/>
          </ac:inkMkLst>
        </pc:inkChg>
        <pc:inkChg chg="add mod">
          <ac:chgData name="Oubayy Ahale" userId="298e17fb-e76b-4eb1-9a5c-0f5800761aa1" providerId="ADAL" clId="{5793E8B6-776E-4D51-94AA-D25AEA2DDEA0}" dt="2025-11-18T16:43:54.793" v="558"/>
          <ac:inkMkLst>
            <pc:docMk/>
            <pc:sldMk cId="2925950333" sldId="289"/>
            <ac:inkMk id="36" creationId="{961A0779-4FF0-BA65-6523-CECF57C34EEB}"/>
          </ac:inkMkLst>
        </pc:inkChg>
        <pc:inkChg chg="add mod">
          <ac:chgData name="Oubayy Ahale" userId="298e17fb-e76b-4eb1-9a5c-0f5800761aa1" providerId="ADAL" clId="{5793E8B6-776E-4D51-94AA-D25AEA2DDEA0}" dt="2025-11-18T16:43:54.793" v="558"/>
          <ac:inkMkLst>
            <pc:docMk/>
            <pc:sldMk cId="2925950333" sldId="289"/>
            <ac:inkMk id="37" creationId="{7FCE242A-2C62-4C25-8D8C-C9E8071130C3}"/>
          </ac:inkMkLst>
        </pc:inkChg>
        <pc:inkChg chg="add mod">
          <ac:chgData name="Oubayy Ahale" userId="298e17fb-e76b-4eb1-9a5c-0f5800761aa1" providerId="ADAL" clId="{5793E8B6-776E-4D51-94AA-D25AEA2DDEA0}" dt="2025-11-18T16:43:54.793" v="558"/>
          <ac:inkMkLst>
            <pc:docMk/>
            <pc:sldMk cId="2925950333" sldId="289"/>
            <ac:inkMk id="38" creationId="{605078BD-8D40-3529-6C1C-911328683DA3}"/>
          </ac:inkMkLst>
        </pc:inkChg>
        <pc:inkChg chg="add">
          <ac:chgData name="Oubayy Ahale" userId="298e17fb-e76b-4eb1-9a5c-0f5800761aa1" providerId="ADAL" clId="{5793E8B6-776E-4D51-94AA-D25AEA2DDEA0}" dt="2025-11-18T16:43:48.993" v="547" actId="9405"/>
          <ac:inkMkLst>
            <pc:docMk/>
            <pc:sldMk cId="2925950333" sldId="289"/>
            <ac:inkMk id="39" creationId="{DB261BA1-F965-2383-929D-1AC9AEB23E7F}"/>
          </ac:inkMkLst>
        </pc:inkChg>
        <pc:inkChg chg="add">
          <ac:chgData name="Oubayy Ahale" userId="298e17fb-e76b-4eb1-9a5c-0f5800761aa1" providerId="ADAL" clId="{5793E8B6-776E-4D51-94AA-D25AEA2DDEA0}" dt="2025-11-18T16:43:49.261" v="548" actId="9405"/>
          <ac:inkMkLst>
            <pc:docMk/>
            <pc:sldMk cId="2925950333" sldId="289"/>
            <ac:inkMk id="40" creationId="{8D16A975-CF53-7AD1-1FAE-528E3EC88876}"/>
          </ac:inkMkLst>
        </pc:inkChg>
        <pc:inkChg chg="add">
          <ac:chgData name="Oubayy Ahale" userId="298e17fb-e76b-4eb1-9a5c-0f5800761aa1" providerId="ADAL" clId="{5793E8B6-776E-4D51-94AA-D25AEA2DDEA0}" dt="2025-11-18T16:43:49.446" v="549" actId="9405"/>
          <ac:inkMkLst>
            <pc:docMk/>
            <pc:sldMk cId="2925950333" sldId="289"/>
            <ac:inkMk id="41" creationId="{56A97015-C8A3-82EC-9319-91EF73433395}"/>
          </ac:inkMkLst>
        </pc:inkChg>
        <pc:inkChg chg="add mod">
          <ac:chgData name="Oubayy Ahale" userId="298e17fb-e76b-4eb1-9a5c-0f5800761aa1" providerId="ADAL" clId="{5793E8B6-776E-4D51-94AA-D25AEA2DDEA0}" dt="2025-11-18T16:43:54.793" v="558"/>
          <ac:inkMkLst>
            <pc:docMk/>
            <pc:sldMk cId="2925950333" sldId="289"/>
            <ac:inkMk id="42" creationId="{7DB8B52C-FC81-24BF-8972-67331D93A098}"/>
          </ac:inkMkLst>
        </pc:inkChg>
        <pc:inkChg chg="add">
          <ac:chgData name="Oubayy Ahale" userId="298e17fb-e76b-4eb1-9a5c-0f5800761aa1" providerId="ADAL" clId="{5793E8B6-776E-4D51-94AA-D25AEA2DDEA0}" dt="2025-11-18T16:43:51.053" v="551" actId="9405"/>
          <ac:inkMkLst>
            <pc:docMk/>
            <pc:sldMk cId="2925950333" sldId="289"/>
            <ac:inkMk id="43" creationId="{F56C95E3-972E-953B-FEBD-C42B8C0D58D3}"/>
          </ac:inkMkLst>
        </pc:inkChg>
        <pc:inkChg chg="add">
          <ac:chgData name="Oubayy Ahale" userId="298e17fb-e76b-4eb1-9a5c-0f5800761aa1" providerId="ADAL" clId="{5793E8B6-776E-4D51-94AA-D25AEA2DDEA0}" dt="2025-11-18T16:43:51.907" v="552" actId="9405"/>
          <ac:inkMkLst>
            <pc:docMk/>
            <pc:sldMk cId="2925950333" sldId="289"/>
            <ac:inkMk id="44" creationId="{B8DB7564-6228-6FD4-84F7-F3D2021BB9CE}"/>
          </ac:inkMkLst>
        </pc:inkChg>
        <pc:inkChg chg="add">
          <ac:chgData name="Oubayy Ahale" userId="298e17fb-e76b-4eb1-9a5c-0f5800761aa1" providerId="ADAL" clId="{5793E8B6-776E-4D51-94AA-D25AEA2DDEA0}" dt="2025-11-18T16:43:52.609" v="553" actId="9405"/>
          <ac:inkMkLst>
            <pc:docMk/>
            <pc:sldMk cId="2925950333" sldId="289"/>
            <ac:inkMk id="45" creationId="{C20E9D2C-C773-26FC-B449-19EAC26DC2F1}"/>
          </ac:inkMkLst>
        </pc:inkChg>
        <pc:inkChg chg="add mod">
          <ac:chgData name="Oubayy Ahale" userId="298e17fb-e76b-4eb1-9a5c-0f5800761aa1" providerId="ADAL" clId="{5793E8B6-776E-4D51-94AA-D25AEA2DDEA0}" dt="2025-11-18T16:43:54.793" v="558"/>
          <ac:inkMkLst>
            <pc:docMk/>
            <pc:sldMk cId="2925950333" sldId="289"/>
            <ac:inkMk id="46" creationId="{4A2B66BC-A60A-44BB-D709-D5F003711DC6}"/>
          </ac:inkMkLst>
        </pc:inkChg>
        <pc:inkChg chg="add">
          <ac:chgData name="Oubayy Ahale" userId="298e17fb-e76b-4eb1-9a5c-0f5800761aa1" providerId="ADAL" clId="{5793E8B6-776E-4D51-94AA-D25AEA2DDEA0}" dt="2025-11-18T16:43:53.663" v="555" actId="9405"/>
          <ac:inkMkLst>
            <pc:docMk/>
            <pc:sldMk cId="2925950333" sldId="289"/>
            <ac:inkMk id="47" creationId="{7E2D8949-A920-750D-F7A0-FA054B8EC253}"/>
          </ac:inkMkLst>
        </pc:inkChg>
        <pc:inkChg chg="add">
          <ac:chgData name="Oubayy Ahale" userId="298e17fb-e76b-4eb1-9a5c-0f5800761aa1" providerId="ADAL" clId="{5793E8B6-776E-4D51-94AA-D25AEA2DDEA0}" dt="2025-11-18T16:43:53.900" v="556" actId="9405"/>
          <ac:inkMkLst>
            <pc:docMk/>
            <pc:sldMk cId="2925950333" sldId="289"/>
            <ac:inkMk id="48" creationId="{1939A203-1002-70C5-54DF-B1CB5C78D281}"/>
          </ac:inkMkLst>
        </pc:inkChg>
        <pc:inkChg chg="add mod">
          <ac:chgData name="Oubayy Ahale" userId="298e17fb-e76b-4eb1-9a5c-0f5800761aa1" providerId="ADAL" clId="{5793E8B6-776E-4D51-94AA-D25AEA2DDEA0}" dt="2025-11-18T16:43:54.793" v="558"/>
          <ac:inkMkLst>
            <pc:docMk/>
            <pc:sldMk cId="2925950333" sldId="289"/>
            <ac:inkMk id="49" creationId="{A1BA1E7F-7E2C-F0B9-A32F-1A8806BE45C6}"/>
          </ac:inkMkLst>
        </pc:inkChg>
        <pc:inkChg chg="add del">
          <ac:chgData name="Oubayy Ahale" userId="298e17fb-e76b-4eb1-9a5c-0f5800761aa1" providerId="ADAL" clId="{5793E8B6-776E-4D51-94AA-D25AEA2DDEA0}" dt="2025-11-18T16:44:03.309" v="561"/>
          <ac:inkMkLst>
            <pc:docMk/>
            <pc:sldMk cId="2925950333" sldId="289"/>
            <ac:inkMk id="52" creationId="{563EF5B6-12BD-BC60-2386-8588AD635606}"/>
          </ac:inkMkLst>
        </pc:inkChg>
        <pc:inkChg chg="add del">
          <ac:chgData name="Oubayy Ahale" userId="298e17fb-e76b-4eb1-9a5c-0f5800761aa1" providerId="ADAL" clId="{5793E8B6-776E-4D51-94AA-D25AEA2DDEA0}" dt="2025-11-18T16:44:03.309" v="562"/>
          <ac:inkMkLst>
            <pc:docMk/>
            <pc:sldMk cId="2925950333" sldId="289"/>
            <ac:inkMk id="53" creationId="{C5549160-2BA3-9C39-FC5A-B2329A7BF7CC}"/>
          </ac:inkMkLst>
        </pc:inkChg>
        <pc:inkChg chg="add del mod">
          <ac:chgData name="Oubayy Ahale" userId="298e17fb-e76b-4eb1-9a5c-0f5800761aa1" providerId="ADAL" clId="{5793E8B6-776E-4D51-94AA-D25AEA2DDEA0}" dt="2025-11-18T16:44:11.167" v="569"/>
          <ac:inkMkLst>
            <pc:docMk/>
            <pc:sldMk cId="2925950333" sldId="289"/>
            <ac:inkMk id="54" creationId="{1A8D0B6B-2121-8ECB-287A-E52176C1A1A5}"/>
          </ac:inkMkLst>
        </pc:inkChg>
        <pc:inkChg chg="add del mod">
          <ac:chgData name="Oubayy Ahale" userId="298e17fb-e76b-4eb1-9a5c-0f5800761aa1" providerId="ADAL" clId="{5793E8B6-776E-4D51-94AA-D25AEA2DDEA0}" dt="2025-11-18T16:44:10.892" v="568"/>
          <ac:inkMkLst>
            <pc:docMk/>
            <pc:sldMk cId="2925950333" sldId="289"/>
            <ac:inkMk id="55" creationId="{C129B08B-DB05-7742-02A9-6DC7EE9C6614}"/>
          </ac:inkMkLst>
        </pc:inkChg>
        <pc:inkChg chg="add del mod">
          <ac:chgData name="Oubayy Ahale" userId="298e17fb-e76b-4eb1-9a5c-0f5800761aa1" providerId="ADAL" clId="{5793E8B6-776E-4D51-94AA-D25AEA2DDEA0}" dt="2025-11-18T16:44:11.168" v="570"/>
          <ac:inkMkLst>
            <pc:docMk/>
            <pc:sldMk cId="2925950333" sldId="289"/>
            <ac:inkMk id="56" creationId="{FE3EF170-FEE3-9F19-D4E0-A0B2B1200762}"/>
          </ac:inkMkLst>
        </pc:inkChg>
        <pc:inkChg chg="add del mod">
          <ac:chgData name="Oubayy Ahale" userId="298e17fb-e76b-4eb1-9a5c-0f5800761aa1" providerId="ADAL" clId="{5793E8B6-776E-4D51-94AA-D25AEA2DDEA0}" dt="2025-11-18T16:44:12.317" v="571"/>
          <ac:inkMkLst>
            <pc:docMk/>
            <pc:sldMk cId="2925950333" sldId="289"/>
            <ac:inkMk id="57" creationId="{1AB6C2FD-2D75-5C5C-07DA-CA76D1ABF031}"/>
          </ac:inkMkLst>
        </pc:inkChg>
        <pc:inkChg chg="add del">
          <ac:chgData name="Oubayy Ahale" userId="298e17fb-e76b-4eb1-9a5c-0f5800761aa1" providerId="ADAL" clId="{5793E8B6-776E-4D51-94AA-D25AEA2DDEA0}" dt="2025-11-18T16:44:24.279" v="573"/>
          <ac:inkMkLst>
            <pc:docMk/>
            <pc:sldMk cId="2925950333" sldId="289"/>
            <ac:inkMk id="59" creationId="{6A24E905-C428-4EC7-E6A0-145FF8850552}"/>
          </ac:inkMkLst>
        </pc:inkChg>
        <pc:inkChg chg="add mod">
          <ac:chgData name="Oubayy Ahale" userId="298e17fb-e76b-4eb1-9a5c-0f5800761aa1" providerId="ADAL" clId="{5793E8B6-776E-4D51-94AA-D25AEA2DDEA0}" dt="2025-11-18T16:44:47.250" v="577"/>
          <ac:inkMkLst>
            <pc:docMk/>
            <pc:sldMk cId="2925950333" sldId="289"/>
            <ac:inkMk id="60" creationId="{4B4BF3E4-BEE4-3B06-A437-6A0B90DE25F1}"/>
          </ac:inkMkLst>
        </pc:inkChg>
        <pc:inkChg chg="add mod">
          <ac:chgData name="Oubayy Ahale" userId="298e17fb-e76b-4eb1-9a5c-0f5800761aa1" providerId="ADAL" clId="{5793E8B6-776E-4D51-94AA-D25AEA2DDEA0}" dt="2025-11-18T16:44:47.250" v="577"/>
          <ac:inkMkLst>
            <pc:docMk/>
            <pc:sldMk cId="2925950333" sldId="289"/>
            <ac:inkMk id="61" creationId="{F1AA2930-A71A-6028-5B1B-748CE3620E9F}"/>
          </ac:inkMkLst>
        </pc:inkChg>
        <pc:inkChg chg="add mod">
          <ac:chgData name="Oubayy Ahale" userId="298e17fb-e76b-4eb1-9a5c-0f5800761aa1" providerId="ADAL" clId="{5793E8B6-776E-4D51-94AA-D25AEA2DDEA0}" dt="2025-11-18T16:44:47.250" v="577"/>
          <ac:inkMkLst>
            <pc:docMk/>
            <pc:sldMk cId="2925950333" sldId="289"/>
            <ac:inkMk id="62" creationId="{7E8FAAA9-0982-A79A-E953-A751634C79C5}"/>
          </ac:inkMkLst>
        </pc:inkChg>
        <pc:inkChg chg="add mod">
          <ac:chgData name="Oubayy Ahale" userId="298e17fb-e76b-4eb1-9a5c-0f5800761aa1" providerId="ADAL" clId="{5793E8B6-776E-4D51-94AA-D25AEA2DDEA0}" dt="2025-11-18T16:44:58.831" v="583"/>
          <ac:inkMkLst>
            <pc:docMk/>
            <pc:sldMk cId="2925950333" sldId="289"/>
            <ac:inkMk id="64" creationId="{F305FDCC-27F7-B24E-D0F0-F721BE0F8715}"/>
          </ac:inkMkLst>
        </pc:inkChg>
        <pc:inkChg chg="add mod">
          <ac:chgData name="Oubayy Ahale" userId="298e17fb-e76b-4eb1-9a5c-0f5800761aa1" providerId="ADAL" clId="{5793E8B6-776E-4D51-94AA-D25AEA2DDEA0}" dt="2025-11-18T16:44:58.831" v="583"/>
          <ac:inkMkLst>
            <pc:docMk/>
            <pc:sldMk cId="2925950333" sldId="289"/>
            <ac:inkMk id="65" creationId="{6BE98830-BF2F-303B-4411-B94B8D82A49F}"/>
          </ac:inkMkLst>
        </pc:inkChg>
        <pc:inkChg chg="add mod">
          <ac:chgData name="Oubayy Ahale" userId="298e17fb-e76b-4eb1-9a5c-0f5800761aa1" providerId="ADAL" clId="{5793E8B6-776E-4D51-94AA-D25AEA2DDEA0}" dt="2025-11-18T16:44:58.831" v="583"/>
          <ac:inkMkLst>
            <pc:docMk/>
            <pc:sldMk cId="2925950333" sldId="289"/>
            <ac:inkMk id="67" creationId="{037A665C-3E19-4B79-2CEC-AC6D6F6D8B25}"/>
          </ac:inkMkLst>
        </pc:inkChg>
        <pc:inkChg chg="add mod">
          <ac:chgData name="Oubayy Ahale" userId="298e17fb-e76b-4eb1-9a5c-0f5800761aa1" providerId="ADAL" clId="{5793E8B6-776E-4D51-94AA-D25AEA2DDEA0}" dt="2025-11-18T16:44:58.831" v="583"/>
          <ac:inkMkLst>
            <pc:docMk/>
            <pc:sldMk cId="2925950333" sldId="289"/>
            <ac:inkMk id="68" creationId="{4008D876-F45E-6921-F357-7B6C51E9E9FA}"/>
          </ac:inkMkLst>
        </pc:inkChg>
        <pc:inkChg chg="add">
          <ac:chgData name="Oubayy Ahale" userId="298e17fb-e76b-4eb1-9a5c-0f5800761aa1" providerId="ADAL" clId="{5793E8B6-776E-4D51-94AA-D25AEA2DDEA0}" dt="2025-11-18T16:45:07.876" v="584" actId="9405"/>
          <ac:inkMkLst>
            <pc:docMk/>
            <pc:sldMk cId="2925950333" sldId="289"/>
            <ac:inkMk id="70" creationId="{23F16FE1-ECDE-FD62-CDC2-822E611FFF09}"/>
          </ac:inkMkLst>
        </pc:inkChg>
        <pc:inkChg chg="add del">
          <ac:chgData name="Oubayy Ahale" userId="298e17fb-e76b-4eb1-9a5c-0f5800761aa1" providerId="ADAL" clId="{5793E8B6-776E-4D51-94AA-D25AEA2DDEA0}" dt="2025-11-18T16:45:18.245" v="586" actId="9405"/>
          <ac:inkMkLst>
            <pc:docMk/>
            <pc:sldMk cId="2925950333" sldId="289"/>
            <ac:inkMk id="71" creationId="{89469A98-EA8F-DAA7-11C9-5387C8A1D412}"/>
          </ac:inkMkLst>
        </pc:inkChg>
        <pc:inkChg chg="add del">
          <ac:chgData name="Oubayy Ahale" userId="298e17fb-e76b-4eb1-9a5c-0f5800761aa1" providerId="ADAL" clId="{5793E8B6-776E-4D51-94AA-D25AEA2DDEA0}" dt="2025-11-18T16:45:21.626" v="588"/>
          <ac:inkMkLst>
            <pc:docMk/>
            <pc:sldMk cId="2925950333" sldId="289"/>
            <ac:inkMk id="72" creationId="{142F0283-8FFE-004E-A154-A4D016B08500}"/>
          </ac:inkMkLst>
        </pc:inkChg>
        <pc:inkChg chg="add del">
          <ac:chgData name="Oubayy Ahale" userId="298e17fb-e76b-4eb1-9a5c-0f5800761aa1" providerId="ADAL" clId="{5793E8B6-776E-4D51-94AA-D25AEA2DDEA0}" dt="2025-11-18T16:45:26.011" v="590"/>
          <ac:inkMkLst>
            <pc:docMk/>
            <pc:sldMk cId="2925950333" sldId="289"/>
            <ac:inkMk id="73" creationId="{A3ED0028-8F2B-7160-D39E-E50E39AFFBB9}"/>
          </ac:inkMkLst>
        </pc:inkChg>
        <pc:inkChg chg="add del">
          <ac:chgData name="Oubayy Ahale" userId="298e17fb-e76b-4eb1-9a5c-0f5800761aa1" providerId="ADAL" clId="{5793E8B6-776E-4D51-94AA-D25AEA2DDEA0}" dt="2025-11-18T16:45:27.709" v="592"/>
          <ac:inkMkLst>
            <pc:docMk/>
            <pc:sldMk cId="2925950333" sldId="289"/>
            <ac:inkMk id="74" creationId="{B958F7E7-324B-DCA2-3B1B-9999E8EF9972}"/>
          </ac:inkMkLst>
        </pc:inkChg>
        <pc:inkChg chg="add mod">
          <ac:chgData name="Oubayy Ahale" userId="298e17fb-e76b-4eb1-9a5c-0f5800761aa1" providerId="ADAL" clId="{5793E8B6-776E-4D51-94AA-D25AEA2DDEA0}" dt="2025-11-18T16:45:33.613" v="595"/>
          <ac:inkMkLst>
            <pc:docMk/>
            <pc:sldMk cId="2925950333" sldId="289"/>
            <ac:inkMk id="75" creationId="{F44BE388-7588-EEB3-BCA5-3D474068E9C2}"/>
          </ac:inkMkLst>
        </pc:inkChg>
        <pc:inkChg chg="add mod">
          <ac:chgData name="Oubayy Ahale" userId="298e17fb-e76b-4eb1-9a5c-0f5800761aa1" providerId="ADAL" clId="{5793E8B6-776E-4D51-94AA-D25AEA2DDEA0}" dt="2025-11-18T16:45:33.613" v="595"/>
          <ac:inkMkLst>
            <pc:docMk/>
            <pc:sldMk cId="2925950333" sldId="289"/>
            <ac:inkMk id="76" creationId="{9A132D83-3C65-1C93-EB4D-1728125E9EDA}"/>
          </ac:inkMkLst>
        </pc:inkChg>
        <pc:inkChg chg="add mod">
          <ac:chgData name="Oubayy Ahale" userId="298e17fb-e76b-4eb1-9a5c-0f5800761aa1" providerId="ADAL" clId="{5793E8B6-776E-4D51-94AA-D25AEA2DDEA0}" dt="2025-11-18T16:46:01.254" v="603"/>
          <ac:inkMkLst>
            <pc:docMk/>
            <pc:sldMk cId="2925950333" sldId="289"/>
            <ac:inkMk id="78" creationId="{63E74816-1BE6-70D0-710E-2EB1DC85080F}"/>
          </ac:inkMkLst>
        </pc:inkChg>
        <pc:inkChg chg="add mod">
          <ac:chgData name="Oubayy Ahale" userId="298e17fb-e76b-4eb1-9a5c-0f5800761aa1" providerId="ADAL" clId="{5793E8B6-776E-4D51-94AA-D25AEA2DDEA0}" dt="2025-11-18T16:46:01.254" v="603"/>
          <ac:inkMkLst>
            <pc:docMk/>
            <pc:sldMk cId="2925950333" sldId="289"/>
            <ac:inkMk id="79" creationId="{C746F29B-10C3-CFF3-8DDA-0FFA5982FE27}"/>
          </ac:inkMkLst>
        </pc:inkChg>
        <pc:inkChg chg="add mod">
          <ac:chgData name="Oubayy Ahale" userId="298e17fb-e76b-4eb1-9a5c-0f5800761aa1" providerId="ADAL" clId="{5793E8B6-776E-4D51-94AA-D25AEA2DDEA0}" dt="2025-11-18T16:46:01.254" v="603"/>
          <ac:inkMkLst>
            <pc:docMk/>
            <pc:sldMk cId="2925950333" sldId="289"/>
            <ac:inkMk id="80" creationId="{848BD2A8-D702-8D6A-0BE7-8E42E38AE452}"/>
          </ac:inkMkLst>
        </pc:inkChg>
        <pc:inkChg chg="add mod">
          <ac:chgData name="Oubayy Ahale" userId="298e17fb-e76b-4eb1-9a5c-0f5800761aa1" providerId="ADAL" clId="{5793E8B6-776E-4D51-94AA-D25AEA2DDEA0}" dt="2025-11-18T16:46:01.254" v="603"/>
          <ac:inkMkLst>
            <pc:docMk/>
            <pc:sldMk cId="2925950333" sldId="289"/>
            <ac:inkMk id="82" creationId="{5552C87F-F22A-EC45-75DA-026ADBEDD50E}"/>
          </ac:inkMkLst>
        </pc:inkChg>
        <pc:inkChg chg="add mod">
          <ac:chgData name="Oubayy Ahale" userId="298e17fb-e76b-4eb1-9a5c-0f5800761aa1" providerId="ADAL" clId="{5793E8B6-776E-4D51-94AA-D25AEA2DDEA0}" dt="2025-11-18T16:46:01.254" v="603"/>
          <ac:inkMkLst>
            <pc:docMk/>
            <pc:sldMk cId="2925950333" sldId="289"/>
            <ac:inkMk id="83" creationId="{DE03FDB3-9258-3975-57E8-043895965CF6}"/>
          </ac:inkMkLst>
        </pc:inkChg>
        <pc:inkChg chg="add mod">
          <ac:chgData name="Oubayy Ahale" userId="298e17fb-e76b-4eb1-9a5c-0f5800761aa1" providerId="ADAL" clId="{5793E8B6-776E-4D51-94AA-D25AEA2DDEA0}" dt="2025-11-18T16:46:01.254" v="603"/>
          <ac:inkMkLst>
            <pc:docMk/>
            <pc:sldMk cId="2925950333" sldId="289"/>
            <ac:inkMk id="84" creationId="{47E0B357-F2E9-CF43-BE9B-F8EA04569211}"/>
          </ac:inkMkLst>
        </pc:inkChg>
      </pc:sldChg>
      <pc:sldChg chg="addSp delSp modSp mod">
        <pc:chgData name="Oubayy Ahale" userId="298e17fb-e76b-4eb1-9a5c-0f5800761aa1" providerId="ADAL" clId="{5793E8B6-776E-4D51-94AA-D25AEA2DDEA0}" dt="2025-11-18T16:50:55.722" v="643" actId="5793"/>
        <pc:sldMkLst>
          <pc:docMk/>
          <pc:sldMk cId="3263223135" sldId="290"/>
        </pc:sldMkLst>
        <pc:spChg chg="mod">
          <ac:chgData name="Oubayy Ahale" userId="298e17fb-e76b-4eb1-9a5c-0f5800761aa1" providerId="ADAL" clId="{5793E8B6-776E-4D51-94AA-D25AEA2DDEA0}" dt="2025-11-18T16:50:55.722" v="643" actId="5793"/>
          <ac:spMkLst>
            <pc:docMk/>
            <pc:sldMk cId="3263223135" sldId="290"/>
            <ac:spMk id="15" creationId="{0D14B39D-DFAB-582A-B846-1015D8A431CA}"/>
          </ac:spMkLst>
        </pc:spChg>
        <pc:grpChg chg="add mod">
          <ac:chgData name="Oubayy Ahale" userId="298e17fb-e76b-4eb1-9a5c-0f5800761aa1" providerId="ADAL" clId="{5793E8B6-776E-4D51-94AA-D25AEA2DDEA0}" dt="2025-11-18T16:48:21.928" v="614"/>
          <ac:grpSpMkLst>
            <pc:docMk/>
            <pc:sldMk cId="3263223135" sldId="290"/>
            <ac:grpSpMk id="19" creationId="{162E166D-8475-7364-F6EF-C5A2FA0A632B}"/>
          </ac:grpSpMkLst>
        </pc:grpChg>
        <pc:grpChg chg="add mod">
          <ac:chgData name="Oubayy Ahale" userId="298e17fb-e76b-4eb1-9a5c-0f5800761aa1" providerId="ADAL" clId="{5793E8B6-776E-4D51-94AA-D25AEA2DDEA0}" dt="2025-11-18T16:48:21.928" v="614"/>
          <ac:grpSpMkLst>
            <pc:docMk/>
            <pc:sldMk cId="3263223135" sldId="290"/>
            <ac:grpSpMk id="27" creationId="{ED220C1E-B522-3E86-5838-6CFC07907E00}"/>
          </ac:grpSpMkLst>
        </pc:grpChg>
        <pc:grpChg chg="add mod">
          <ac:chgData name="Oubayy Ahale" userId="298e17fb-e76b-4eb1-9a5c-0f5800761aa1" providerId="ADAL" clId="{5793E8B6-776E-4D51-94AA-D25AEA2DDEA0}" dt="2025-11-18T16:48:21.928" v="614"/>
          <ac:grpSpMkLst>
            <pc:docMk/>
            <pc:sldMk cId="3263223135" sldId="290"/>
            <ac:grpSpMk id="36" creationId="{1700086C-E82B-4B90-D623-D9451525216D}"/>
          </ac:grpSpMkLst>
        </pc:grpChg>
        <pc:grpChg chg="add mod">
          <ac:chgData name="Oubayy Ahale" userId="298e17fb-e76b-4eb1-9a5c-0f5800761aa1" providerId="ADAL" clId="{5793E8B6-776E-4D51-94AA-D25AEA2DDEA0}" dt="2025-11-18T16:48:21.928" v="614"/>
          <ac:grpSpMkLst>
            <pc:docMk/>
            <pc:sldMk cId="3263223135" sldId="290"/>
            <ac:grpSpMk id="45" creationId="{53703610-963E-78CF-FCBC-9F0053F16C3C}"/>
          </ac:grpSpMkLst>
        </pc:grpChg>
        <pc:grpChg chg="add mod">
          <ac:chgData name="Oubayy Ahale" userId="298e17fb-e76b-4eb1-9a5c-0f5800761aa1" providerId="ADAL" clId="{5793E8B6-776E-4D51-94AA-D25AEA2DDEA0}" dt="2025-11-18T16:48:21.928" v="614"/>
          <ac:grpSpMkLst>
            <pc:docMk/>
            <pc:sldMk cId="3263223135" sldId="290"/>
            <ac:grpSpMk id="49" creationId="{EF19C111-FD73-DF3A-63BD-C33655C5EA67}"/>
          </ac:grpSpMkLst>
        </pc:grpChg>
        <pc:grpChg chg="add mod">
          <ac:chgData name="Oubayy Ahale" userId="298e17fb-e76b-4eb1-9a5c-0f5800761aa1" providerId="ADAL" clId="{5793E8B6-776E-4D51-94AA-D25AEA2DDEA0}" dt="2025-11-18T16:48:21.928" v="614"/>
          <ac:grpSpMkLst>
            <pc:docMk/>
            <pc:sldMk cId="3263223135" sldId="290"/>
            <ac:grpSpMk id="55" creationId="{C72F1BDB-BCE7-0790-B945-8599A1F190A1}"/>
          </ac:grpSpMkLst>
        </pc:grpChg>
        <pc:grpChg chg="add mod">
          <ac:chgData name="Oubayy Ahale" userId="298e17fb-e76b-4eb1-9a5c-0f5800761aa1" providerId="ADAL" clId="{5793E8B6-776E-4D51-94AA-D25AEA2DDEA0}" dt="2025-11-18T16:48:21.928" v="614"/>
          <ac:grpSpMkLst>
            <pc:docMk/>
            <pc:sldMk cId="3263223135" sldId="290"/>
            <ac:grpSpMk id="58" creationId="{FCD00C7C-982A-9A8D-2E9F-8BE2C29D2881}"/>
          </ac:grpSpMkLst>
        </pc:grpChg>
        <pc:grpChg chg="mod">
          <ac:chgData name="Oubayy Ahale" userId="298e17fb-e76b-4eb1-9a5c-0f5800761aa1" providerId="ADAL" clId="{5793E8B6-776E-4D51-94AA-D25AEA2DDEA0}" dt="2025-11-18T16:49:16.819" v="622"/>
          <ac:grpSpMkLst>
            <pc:docMk/>
            <pc:sldMk cId="3263223135" sldId="290"/>
            <ac:grpSpMk id="71" creationId="{BF7BB1F3-ABE2-8724-3EB0-B625E84F8F0A}"/>
          </ac:grpSpMkLst>
        </pc:grpChg>
        <pc:grpChg chg="del mod">
          <ac:chgData name="Oubayy Ahale" userId="298e17fb-e76b-4eb1-9a5c-0f5800761aa1" providerId="ADAL" clId="{5793E8B6-776E-4D51-94AA-D25AEA2DDEA0}" dt="2025-11-18T16:49:19.730" v="627"/>
          <ac:grpSpMkLst>
            <pc:docMk/>
            <pc:sldMk cId="3263223135" sldId="290"/>
            <ac:grpSpMk id="74" creationId="{888A6454-24B4-4969-279F-318093896DFE}"/>
          </ac:grpSpMkLst>
        </pc:grpChg>
        <pc:grpChg chg="add del mod">
          <ac:chgData name="Oubayy Ahale" userId="298e17fb-e76b-4eb1-9a5c-0f5800761aa1" providerId="ADAL" clId="{5793E8B6-776E-4D51-94AA-D25AEA2DDEA0}" dt="2025-11-18T16:49:27.534" v="638"/>
          <ac:grpSpMkLst>
            <pc:docMk/>
            <pc:sldMk cId="3263223135" sldId="290"/>
            <ac:grpSpMk id="76" creationId="{3326C3F1-08F8-BA2E-C242-09F44E5627A2}"/>
          </ac:grpSpMkLst>
        </pc:grpChg>
        <pc:grpChg chg="mod">
          <ac:chgData name="Oubayy Ahale" userId="298e17fb-e76b-4eb1-9a5c-0f5800761aa1" providerId="ADAL" clId="{5793E8B6-776E-4D51-94AA-D25AEA2DDEA0}" dt="2025-11-18T16:49:27.534" v="638"/>
          <ac:grpSpMkLst>
            <pc:docMk/>
            <pc:sldMk cId="3263223135" sldId="290"/>
            <ac:grpSpMk id="79" creationId="{C9AA2CBA-2858-B30B-0512-1C7F50C12071}"/>
          </ac:grpSpMkLst>
        </pc:grpChg>
        <pc:grpChg chg="mod">
          <ac:chgData name="Oubayy Ahale" userId="298e17fb-e76b-4eb1-9a5c-0f5800761aa1" providerId="ADAL" clId="{5793E8B6-776E-4D51-94AA-D25AEA2DDEA0}" dt="2025-11-18T16:49:25.455" v="634"/>
          <ac:grpSpMkLst>
            <pc:docMk/>
            <pc:sldMk cId="3263223135" sldId="290"/>
            <ac:grpSpMk id="81" creationId="{3AB7E5DA-541D-0D72-AFA3-B07679CBEA75}"/>
          </ac:grpSpMkLst>
        </pc:grpChg>
        <pc:picChg chg="add del mod">
          <ac:chgData name="Oubayy Ahale" userId="298e17fb-e76b-4eb1-9a5c-0f5800761aa1" providerId="ADAL" clId="{5793E8B6-776E-4D51-94AA-D25AEA2DDEA0}" dt="2025-11-18T16:48:21.099" v="613" actId="478"/>
          <ac:picMkLst>
            <pc:docMk/>
            <pc:sldMk cId="3263223135" sldId="290"/>
            <ac:picMk id="2" creationId="{93D975D1-8D7E-544C-0187-313ABF8F3906}"/>
          </ac:picMkLst>
        </pc:picChg>
        <pc:picChg chg="del">
          <ac:chgData name="Oubayy Ahale" userId="298e17fb-e76b-4eb1-9a5c-0f5800761aa1" providerId="ADAL" clId="{5793E8B6-776E-4D51-94AA-D25AEA2DDEA0}" dt="2025-11-18T16:33:14.904" v="450" actId="478"/>
          <ac:picMkLst>
            <pc:docMk/>
            <pc:sldMk cId="3263223135" sldId="290"/>
            <ac:picMk id="4" creationId="{A3442EC6-ADC6-A2EC-A880-D5954956B3DA}"/>
          </ac:picMkLst>
        </pc:picChg>
        <pc:picChg chg="add mod">
          <ac:chgData name="Oubayy Ahale" userId="298e17fb-e76b-4eb1-9a5c-0f5800761aa1" providerId="ADAL" clId="{5793E8B6-776E-4D51-94AA-D25AEA2DDEA0}" dt="2025-11-18T16:48:21.928" v="614"/>
          <ac:picMkLst>
            <pc:docMk/>
            <pc:sldMk cId="3263223135" sldId="290"/>
            <ac:picMk id="5" creationId="{4931C0E3-F129-C983-1AED-D993759A30AF}"/>
          </ac:picMkLst>
        </pc:picChg>
        <pc:picChg chg="add mod">
          <ac:chgData name="Oubayy Ahale" userId="298e17fb-e76b-4eb1-9a5c-0f5800761aa1" providerId="ADAL" clId="{5793E8B6-776E-4D51-94AA-D25AEA2DDEA0}" dt="2025-11-18T16:48:31.881" v="616" actId="1076"/>
          <ac:picMkLst>
            <pc:docMk/>
            <pc:sldMk cId="3263223135" sldId="290"/>
            <ac:picMk id="65" creationId="{60EA7BA6-0E71-6708-9227-5F23CAE925ED}"/>
          </ac:picMkLst>
        </pc:picChg>
        <pc:inkChg chg="mod">
          <ac:chgData name="Oubayy Ahale" userId="298e17fb-e76b-4eb1-9a5c-0f5800761aa1" providerId="ADAL" clId="{5793E8B6-776E-4D51-94AA-D25AEA2DDEA0}" dt="2025-11-18T16:48:21.928" v="614"/>
          <ac:inkMkLst>
            <pc:docMk/>
            <pc:sldMk cId="3263223135" sldId="290"/>
            <ac:inkMk id="28" creationId="{65CA492C-CA78-8C37-8E25-C7958B47A336}"/>
          </ac:inkMkLst>
        </pc:inkChg>
        <pc:inkChg chg="mod">
          <ac:chgData name="Oubayy Ahale" userId="298e17fb-e76b-4eb1-9a5c-0f5800761aa1" providerId="ADAL" clId="{5793E8B6-776E-4D51-94AA-D25AEA2DDEA0}" dt="2025-11-18T16:48:21.928" v="614"/>
          <ac:inkMkLst>
            <pc:docMk/>
            <pc:sldMk cId="3263223135" sldId="290"/>
            <ac:inkMk id="44" creationId="{B4840CBA-1127-5ADC-339A-0EB2718B3A8D}"/>
          </ac:inkMkLst>
        </pc:inkChg>
        <pc:inkChg chg="add">
          <ac:chgData name="Oubayy Ahale" userId="298e17fb-e76b-4eb1-9a5c-0f5800761aa1" providerId="ADAL" clId="{5793E8B6-776E-4D51-94AA-D25AEA2DDEA0}" dt="2025-11-18T16:48:50.688" v="617" actId="9405"/>
          <ac:inkMkLst>
            <pc:docMk/>
            <pc:sldMk cId="3263223135" sldId="290"/>
            <ac:inkMk id="66" creationId="{7297EB2D-4E4D-CD7A-7E78-CCF32D5303C7}"/>
          </ac:inkMkLst>
        </pc:inkChg>
        <pc:inkChg chg="add">
          <ac:chgData name="Oubayy Ahale" userId="298e17fb-e76b-4eb1-9a5c-0f5800761aa1" providerId="ADAL" clId="{5793E8B6-776E-4D51-94AA-D25AEA2DDEA0}" dt="2025-11-18T16:48:53.616" v="618" actId="9405"/>
          <ac:inkMkLst>
            <pc:docMk/>
            <pc:sldMk cId="3263223135" sldId="290"/>
            <ac:inkMk id="67" creationId="{DD355832-CCAC-FD2F-16EB-D7008C13F209}"/>
          </ac:inkMkLst>
        </pc:inkChg>
        <pc:inkChg chg="add">
          <ac:chgData name="Oubayy Ahale" userId="298e17fb-e76b-4eb1-9a5c-0f5800761aa1" providerId="ADAL" clId="{5793E8B6-776E-4D51-94AA-D25AEA2DDEA0}" dt="2025-11-18T16:48:59.303" v="619" actId="9405"/>
          <ac:inkMkLst>
            <pc:docMk/>
            <pc:sldMk cId="3263223135" sldId="290"/>
            <ac:inkMk id="68" creationId="{7F9A2A77-97CA-C524-2C99-C374BAB21633}"/>
          </ac:inkMkLst>
        </pc:inkChg>
        <pc:inkChg chg="add mod">
          <ac:chgData name="Oubayy Ahale" userId="298e17fb-e76b-4eb1-9a5c-0f5800761aa1" providerId="ADAL" clId="{5793E8B6-776E-4D51-94AA-D25AEA2DDEA0}" dt="2025-11-18T16:49:16.819" v="622"/>
          <ac:inkMkLst>
            <pc:docMk/>
            <pc:sldMk cId="3263223135" sldId="290"/>
            <ac:inkMk id="69" creationId="{1300AF61-DF7A-D2DB-B826-94F56BC2A233}"/>
          </ac:inkMkLst>
        </pc:inkChg>
        <pc:inkChg chg="add mod">
          <ac:chgData name="Oubayy Ahale" userId="298e17fb-e76b-4eb1-9a5c-0f5800761aa1" providerId="ADAL" clId="{5793E8B6-776E-4D51-94AA-D25AEA2DDEA0}" dt="2025-11-18T16:49:16.819" v="622"/>
          <ac:inkMkLst>
            <pc:docMk/>
            <pc:sldMk cId="3263223135" sldId="290"/>
            <ac:inkMk id="70" creationId="{0E2F42CB-CED1-D643-DB68-240064B3C141}"/>
          </ac:inkMkLst>
        </pc:inkChg>
        <pc:inkChg chg="add mod">
          <ac:chgData name="Oubayy Ahale" userId="298e17fb-e76b-4eb1-9a5c-0f5800761aa1" providerId="ADAL" clId="{5793E8B6-776E-4D51-94AA-D25AEA2DDEA0}" dt="2025-11-18T16:49:27.534" v="638"/>
          <ac:inkMkLst>
            <pc:docMk/>
            <pc:sldMk cId="3263223135" sldId="290"/>
            <ac:inkMk id="72" creationId="{560AB634-FC91-B674-8649-70159393E3BD}"/>
          </ac:inkMkLst>
        </pc:inkChg>
        <pc:inkChg chg="add mod">
          <ac:chgData name="Oubayy Ahale" userId="298e17fb-e76b-4eb1-9a5c-0f5800761aa1" providerId="ADAL" clId="{5793E8B6-776E-4D51-94AA-D25AEA2DDEA0}" dt="2025-11-18T16:49:27.534" v="638"/>
          <ac:inkMkLst>
            <pc:docMk/>
            <pc:sldMk cId="3263223135" sldId="290"/>
            <ac:inkMk id="73" creationId="{421F1C3B-12FD-41E5-F748-7AE87ABC7F96}"/>
          </ac:inkMkLst>
        </pc:inkChg>
        <pc:inkChg chg="add mod">
          <ac:chgData name="Oubayy Ahale" userId="298e17fb-e76b-4eb1-9a5c-0f5800761aa1" providerId="ADAL" clId="{5793E8B6-776E-4D51-94AA-D25AEA2DDEA0}" dt="2025-11-18T16:49:27.534" v="638"/>
          <ac:inkMkLst>
            <pc:docMk/>
            <pc:sldMk cId="3263223135" sldId="290"/>
            <ac:inkMk id="75" creationId="{648963CA-B0D6-DDD1-57B5-252A335B21F7}"/>
          </ac:inkMkLst>
        </pc:inkChg>
        <pc:inkChg chg="add mod">
          <ac:chgData name="Oubayy Ahale" userId="298e17fb-e76b-4eb1-9a5c-0f5800761aa1" providerId="ADAL" clId="{5793E8B6-776E-4D51-94AA-D25AEA2DDEA0}" dt="2025-11-18T16:49:27.534" v="638"/>
          <ac:inkMkLst>
            <pc:docMk/>
            <pc:sldMk cId="3263223135" sldId="290"/>
            <ac:inkMk id="77" creationId="{06F7C2AE-D3AB-A959-7B84-088EF7723614}"/>
          </ac:inkMkLst>
        </pc:inkChg>
        <pc:inkChg chg="add del mod">
          <ac:chgData name="Oubayy Ahale" userId="298e17fb-e76b-4eb1-9a5c-0f5800761aa1" providerId="ADAL" clId="{5793E8B6-776E-4D51-94AA-D25AEA2DDEA0}" dt="2025-11-18T16:49:27.532" v="637" actId="9405"/>
          <ac:inkMkLst>
            <pc:docMk/>
            <pc:sldMk cId="3263223135" sldId="290"/>
            <ac:inkMk id="78" creationId="{EB03E280-20E1-456F-281B-D4723DB9DB0B}"/>
          </ac:inkMkLst>
        </pc:inkChg>
        <pc:inkChg chg="add del mod">
          <ac:chgData name="Oubayy Ahale" userId="298e17fb-e76b-4eb1-9a5c-0f5800761aa1" providerId="ADAL" clId="{5793E8B6-776E-4D51-94AA-D25AEA2DDEA0}" dt="2025-11-18T16:49:25.455" v="634"/>
          <ac:inkMkLst>
            <pc:docMk/>
            <pc:sldMk cId="3263223135" sldId="290"/>
            <ac:inkMk id="80" creationId="{68D30316-6E15-AE3A-1E62-4FD704C821EF}"/>
          </ac:inkMkLst>
        </pc:inkChg>
        <pc:inkChg chg="add">
          <ac:chgData name="Oubayy Ahale" userId="298e17fb-e76b-4eb1-9a5c-0f5800761aa1" providerId="ADAL" clId="{5793E8B6-776E-4D51-94AA-D25AEA2DDEA0}" dt="2025-11-18T16:49:29.449" v="639" actId="9405"/>
          <ac:inkMkLst>
            <pc:docMk/>
            <pc:sldMk cId="3263223135" sldId="290"/>
            <ac:inkMk id="82" creationId="{51093000-4C95-5281-6EF6-61B6506EE3A6}"/>
          </ac:inkMkLst>
        </pc:inkChg>
      </pc:sldChg>
      <pc:sldChg chg="addSp delSp modSp mod modClrScheme chgLayout">
        <pc:chgData name="Oubayy Ahale" userId="298e17fb-e76b-4eb1-9a5c-0f5800761aa1" providerId="ADAL" clId="{5793E8B6-776E-4D51-94AA-D25AEA2DDEA0}" dt="2025-11-18T16:46:13.342" v="609"/>
        <pc:sldMkLst>
          <pc:docMk/>
          <pc:sldMk cId="3726943933" sldId="291"/>
        </pc:sldMkLst>
        <pc:spChg chg="mod">
          <ac:chgData name="Oubayy Ahale" userId="298e17fb-e76b-4eb1-9a5c-0f5800761aa1" providerId="ADAL" clId="{5793E8B6-776E-4D51-94AA-D25AEA2DDEA0}" dt="2025-11-18T16:33:58.292" v="456" actId="26606"/>
          <ac:spMkLst>
            <pc:docMk/>
            <pc:sldMk cId="3726943933" sldId="291"/>
            <ac:spMk id="3" creationId="{986CA841-C003-AAB8-B3C6-6365F5E96B2F}"/>
          </ac:spMkLst>
        </pc:spChg>
        <pc:spChg chg="mod ord">
          <ac:chgData name="Oubayy Ahale" userId="298e17fb-e76b-4eb1-9a5c-0f5800761aa1" providerId="ADAL" clId="{5793E8B6-776E-4D51-94AA-D25AEA2DDEA0}" dt="2025-11-18T16:33:58.292" v="456" actId="26606"/>
          <ac:spMkLst>
            <pc:docMk/>
            <pc:sldMk cId="3726943933" sldId="291"/>
            <ac:spMk id="6" creationId="{F3E7C908-37F4-20B2-DE57-19B802F1DD3E}"/>
          </ac:spMkLst>
        </pc:spChg>
        <pc:spChg chg="mod ord">
          <ac:chgData name="Oubayy Ahale" userId="298e17fb-e76b-4eb1-9a5c-0f5800761aa1" providerId="ADAL" clId="{5793E8B6-776E-4D51-94AA-D25AEA2DDEA0}" dt="2025-11-18T16:33:58.292" v="456" actId="26606"/>
          <ac:spMkLst>
            <pc:docMk/>
            <pc:sldMk cId="3726943933" sldId="291"/>
            <ac:spMk id="15" creationId="{BE038EE2-F4BA-9C04-2406-58ACDC5520F2}"/>
          </ac:spMkLst>
        </pc:spChg>
        <pc:spChg chg="add del mod">
          <ac:chgData name="Oubayy Ahale" userId="298e17fb-e76b-4eb1-9a5c-0f5800761aa1" providerId="ADAL" clId="{5793E8B6-776E-4D51-94AA-D25AEA2DDEA0}" dt="2025-11-18T16:33:58.292" v="456" actId="26606"/>
          <ac:spMkLst>
            <pc:docMk/>
            <pc:sldMk cId="3726943933" sldId="291"/>
            <ac:spMk id="20" creationId="{91D9EF1B-0819-34C7-006E-4886857F86D8}"/>
          </ac:spMkLst>
        </pc:spChg>
        <pc:spChg chg="add del mod">
          <ac:chgData name="Oubayy Ahale" userId="298e17fb-e76b-4eb1-9a5c-0f5800761aa1" providerId="ADAL" clId="{5793E8B6-776E-4D51-94AA-D25AEA2DDEA0}" dt="2025-11-18T16:33:58.292" v="456" actId="26606"/>
          <ac:spMkLst>
            <pc:docMk/>
            <pc:sldMk cId="3726943933" sldId="291"/>
            <ac:spMk id="22" creationId="{A8F213EC-3345-4A55-7A97-051C58C37F94}"/>
          </ac:spMkLst>
        </pc:spChg>
        <pc:grpChg chg="del mod">
          <ac:chgData name="Oubayy Ahale" userId="298e17fb-e76b-4eb1-9a5c-0f5800761aa1" providerId="ADAL" clId="{5793E8B6-776E-4D51-94AA-D25AEA2DDEA0}" dt="2025-11-18T16:40:24.729" v="488"/>
          <ac:grpSpMkLst>
            <pc:docMk/>
            <pc:sldMk cId="3726943933" sldId="291"/>
            <ac:grpSpMk id="10" creationId="{AE8383ED-807A-254A-CD6A-07BCBF30D7C0}"/>
          </ac:grpSpMkLst>
        </pc:grpChg>
        <pc:grpChg chg="del mod">
          <ac:chgData name="Oubayy Ahale" userId="298e17fb-e76b-4eb1-9a5c-0f5800761aa1" providerId="ADAL" clId="{5793E8B6-776E-4D51-94AA-D25AEA2DDEA0}" dt="2025-11-18T16:41:30.161" v="495"/>
          <ac:grpSpMkLst>
            <pc:docMk/>
            <pc:sldMk cId="3726943933" sldId="291"/>
            <ac:grpSpMk id="14" creationId="{C14609F8-BF1C-723E-A69E-13ADFF21D105}"/>
          </ac:grpSpMkLst>
        </pc:grpChg>
        <pc:grpChg chg="mod">
          <ac:chgData name="Oubayy Ahale" userId="298e17fb-e76b-4eb1-9a5c-0f5800761aa1" providerId="ADAL" clId="{5793E8B6-776E-4D51-94AA-D25AEA2DDEA0}" dt="2025-11-18T16:46:13.342" v="609"/>
          <ac:grpSpMkLst>
            <pc:docMk/>
            <pc:sldMk cId="3726943933" sldId="291"/>
            <ac:grpSpMk id="19" creationId="{6CEF7E26-3155-0477-E38D-9810C03E305A}"/>
          </ac:grpSpMkLst>
        </pc:grpChg>
        <pc:picChg chg="add mod">
          <ac:chgData name="Oubayy Ahale" userId="298e17fb-e76b-4eb1-9a5c-0f5800761aa1" providerId="ADAL" clId="{5793E8B6-776E-4D51-94AA-D25AEA2DDEA0}" dt="2025-11-18T16:34:12.462" v="459" actId="1076"/>
          <ac:picMkLst>
            <pc:docMk/>
            <pc:sldMk cId="3726943933" sldId="291"/>
            <ac:picMk id="2" creationId="{D3C24BB8-9013-5284-6A9A-D46574073B4F}"/>
          </ac:picMkLst>
        </pc:picChg>
        <pc:picChg chg="del">
          <ac:chgData name="Oubayy Ahale" userId="298e17fb-e76b-4eb1-9a5c-0f5800761aa1" providerId="ADAL" clId="{5793E8B6-776E-4D51-94AA-D25AEA2DDEA0}" dt="2025-11-18T16:33:00.039" v="447" actId="478"/>
          <ac:picMkLst>
            <pc:docMk/>
            <pc:sldMk cId="3726943933" sldId="291"/>
            <ac:picMk id="4" creationId="{7DCF1D5E-2A5E-0AC4-76F5-DB61F978BDF6}"/>
          </ac:picMkLst>
        </pc:picChg>
        <pc:inkChg chg="add del">
          <ac:chgData name="Oubayy Ahale" userId="298e17fb-e76b-4eb1-9a5c-0f5800761aa1" providerId="ADAL" clId="{5793E8B6-776E-4D51-94AA-D25AEA2DDEA0}" dt="2025-11-18T16:40:17.994" v="482"/>
          <ac:inkMkLst>
            <pc:docMk/>
            <pc:sldMk cId="3726943933" sldId="291"/>
            <ac:inkMk id="5" creationId="{8798831D-549B-E170-7EF0-03F7E38A69A0}"/>
          </ac:inkMkLst>
        </pc:inkChg>
        <pc:inkChg chg="add del mod">
          <ac:chgData name="Oubayy Ahale" userId="298e17fb-e76b-4eb1-9a5c-0f5800761aa1" providerId="ADAL" clId="{5793E8B6-776E-4D51-94AA-D25AEA2DDEA0}" dt="2025-11-18T16:40:24.729" v="488"/>
          <ac:inkMkLst>
            <pc:docMk/>
            <pc:sldMk cId="3726943933" sldId="291"/>
            <ac:inkMk id="7" creationId="{214CE4DF-0CCE-2F05-B0F6-530884956772}"/>
          </ac:inkMkLst>
        </pc:inkChg>
        <pc:inkChg chg="add del mod">
          <ac:chgData name="Oubayy Ahale" userId="298e17fb-e76b-4eb1-9a5c-0f5800761aa1" providerId="ADAL" clId="{5793E8B6-776E-4D51-94AA-D25AEA2DDEA0}" dt="2025-11-18T16:40:24.729" v="487"/>
          <ac:inkMkLst>
            <pc:docMk/>
            <pc:sldMk cId="3726943933" sldId="291"/>
            <ac:inkMk id="8" creationId="{F06F8C1C-5C5B-024B-F8A9-42DA61E65A8E}"/>
          </ac:inkMkLst>
        </pc:inkChg>
        <pc:inkChg chg="add del mod">
          <ac:chgData name="Oubayy Ahale" userId="298e17fb-e76b-4eb1-9a5c-0f5800761aa1" providerId="ADAL" clId="{5793E8B6-776E-4D51-94AA-D25AEA2DDEA0}" dt="2025-11-18T16:40:25.409" v="489"/>
          <ac:inkMkLst>
            <pc:docMk/>
            <pc:sldMk cId="3726943933" sldId="291"/>
            <ac:inkMk id="9" creationId="{84390D44-F7E4-6630-C0E5-114523E93D10}"/>
          </ac:inkMkLst>
        </pc:inkChg>
        <pc:inkChg chg="add del mod">
          <ac:chgData name="Oubayy Ahale" userId="298e17fb-e76b-4eb1-9a5c-0f5800761aa1" providerId="ADAL" clId="{5793E8B6-776E-4D51-94AA-D25AEA2DDEA0}" dt="2025-11-18T16:41:30.161" v="495"/>
          <ac:inkMkLst>
            <pc:docMk/>
            <pc:sldMk cId="3726943933" sldId="291"/>
            <ac:inkMk id="11" creationId="{AFB37E20-8FE1-8FAE-D0FC-8450C6DDDDF8}"/>
          </ac:inkMkLst>
        </pc:inkChg>
        <pc:inkChg chg="add del mod">
          <ac:chgData name="Oubayy Ahale" userId="298e17fb-e76b-4eb1-9a5c-0f5800761aa1" providerId="ADAL" clId="{5793E8B6-776E-4D51-94AA-D25AEA2DDEA0}" dt="2025-11-18T16:41:30.064" v="494"/>
          <ac:inkMkLst>
            <pc:docMk/>
            <pc:sldMk cId="3726943933" sldId="291"/>
            <ac:inkMk id="12" creationId="{D3F7A239-7C88-63DC-35B0-B4A2824B8871}"/>
          </ac:inkMkLst>
        </pc:inkChg>
        <pc:inkChg chg="add del mod">
          <ac:chgData name="Oubayy Ahale" userId="298e17fb-e76b-4eb1-9a5c-0f5800761aa1" providerId="ADAL" clId="{5793E8B6-776E-4D51-94AA-D25AEA2DDEA0}" dt="2025-11-18T16:41:30.795" v="496"/>
          <ac:inkMkLst>
            <pc:docMk/>
            <pc:sldMk cId="3726943933" sldId="291"/>
            <ac:inkMk id="13" creationId="{50379941-E107-C197-25EC-03B435D4B2DC}"/>
          </ac:inkMkLst>
        </pc:inkChg>
        <pc:inkChg chg="add">
          <ac:chgData name="Oubayy Ahale" userId="298e17fb-e76b-4eb1-9a5c-0f5800761aa1" providerId="ADAL" clId="{5793E8B6-776E-4D51-94AA-D25AEA2DDEA0}" dt="2025-11-18T16:41:38.306" v="502" actId="9405"/>
          <ac:inkMkLst>
            <pc:docMk/>
            <pc:sldMk cId="3726943933" sldId="291"/>
            <ac:inkMk id="16" creationId="{B4BB7586-0E2C-690C-1DCA-D1103A6EC462}"/>
          </ac:inkMkLst>
        </pc:inkChg>
        <pc:inkChg chg="add mod">
          <ac:chgData name="Oubayy Ahale" userId="298e17fb-e76b-4eb1-9a5c-0f5800761aa1" providerId="ADAL" clId="{5793E8B6-776E-4D51-94AA-D25AEA2DDEA0}" dt="2025-11-18T16:46:13.342" v="609"/>
          <ac:inkMkLst>
            <pc:docMk/>
            <pc:sldMk cId="3726943933" sldId="291"/>
            <ac:inkMk id="17" creationId="{F48262D2-F3BA-0B37-8507-BC051BE184E9}"/>
          </ac:inkMkLst>
        </pc:inkChg>
        <pc:inkChg chg="add mod">
          <ac:chgData name="Oubayy Ahale" userId="298e17fb-e76b-4eb1-9a5c-0f5800761aa1" providerId="ADAL" clId="{5793E8B6-776E-4D51-94AA-D25AEA2DDEA0}" dt="2025-11-18T16:46:13.342" v="609"/>
          <ac:inkMkLst>
            <pc:docMk/>
            <pc:sldMk cId="3726943933" sldId="291"/>
            <ac:inkMk id="18" creationId="{5C498798-A416-1EAE-AF61-0C2B3A8FDBFB}"/>
          </ac:inkMkLst>
        </pc:inkChg>
      </pc:sldChg>
      <pc:sldChg chg="modSp new mod">
        <pc:chgData name="Oubayy Ahale" userId="298e17fb-e76b-4eb1-9a5c-0f5800761aa1" providerId="ADAL" clId="{5793E8B6-776E-4D51-94AA-D25AEA2DDEA0}" dt="2025-11-18T10:27:29.992" v="72" actId="20577"/>
        <pc:sldMkLst>
          <pc:docMk/>
          <pc:sldMk cId="1494062283" sldId="292"/>
        </pc:sldMkLst>
        <pc:spChg chg="mod">
          <ac:chgData name="Oubayy Ahale" userId="298e17fb-e76b-4eb1-9a5c-0f5800761aa1" providerId="ADAL" clId="{5793E8B6-776E-4D51-94AA-D25AEA2DDEA0}" dt="2025-11-18T10:26:56.443" v="12" actId="20577"/>
          <ac:spMkLst>
            <pc:docMk/>
            <pc:sldMk cId="1494062283" sldId="292"/>
            <ac:spMk id="2" creationId="{C2A919EE-8F8B-B876-7124-34E8EFD7ACC0}"/>
          </ac:spMkLst>
        </pc:spChg>
        <pc:spChg chg="mod">
          <ac:chgData name="Oubayy Ahale" userId="298e17fb-e76b-4eb1-9a5c-0f5800761aa1" providerId="ADAL" clId="{5793E8B6-776E-4D51-94AA-D25AEA2DDEA0}" dt="2025-11-18T10:27:29.992" v="72" actId="20577"/>
          <ac:spMkLst>
            <pc:docMk/>
            <pc:sldMk cId="1494062283" sldId="292"/>
            <ac:spMk id="3" creationId="{EC7F3526-EFCA-1EE5-7F73-745928675385}"/>
          </ac:spMkLst>
        </pc:spChg>
      </pc:sldChg>
      <pc:sldChg chg="addSp delSp modSp new mod">
        <pc:chgData name="Oubayy Ahale" userId="298e17fb-e76b-4eb1-9a5c-0f5800761aa1" providerId="ADAL" clId="{5793E8B6-776E-4D51-94AA-D25AEA2DDEA0}" dt="2025-11-18T16:04:19.262" v="256" actId="1076"/>
        <pc:sldMkLst>
          <pc:docMk/>
          <pc:sldMk cId="2913631634" sldId="293"/>
        </pc:sldMkLst>
        <pc:spChg chg="del">
          <ac:chgData name="Oubayy Ahale" userId="298e17fb-e76b-4eb1-9a5c-0f5800761aa1" providerId="ADAL" clId="{5793E8B6-776E-4D51-94AA-D25AEA2DDEA0}" dt="2025-11-18T15:59:58.730" v="170" actId="478"/>
          <ac:spMkLst>
            <pc:docMk/>
            <pc:sldMk cId="2913631634" sldId="293"/>
            <ac:spMk id="3" creationId="{510D72E2-A32C-3749-6689-5607B4AA73C9}"/>
          </ac:spMkLst>
        </pc:spChg>
        <pc:spChg chg="del">
          <ac:chgData name="Oubayy Ahale" userId="298e17fb-e76b-4eb1-9a5c-0f5800761aa1" providerId="ADAL" clId="{5793E8B6-776E-4D51-94AA-D25AEA2DDEA0}" dt="2025-11-18T16:00:00.723" v="171" actId="478"/>
          <ac:spMkLst>
            <pc:docMk/>
            <pc:sldMk cId="2913631634" sldId="293"/>
            <ac:spMk id="4" creationId="{D9E0E22C-F89B-E857-846F-FF576F059D23}"/>
          </ac:spMkLst>
        </pc:spChg>
        <pc:spChg chg="del">
          <ac:chgData name="Oubayy Ahale" userId="298e17fb-e76b-4eb1-9a5c-0f5800761aa1" providerId="ADAL" clId="{5793E8B6-776E-4D51-94AA-D25AEA2DDEA0}" dt="2025-11-18T15:58:52.027" v="165" actId="3680"/>
          <ac:spMkLst>
            <pc:docMk/>
            <pc:sldMk cId="2913631634" sldId="293"/>
            <ac:spMk id="5" creationId="{4631A650-48C5-A08F-C716-54AD3F25E0B8}"/>
          </ac:spMkLst>
        </pc:spChg>
        <pc:spChg chg="add mod">
          <ac:chgData name="Oubayy Ahale" userId="298e17fb-e76b-4eb1-9a5c-0f5800761aa1" providerId="ADAL" clId="{5793E8B6-776E-4D51-94AA-D25AEA2DDEA0}" dt="2025-11-18T16:04:19.262" v="256" actId="1076"/>
          <ac:spMkLst>
            <pc:docMk/>
            <pc:sldMk cId="2913631634" sldId="293"/>
            <ac:spMk id="74" creationId="{EF1B02FC-64F7-4632-87F1-E46863DF229F}"/>
          </ac:spMkLst>
        </pc:spChg>
        <pc:grpChg chg="mod">
          <ac:chgData name="Oubayy Ahale" userId="298e17fb-e76b-4eb1-9a5c-0f5800761aa1" providerId="ADAL" clId="{5793E8B6-776E-4D51-94AA-D25AEA2DDEA0}" dt="2025-11-18T16:02:05.862" v="189"/>
          <ac:grpSpMkLst>
            <pc:docMk/>
            <pc:sldMk cId="2913631634" sldId="293"/>
            <ac:grpSpMk id="20" creationId="{0D7F626A-E7BC-8D45-9D82-56FD73EE2F65}"/>
          </ac:grpSpMkLst>
        </pc:grpChg>
        <pc:grpChg chg="mod">
          <ac:chgData name="Oubayy Ahale" userId="298e17fb-e76b-4eb1-9a5c-0f5800761aa1" providerId="ADAL" clId="{5793E8B6-776E-4D51-94AA-D25AEA2DDEA0}" dt="2025-11-18T16:02:11.918" v="193"/>
          <ac:grpSpMkLst>
            <pc:docMk/>
            <pc:sldMk cId="2913631634" sldId="293"/>
            <ac:grpSpMk id="24" creationId="{62DC87C5-756F-D29F-D3FF-9308F338BC43}"/>
          </ac:grpSpMkLst>
        </pc:grpChg>
        <pc:grpChg chg="mod">
          <ac:chgData name="Oubayy Ahale" userId="298e17fb-e76b-4eb1-9a5c-0f5800761aa1" providerId="ADAL" clId="{5793E8B6-776E-4D51-94AA-D25AEA2DDEA0}" dt="2025-11-18T16:02:14.200" v="197"/>
          <ac:grpSpMkLst>
            <pc:docMk/>
            <pc:sldMk cId="2913631634" sldId="293"/>
            <ac:grpSpMk id="28" creationId="{E0516893-9D1C-0080-F148-543034CDBA91}"/>
          </ac:grpSpMkLst>
        </pc:grpChg>
        <pc:grpChg chg="mod">
          <ac:chgData name="Oubayy Ahale" userId="298e17fb-e76b-4eb1-9a5c-0f5800761aa1" providerId="ADAL" clId="{5793E8B6-776E-4D51-94AA-D25AEA2DDEA0}" dt="2025-11-18T16:02:23.017" v="202"/>
          <ac:grpSpMkLst>
            <pc:docMk/>
            <pc:sldMk cId="2913631634" sldId="293"/>
            <ac:grpSpMk id="33" creationId="{A021118A-2FBD-292F-217B-993235DF02F3}"/>
          </ac:grpSpMkLst>
        </pc:grpChg>
        <pc:grpChg chg="mod">
          <ac:chgData name="Oubayy Ahale" userId="298e17fb-e76b-4eb1-9a5c-0f5800761aa1" providerId="ADAL" clId="{5793E8B6-776E-4D51-94AA-D25AEA2DDEA0}" dt="2025-11-18T16:02:23.017" v="202"/>
          <ac:grpSpMkLst>
            <pc:docMk/>
            <pc:sldMk cId="2913631634" sldId="293"/>
            <ac:grpSpMk id="34" creationId="{E7B55EA3-CF4B-E8AF-A436-8E45249A8D0E}"/>
          </ac:grpSpMkLst>
        </pc:grpChg>
        <pc:grpChg chg="mod">
          <ac:chgData name="Oubayy Ahale" userId="298e17fb-e76b-4eb1-9a5c-0f5800761aa1" providerId="ADAL" clId="{5793E8B6-776E-4D51-94AA-D25AEA2DDEA0}" dt="2025-11-18T16:02:29.766" v="209"/>
          <ac:grpSpMkLst>
            <pc:docMk/>
            <pc:sldMk cId="2913631634" sldId="293"/>
            <ac:grpSpMk id="41" creationId="{27532950-93A2-BA65-D96C-45C779B7CF3C}"/>
          </ac:grpSpMkLst>
        </pc:grpChg>
        <pc:grpChg chg="mod">
          <ac:chgData name="Oubayy Ahale" userId="298e17fb-e76b-4eb1-9a5c-0f5800761aa1" providerId="ADAL" clId="{5793E8B6-776E-4D51-94AA-D25AEA2DDEA0}" dt="2025-11-18T16:02:29.766" v="209"/>
          <ac:grpSpMkLst>
            <pc:docMk/>
            <pc:sldMk cId="2913631634" sldId="293"/>
            <ac:grpSpMk id="42" creationId="{F3936D7D-4FE2-9E32-DEC6-EEECE25BB440}"/>
          </ac:grpSpMkLst>
        </pc:grpChg>
        <pc:grpChg chg="mod">
          <ac:chgData name="Oubayy Ahale" userId="298e17fb-e76b-4eb1-9a5c-0f5800761aa1" providerId="ADAL" clId="{5793E8B6-776E-4D51-94AA-D25AEA2DDEA0}" dt="2025-11-18T16:04:19.262" v="256" actId="1076"/>
          <ac:grpSpMkLst>
            <pc:docMk/>
            <pc:sldMk cId="2913631634" sldId="293"/>
            <ac:grpSpMk id="62" creationId="{5654FC7A-811F-DC75-1BFB-82F91634DA5E}"/>
          </ac:grpSpMkLst>
        </pc:grpChg>
        <pc:grpChg chg="mod">
          <ac:chgData name="Oubayy Ahale" userId="298e17fb-e76b-4eb1-9a5c-0f5800761aa1" providerId="ADAL" clId="{5793E8B6-776E-4D51-94AA-D25AEA2DDEA0}" dt="2025-11-18T16:04:19.262" v="256" actId="1076"/>
          <ac:grpSpMkLst>
            <pc:docMk/>
            <pc:sldMk cId="2913631634" sldId="293"/>
            <ac:grpSpMk id="63" creationId="{D1CA1751-9C68-AD76-4F09-B64579F6C854}"/>
          </ac:grpSpMkLst>
        </pc:grpChg>
        <pc:grpChg chg="del mod">
          <ac:chgData name="Oubayy Ahale" userId="298e17fb-e76b-4eb1-9a5c-0f5800761aa1" providerId="ADAL" clId="{5793E8B6-776E-4D51-94AA-D25AEA2DDEA0}" dt="2025-11-18T16:03:41.806" v="237"/>
          <ac:grpSpMkLst>
            <pc:docMk/>
            <pc:sldMk cId="2913631634" sldId="293"/>
            <ac:grpSpMk id="66" creationId="{0B564D3D-1823-A08B-F8DE-665596A8E604}"/>
          </ac:grpSpMkLst>
        </pc:grpChg>
        <pc:grpChg chg="del mod">
          <ac:chgData name="Oubayy Ahale" userId="298e17fb-e76b-4eb1-9a5c-0f5800761aa1" providerId="ADAL" clId="{5793E8B6-776E-4D51-94AA-D25AEA2DDEA0}" dt="2025-11-18T16:03:43.125" v="239"/>
          <ac:grpSpMkLst>
            <pc:docMk/>
            <pc:sldMk cId="2913631634" sldId="293"/>
            <ac:grpSpMk id="68" creationId="{D249D1BB-715F-B880-9B4B-11960D9E9740}"/>
          </ac:grpSpMkLst>
        </pc:grpChg>
        <pc:grpChg chg="del mod">
          <ac:chgData name="Oubayy Ahale" userId="298e17fb-e76b-4eb1-9a5c-0f5800761aa1" providerId="ADAL" clId="{5793E8B6-776E-4D51-94AA-D25AEA2DDEA0}" dt="2025-11-18T16:03:54.260" v="243"/>
          <ac:grpSpMkLst>
            <pc:docMk/>
            <pc:sldMk cId="2913631634" sldId="293"/>
            <ac:grpSpMk id="70" creationId="{08DA50B7-4E05-CF0B-2BAC-9E7178EEDE65}"/>
          </ac:grpSpMkLst>
        </pc:grpChg>
        <pc:grpChg chg="del mod">
          <ac:chgData name="Oubayy Ahale" userId="298e17fb-e76b-4eb1-9a5c-0f5800761aa1" providerId="ADAL" clId="{5793E8B6-776E-4D51-94AA-D25AEA2DDEA0}" dt="2025-11-18T16:03:56.634" v="249"/>
          <ac:grpSpMkLst>
            <pc:docMk/>
            <pc:sldMk cId="2913631634" sldId="293"/>
            <ac:grpSpMk id="75" creationId="{79350F24-2427-FEE6-AB8C-DBCE318039A8}"/>
          </ac:grpSpMkLst>
        </pc:grpChg>
        <pc:grpChg chg="mod">
          <ac:chgData name="Oubayy Ahale" userId="298e17fb-e76b-4eb1-9a5c-0f5800761aa1" providerId="ADAL" clId="{5793E8B6-776E-4D51-94AA-D25AEA2DDEA0}" dt="2025-11-18T16:04:04.136" v="255"/>
          <ac:grpSpMkLst>
            <pc:docMk/>
            <pc:sldMk cId="2913631634" sldId="293"/>
            <ac:grpSpMk id="80" creationId="{334332C5-87C2-0DD6-BBA3-99C708A68562}"/>
          </ac:grpSpMkLst>
        </pc:grpChg>
        <pc:graphicFrameChg chg="add mod ord modGraphic">
          <ac:chgData name="Oubayy Ahale" userId="298e17fb-e76b-4eb1-9a5c-0f5800761aa1" providerId="ADAL" clId="{5793E8B6-776E-4D51-94AA-D25AEA2DDEA0}" dt="2025-11-18T16:01:49.738" v="175" actId="207"/>
          <ac:graphicFrameMkLst>
            <pc:docMk/>
            <pc:sldMk cId="2913631634" sldId="293"/>
            <ac:graphicFrameMk id="6" creationId="{47AD80BC-7147-DAC0-2B3A-8C8361DD4E5E}"/>
          </ac:graphicFrameMkLst>
        </pc:graphicFrameChg>
        <pc:inkChg chg="add">
          <ac:chgData name="Oubayy Ahale" userId="298e17fb-e76b-4eb1-9a5c-0f5800761aa1" providerId="ADAL" clId="{5793E8B6-776E-4D51-94AA-D25AEA2DDEA0}" dt="2025-11-18T16:01:56.749" v="176" actId="9405"/>
          <ac:inkMkLst>
            <pc:docMk/>
            <pc:sldMk cId="2913631634" sldId="293"/>
            <ac:inkMk id="7" creationId="{FB648DCB-FE17-B00B-DE31-50387A8CE0AD}"/>
          </ac:inkMkLst>
        </pc:inkChg>
        <pc:inkChg chg="add">
          <ac:chgData name="Oubayy Ahale" userId="298e17fb-e76b-4eb1-9a5c-0f5800761aa1" providerId="ADAL" clId="{5793E8B6-776E-4D51-94AA-D25AEA2DDEA0}" dt="2025-11-18T16:01:57.651" v="177" actId="9405"/>
          <ac:inkMkLst>
            <pc:docMk/>
            <pc:sldMk cId="2913631634" sldId="293"/>
            <ac:inkMk id="8" creationId="{784A4302-EC4A-42BE-446A-B29DA9C03457}"/>
          </ac:inkMkLst>
        </pc:inkChg>
        <pc:inkChg chg="add">
          <ac:chgData name="Oubayy Ahale" userId="298e17fb-e76b-4eb1-9a5c-0f5800761aa1" providerId="ADAL" clId="{5793E8B6-776E-4D51-94AA-D25AEA2DDEA0}" dt="2025-11-18T16:01:58.186" v="178" actId="9405"/>
          <ac:inkMkLst>
            <pc:docMk/>
            <pc:sldMk cId="2913631634" sldId="293"/>
            <ac:inkMk id="9" creationId="{643F2292-76B6-AA35-2AEA-6D31F507122B}"/>
          </ac:inkMkLst>
        </pc:inkChg>
        <pc:inkChg chg="add">
          <ac:chgData name="Oubayy Ahale" userId="298e17fb-e76b-4eb1-9a5c-0f5800761aa1" providerId="ADAL" clId="{5793E8B6-776E-4D51-94AA-D25AEA2DDEA0}" dt="2025-11-18T16:01:59.240" v="179" actId="9405"/>
          <ac:inkMkLst>
            <pc:docMk/>
            <pc:sldMk cId="2913631634" sldId="293"/>
            <ac:inkMk id="10" creationId="{9D011FBE-A747-F5BB-5F6D-4C2BCCC96921}"/>
          </ac:inkMkLst>
        </pc:inkChg>
        <pc:inkChg chg="add">
          <ac:chgData name="Oubayy Ahale" userId="298e17fb-e76b-4eb1-9a5c-0f5800761aa1" providerId="ADAL" clId="{5793E8B6-776E-4D51-94AA-D25AEA2DDEA0}" dt="2025-11-18T16:01:59.722" v="180" actId="9405"/>
          <ac:inkMkLst>
            <pc:docMk/>
            <pc:sldMk cId="2913631634" sldId="293"/>
            <ac:inkMk id="11" creationId="{2647D03A-38EA-69A3-82F6-30B5702AE23D}"/>
          </ac:inkMkLst>
        </pc:inkChg>
        <pc:inkChg chg="add">
          <ac:chgData name="Oubayy Ahale" userId="298e17fb-e76b-4eb1-9a5c-0f5800761aa1" providerId="ADAL" clId="{5793E8B6-776E-4D51-94AA-D25AEA2DDEA0}" dt="2025-11-18T16:02:00.225" v="181" actId="9405"/>
          <ac:inkMkLst>
            <pc:docMk/>
            <pc:sldMk cId="2913631634" sldId="293"/>
            <ac:inkMk id="12" creationId="{33EFADA0-F8A7-CDB2-85A5-61B835EC302F}"/>
          </ac:inkMkLst>
        </pc:inkChg>
        <pc:inkChg chg="add">
          <ac:chgData name="Oubayy Ahale" userId="298e17fb-e76b-4eb1-9a5c-0f5800761aa1" providerId="ADAL" clId="{5793E8B6-776E-4D51-94AA-D25AEA2DDEA0}" dt="2025-11-18T16:02:01.269" v="182" actId="9405"/>
          <ac:inkMkLst>
            <pc:docMk/>
            <pc:sldMk cId="2913631634" sldId="293"/>
            <ac:inkMk id="13" creationId="{431AC8B3-6F55-9B35-73D2-C59489F77E9D}"/>
          </ac:inkMkLst>
        </pc:inkChg>
        <pc:inkChg chg="add">
          <ac:chgData name="Oubayy Ahale" userId="298e17fb-e76b-4eb1-9a5c-0f5800761aa1" providerId="ADAL" clId="{5793E8B6-776E-4D51-94AA-D25AEA2DDEA0}" dt="2025-11-18T16:02:01.903" v="183" actId="9405"/>
          <ac:inkMkLst>
            <pc:docMk/>
            <pc:sldMk cId="2913631634" sldId="293"/>
            <ac:inkMk id="14" creationId="{93560E67-B9CE-EFED-A9A9-90628F24F928}"/>
          </ac:inkMkLst>
        </pc:inkChg>
        <pc:inkChg chg="add">
          <ac:chgData name="Oubayy Ahale" userId="298e17fb-e76b-4eb1-9a5c-0f5800761aa1" providerId="ADAL" clId="{5793E8B6-776E-4D51-94AA-D25AEA2DDEA0}" dt="2025-11-18T16:02:02.328" v="184" actId="9405"/>
          <ac:inkMkLst>
            <pc:docMk/>
            <pc:sldMk cId="2913631634" sldId="293"/>
            <ac:inkMk id="15" creationId="{6C0901B1-FA27-68E2-DA96-299A2ACDD920}"/>
          </ac:inkMkLst>
        </pc:inkChg>
        <pc:inkChg chg="add">
          <ac:chgData name="Oubayy Ahale" userId="298e17fb-e76b-4eb1-9a5c-0f5800761aa1" providerId="ADAL" clId="{5793E8B6-776E-4D51-94AA-D25AEA2DDEA0}" dt="2025-11-18T16:02:03.293" v="185" actId="9405"/>
          <ac:inkMkLst>
            <pc:docMk/>
            <pc:sldMk cId="2913631634" sldId="293"/>
            <ac:inkMk id="16" creationId="{BFA68272-B92D-57D1-1BB5-08ADD3760336}"/>
          </ac:inkMkLst>
        </pc:inkChg>
        <pc:inkChg chg="add mod">
          <ac:chgData name="Oubayy Ahale" userId="298e17fb-e76b-4eb1-9a5c-0f5800761aa1" providerId="ADAL" clId="{5793E8B6-776E-4D51-94AA-D25AEA2DDEA0}" dt="2025-11-18T16:02:05.862" v="189"/>
          <ac:inkMkLst>
            <pc:docMk/>
            <pc:sldMk cId="2913631634" sldId="293"/>
            <ac:inkMk id="17" creationId="{525750E0-E160-E487-5A48-C9C2B5B0A7C5}"/>
          </ac:inkMkLst>
        </pc:inkChg>
        <pc:inkChg chg="add">
          <ac:chgData name="Oubayy Ahale" userId="298e17fb-e76b-4eb1-9a5c-0f5800761aa1" providerId="ADAL" clId="{5793E8B6-776E-4D51-94AA-D25AEA2DDEA0}" dt="2025-11-18T16:02:04.268" v="187" actId="9405"/>
          <ac:inkMkLst>
            <pc:docMk/>
            <pc:sldMk cId="2913631634" sldId="293"/>
            <ac:inkMk id="18" creationId="{50557B7B-9DB1-1D67-BB91-4C05A993D72C}"/>
          </ac:inkMkLst>
        </pc:inkChg>
        <pc:inkChg chg="add mod">
          <ac:chgData name="Oubayy Ahale" userId="298e17fb-e76b-4eb1-9a5c-0f5800761aa1" providerId="ADAL" clId="{5793E8B6-776E-4D51-94AA-D25AEA2DDEA0}" dt="2025-11-18T16:02:05.862" v="189"/>
          <ac:inkMkLst>
            <pc:docMk/>
            <pc:sldMk cId="2913631634" sldId="293"/>
            <ac:inkMk id="19" creationId="{78A24039-4067-12E4-737F-FE8A44ABC231}"/>
          </ac:inkMkLst>
        </pc:inkChg>
        <pc:inkChg chg="add mod">
          <ac:chgData name="Oubayy Ahale" userId="298e17fb-e76b-4eb1-9a5c-0f5800761aa1" providerId="ADAL" clId="{5793E8B6-776E-4D51-94AA-D25AEA2DDEA0}" dt="2025-11-18T16:02:11.918" v="193"/>
          <ac:inkMkLst>
            <pc:docMk/>
            <pc:sldMk cId="2913631634" sldId="293"/>
            <ac:inkMk id="21" creationId="{CF7C25C3-4C7A-57F0-941F-738BD6B0D31E}"/>
          </ac:inkMkLst>
        </pc:inkChg>
        <pc:inkChg chg="add mod">
          <ac:chgData name="Oubayy Ahale" userId="298e17fb-e76b-4eb1-9a5c-0f5800761aa1" providerId="ADAL" clId="{5793E8B6-776E-4D51-94AA-D25AEA2DDEA0}" dt="2025-11-18T16:02:11.918" v="193"/>
          <ac:inkMkLst>
            <pc:docMk/>
            <pc:sldMk cId="2913631634" sldId="293"/>
            <ac:inkMk id="22" creationId="{73B18C35-81F5-E50C-B436-2F42444CDC30}"/>
          </ac:inkMkLst>
        </pc:inkChg>
        <pc:inkChg chg="add mod">
          <ac:chgData name="Oubayy Ahale" userId="298e17fb-e76b-4eb1-9a5c-0f5800761aa1" providerId="ADAL" clId="{5793E8B6-776E-4D51-94AA-D25AEA2DDEA0}" dt="2025-11-18T16:02:11.918" v="193"/>
          <ac:inkMkLst>
            <pc:docMk/>
            <pc:sldMk cId="2913631634" sldId="293"/>
            <ac:inkMk id="23" creationId="{734A7045-881D-492F-901A-A9658DE39F42}"/>
          </ac:inkMkLst>
        </pc:inkChg>
        <pc:inkChg chg="add mod">
          <ac:chgData name="Oubayy Ahale" userId="298e17fb-e76b-4eb1-9a5c-0f5800761aa1" providerId="ADAL" clId="{5793E8B6-776E-4D51-94AA-D25AEA2DDEA0}" dt="2025-11-18T16:02:14.200" v="197"/>
          <ac:inkMkLst>
            <pc:docMk/>
            <pc:sldMk cId="2913631634" sldId="293"/>
            <ac:inkMk id="25" creationId="{B82A9543-B528-CB9D-8469-262C97D13C2C}"/>
          </ac:inkMkLst>
        </pc:inkChg>
        <pc:inkChg chg="add mod">
          <ac:chgData name="Oubayy Ahale" userId="298e17fb-e76b-4eb1-9a5c-0f5800761aa1" providerId="ADAL" clId="{5793E8B6-776E-4D51-94AA-D25AEA2DDEA0}" dt="2025-11-18T16:02:14.200" v="197"/>
          <ac:inkMkLst>
            <pc:docMk/>
            <pc:sldMk cId="2913631634" sldId="293"/>
            <ac:inkMk id="26" creationId="{59B43AB9-597B-9487-E4CF-F336D51B647E}"/>
          </ac:inkMkLst>
        </pc:inkChg>
        <pc:inkChg chg="add mod">
          <ac:chgData name="Oubayy Ahale" userId="298e17fb-e76b-4eb1-9a5c-0f5800761aa1" providerId="ADAL" clId="{5793E8B6-776E-4D51-94AA-D25AEA2DDEA0}" dt="2025-11-18T16:02:14.200" v="197"/>
          <ac:inkMkLst>
            <pc:docMk/>
            <pc:sldMk cId="2913631634" sldId="293"/>
            <ac:inkMk id="27" creationId="{EE5D1EF5-B5B8-4059-22B6-C586B0690D8F}"/>
          </ac:inkMkLst>
        </pc:inkChg>
        <pc:inkChg chg="add mod">
          <ac:chgData name="Oubayy Ahale" userId="298e17fb-e76b-4eb1-9a5c-0f5800761aa1" providerId="ADAL" clId="{5793E8B6-776E-4D51-94AA-D25AEA2DDEA0}" dt="2025-11-18T16:02:23.017" v="202"/>
          <ac:inkMkLst>
            <pc:docMk/>
            <pc:sldMk cId="2913631634" sldId="293"/>
            <ac:inkMk id="29" creationId="{5F2ECFAD-672B-E66C-DD73-F9A48CEEEC73}"/>
          </ac:inkMkLst>
        </pc:inkChg>
        <pc:inkChg chg="add mod">
          <ac:chgData name="Oubayy Ahale" userId="298e17fb-e76b-4eb1-9a5c-0f5800761aa1" providerId="ADAL" clId="{5793E8B6-776E-4D51-94AA-D25AEA2DDEA0}" dt="2025-11-18T16:02:23.017" v="202"/>
          <ac:inkMkLst>
            <pc:docMk/>
            <pc:sldMk cId="2913631634" sldId="293"/>
            <ac:inkMk id="30" creationId="{15BA80FD-53DE-A442-C76F-75D962EC8A67}"/>
          </ac:inkMkLst>
        </pc:inkChg>
        <pc:inkChg chg="add mod">
          <ac:chgData name="Oubayy Ahale" userId="298e17fb-e76b-4eb1-9a5c-0f5800761aa1" providerId="ADAL" clId="{5793E8B6-776E-4D51-94AA-D25AEA2DDEA0}" dt="2025-11-18T16:02:23.017" v="202"/>
          <ac:inkMkLst>
            <pc:docMk/>
            <pc:sldMk cId="2913631634" sldId="293"/>
            <ac:inkMk id="31" creationId="{4C54D287-47A6-4F41-8523-27640ABFE940}"/>
          </ac:inkMkLst>
        </pc:inkChg>
        <pc:inkChg chg="add mod">
          <ac:chgData name="Oubayy Ahale" userId="298e17fb-e76b-4eb1-9a5c-0f5800761aa1" providerId="ADAL" clId="{5793E8B6-776E-4D51-94AA-D25AEA2DDEA0}" dt="2025-11-18T16:02:23.017" v="202"/>
          <ac:inkMkLst>
            <pc:docMk/>
            <pc:sldMk cId="2913631634" sldId="293"/>
            <ac:inkMk id="32" creationId="{DF41744C-64D6-672D-7061-BD8316516EA1}"/>
          </ac:inkMkLst>
        </pc:inkChg>
        <pc:inkChg chg="add mod">
          <ac:chgData name="Oubayy Ahale" userId="298e17fb-e76b-4eb1-9a5c-0f5800761aa1" providerId="ADAL" clId="{5793E8B6-776E-4D51-94AA-D25AEA2DDEA0}" dt="2025-11-18T16:02:29.766" v="209"/>
          <ac:inkMkLst>
            <pc:docMk/>
            <pc:sldMk cId="2913631634" sldId="293"/>
            <ac:inkMk id="35" creationId="{8D992756-D4A4-9D18-306B-C2365F478A7E}"/>
          </ac:inkMkLst>
        </pc:inkChg>
        <pc:inkChg chg="add mod">
          <ac:chgData name="Oubayy Ahale" userId="298e17fb-e76b-4eb1-9a5c-0f5800761aa1" providerId="ADAL" clId="{5793E8B6-776E-4D51-94AA-D25AEA2DDEA0}" dt="2025-11-18T16:02:29.766" v="209"/>
          <ac:inkMkLst>
            <pc:docMk/>
            <pc:sldMk cId="2913631634" sldId="293"/>
            <ac:inkMk id="36" creationId="{5E7CA1C7-45E3-E50A-8D17-A3A8860EF7B0}"/>
          </ac:inkMkLst>
        </pc:inkChg>
        <pc:inkChg chg="add mod">
          <ac:chgData name="Oubayy Ahale" userId="298e17fb-e76b-4eb1-9a5c-0f5800761aa1" providerId="ADAL" clId="{5793E8B6-776E-4D51-94AA-D25AEA2DDEA0}" dt="2025-11-18T16:02:29.766" v="209"/>
          <ac:inkMkLst>
            <pc:docMk/>
            <pc:sldMk cId="2913631634" sldId="293"/>
            <ac:inkMk id="37" creationId="{6DD9B496-FC36-7755-CCA3-576796218859}"/>
          </ac:inkMkLst>
        </pc:inkChg>
        <pc:inkChg chg="add mod">
          <ac:chgData name="Oubayy Ahale" userId="298e17fb-e76b-4eb1-9a5c-0f5800761aa1" providerId="ADAL" clId="{5793E8B6-776E-4D51-94AA-D25AEA2DDEA0}" dt="2025-11-18T16:02:29.766" v="209"/>
          <ac:inkMkLst>
            <pc:docMk/>
            <pc:sldMk cId="2913631634" sldId="293"/>
            <ac:inkMk id="38" creationId="{FB2525F4-5EA7-C65A-2E30-C70236873794}"/>
          </ac:inkMkLst>
        </pc:inkChg>
        <pc:inkChg chg="add mod">
          <ac:chgData name="Oubayy Ahale" userId="298e17fb-e76b-4eb1-9a5c-0f5800761aa1" providerId="ADAL" clId="{5793E8B6-776E-4D51-94AA-D25AEA2DDEA0}" dt="2025-11-18T16:02:29.766" v="209"/>
          <ac:inkMkLst>
            <pc:docMk/>
            <pc:sldMk cId="2913631634" sldId="293"/>
            <ac:inkMk id="39" creationId="{805F955F-C770-848C-2537-88B7A083D8CE}"/>
          </ac:inkMkLst>
        </pc:inkChg>
        <pc:inkChg chg="add mod">
          <ac:chgData name="Oubayy Ahale" userId="298e17fb-e76b-4eb1-9a5c-0f5800761aa1" providerId="ADAL" clId="{5793E8B6-776E-4D51-94AA-D25AEA2DDEA0}" dt="2025-11-18T16:02:29.766" v="209"/>
          <ac:inkMkLst>
            <pc:docMk/>
            <pc:sldMk cId="2913631634" sldId="293"/>
            <ac:inkMk id="40" creationId="{5827B920-DECE-01C7-1F7F-EE19B839C23F}"/>
          </ac:inkMkLst>
        </pc:inkChg>
        <pc:inkChg chg="add del">
          <ac:chgData name="Oubayy Ahale" userId="298e17fb-e76b-4eb1-9a5c-0f5800761aa1" providerId="ADAL" clId="{5793E8B6-776E-4D51-94AA-D25AEA2DDEA0}" dt="2025-11-18T16:02:40.178" v="211"/>
          <ac:inkMkLst>
            <pc:docMk/>
            <pc:sldMk cId="2913631634" sldId="293"/>
            <ac:inkMk id="43" creationId="{B65BFEED-2C85-83D6-1180-35D1BC889282}"/>
          </ac:inkMkLst>
        </pc:inkChg>
        <pc:inkChg chg="add del">
          <ac:chgData name="Oubayy Ahale" userId="298e17fb-e76b-4eb1-9a5c-0f5800761aa1" providerId="ADAL" clId="{5793E8B6-776E-4D51-94AA-D25AEA2DDEA0}" dt="2025-11-18T16:03:18.913" v="230" actId="34122"/>
          <ac:inkMkLst>
            <pc:docMk/>
            <pc:sldMk cId="2913631634" sldId="293"/>
            <ac:inkMk id="44" creationId="{C42FCEA0-613A-36B2-8580-66AB6991D62C}"/>
          </ac:inkMkLst>
        </pc:inkChg>
        <pc:inkChg chg="add mod">
          <ac:chgData name="Oubayy Ahale" userId="298e17fb-e76b-4eb1-9a5c-0f5800761aa1" providerId="ADAL" clId="{5793E8B6-776E-4D51-94AA-D25AEA2DDEA0}" dt="2025-11-18T16:03:10.713" v="229"/>
          <ac:inkMkLst>
            <pc:docMk/>
            <pc:sldMk cId="2913631634" sldId="293"/>
            <ac:inkMk id="45" creationId="{3DB38423-47D1-AD8E-2090-2E1AEA45849B}"/>
          </ac:inkMkLst>
        </pc:inkChg>
        <pc:inkChg chg="add">
          <ac:chgData name="Oubayy Ahale" userId="298e17fb-e76b-4eb1-9a5c-0f5800761aa1" providerId="ADAL" clId="{5793E8B6-776E-4D51-94AA-D25AEA2DDEA0}" dt="2025-11-18T16:03:03.075" v="213" actId="9405"/>
          <ac:inkMkLst>
            <pc:docMk/>
            <pc:sldMk cId="2913631634" sldId="293"/>
            <ac:inkMk id="46" creationId="{3181D775-7CE9-2676-CCA1-55273253D651}"/>
          </ac:inkMkLst>
        </pc:inkChg>
        <pc:inkChg chg="add">
          <ac:chgData name="Oubayy Ahale" userId="298e17fb-e76b-4eb1-9a5c-0f5800761aa1" providerId="ADAL" clId="{5793E8B6-776E-4D51-94AA-D25AEA2DDEA0}" dt="2025-11-18T16:03:03.434" v="214" actId="9405"/>
          <ac:inkMkLst>
            <pc:docMk/>
            <pc:sldMk cId="2913631634" sldId="293"/>
            <ac:inkMk id="47" creationId="{AD796639-A8F3-3DDF-AF5D-9DAE271DCD7A}"/>
          </ac:inkMkLst>
        </pc:inkChg>
        <pc:inkChg chg="add mod">
          <ac:chgData name="Oubayy Ahale" userId="298e17fb-e76b-4eb1-9a5c-0f5800761aa1" providerId="ADAL" clId="{5793E8B6-776E-4D51-94AA-D25AEA2DDEA0}" dt="2025-11-18T16:03:10.713" v="229"/>
          <ac:inkMkLst>
            <pc:docMk/>
            <pc:sldMk cId="2913631634" sldId="293"/>
            <ac:inkMk id="48" creationId="{33E1E7AC-5724-23E3-3CAB-6BED91659F74}"/>
          </ac:inkMkLst>
        </pc:inkChg>
        <pc:inkChg chg="add mod">
          <ac:chgData name="Oubayy Ahale" userId="298e17fb-e76b-4eb1-9a5c-0f5800761aa1" providerId="ADAL" clId="{5793E8B6-776E-4D51-94AA-D25AEA2DDEA0}" dt="2025-11-18T16:03:10.713" v="229"/>
          <ac:inkMkLst>
            <pc:docMk/>
            <pc:sldMk cId="2913631634" sldId="293"/>
            <ac:inkMk id="49" creationId="{D649DA3E-3F00-188E-3316-72C348256CCF}"/>
          </ac:inkMkLst>
        </pc:inkChg>
        <pc:inkChg chg="add mod">
          <ac:chgData name="Oubayy Ahale" userId="298e17fb-e76b-4eb1-9a5c-0f5800761aa1" providerId="ADAL" clId="{5793E8B6-776E-4D51-94AA-D25AEA2DDEA0}" dt="2025-11-18T16:03:10.713" v="229"/>
          <ac:inkMkLst>
            <pc:docMk/>
            <pc:sldMk cId="2913631634" sldId="293"/>
            <ac:inkMk id="50" creationId="{0F159D85-3659-3FAD-163B-AF270E95F148}"/>
          </ac:inkMkLst>
        </pc:inkChg>
        <pc:inkChg chg="add">
          <ac:chgData name="Oubayy Ahale" userId="298e17fb-e76b-4eb1-9a5c-0f5800761aa1" providerId="ADAL" clId="{5793E8B6-776E-4D51-94AA-D25AEA2DDEA0}" dt="2025-11-18T16:03:05.108" v="218" actId="9405"/>
          <ac:inkMkLst>
            <pc:docMk/>
            <pc:sldMk cId="2913631634" sldId="293"/>
            <ac:inkMk id="51" creationId="{DF14B50F-13F4-3BA7-1D30-E12CEF96E2E6}"/>
          </ac:inkMkLst>
        </pc:inkChg>
        <pc:inkChg chg="add">
          <ac:chgData name="Oubayy Ahale" userId="298e17fb-e76b-4eb1-9a5c-0f5800761aa1" providerId="ADAL" clId="{5793E8B6-776E-4D51-94AA-D25AEA2DDEA0}" dt="2025-11-18T16:03:05.536" v="219" actId="9405"/>
          <ac:inkMkLst>
            <pc:docMk/>
            <pc:sldMk cId="2913631634" sldId="293"/>
            <ac:inkMk id="52" creationId="{39FC7E04-6702-490A-4866-F9AB29A9EB84}"/>
          </ac:inkMkLst>
        </pc:inkChg>
        <pc:inkChg chg="add mod">
          <ac:chgData name="Oubayy Ahale" userId="298e17fb-e76b-4eb1-9a5c-0f5800761aa1" providerId="ADAL" clId="{5793E8B6-776E-4D51-94AA-D25AEA2DDEA0}" dt="2025-11-18T16:03:10.713" v="229"/>
          <ac:inkMkLst>
            <pc:docMk/>
            <pc:sldMk cId="2913631634" sldId="293"/>
            <ac:inkMk id="53" creationId="{91742D52-BC5B-8D0A-C94C-E18A3BC58CD0}"/>
          </ac:inkMkLst>
        </pc:inkChg>
        <pc:inkChg chg="add mod">
          <ac:chgData name="Oubayy Ahale" userId="298e17fb-e76b-4eb1-9a5c-0f5800761aa1" providerId="ADAL" clId="{5793E8B6-776E-4D51-94AA-D25AEA2DDEA0}" dt="2025-11-18T16:03:10.713" v="229"/>
          <ac:inkMkLst>
            <pc:docMk/>
            <pc:sldMk cId="2913631634" sldId="293"/>
            <ac:inkMk id="54" creationId="{8718CA67-4A67-944B-3D90-C2CD25D03C9F}"/>
          </ac:inkMkLst>
        </pc:inkChg>
        <pc:inkChg chg="add mod">
          <ac:chgData name="Oubayy Ahale" userId="298e17fb-e76b-4eb1-9a5c-0f5800761aa1" providerId="ADAL" clId="{5793E8B6-776E-4D51-94AA-D25AEA2DDEA0}" dt="2025-11-18T16:03:10.713" v="229"/>
          <ac:inkMkLst>
            <pc:docMk/>
            <pc:sldMk cId="2913631634" sldId="293"/>
            <ac:inkMk id="55" creationId="{B79AC619-3868-70C4-CC32-75F81F410328}"/>
          </ac:inkMkLst>
        </pc:inkChg>
        <pc:inkChg chg="add">
          <ac:chgData name="Oubayy Ahale" userId="298e17fb-e76b-4eb1-9a5c-0f5800761aa1" providerId="ADAL" clId="{5793E8B6-776E-4D51-94AA-D25AEA2DDEA0}" dt="2025-11-18T16:03:07.593" v="223" actId="9405"/>
          <ac:inkMkLst>
            <pc:docMk/>
            <pc:sldMk cId="2913631634" sldId="293"/>
            <ac:inkMk id="56" creationId="{98827114-D921-04A5-5A88-921F65576DF4}"/>
          </ac:inkMkLst>
        </pc:inkChg>
        <pc:inkChg chg="add mod">
          <ac:chgData name="Oubayy Ahale" userId="298e17fb-e76b-4eb1-9a5c-0f5800761aa1" providerId="ADAL" clId="{5793E8B6-776E-4D51-94AA-D25AEA2DDEA0}" dt="2025-11-18T16:03:10.713" v="229"/>
          <ac:inkMkLst>
            <pc:docMk/>
            <pc:sldMk cId="2913631634" sldId="293"/>
            <ac:inkMk id="57" creationId="{DB725347-A3AD-E79A-5563-8717EF71B4B1}"/>
          </ac:inkMkLst>
        </pc:inkChg>
        <pc:inkChg chg="add">
          <ac:chgData name="Oubayy Ahale" userId="298e17fb-e76b-4eb1-9a5c-0f5800761aa1" providerId="ADAL" clId="{5793E8B6-776E-4D51-94AA-D25AEA2DDEA0}" dt="2025-11-18T16:03:08.558" v="225" actId="9405"/>
          <ac:inkMkLst>
            <pc:docMk/>
            <pc:sldMk cId="2913631634" sldId="293"/>
            <ac:inkMk id="58" creationId="{A14A9C3F-B09E-1198-2533-EED03F6DC15F}"/>
          </ac:inkMkLst>
        </pc:inkChg>
        <pc:inkChg chg="add">
          <ac:chgData name="Oubayy Ahale" userId="298e17fb-e76b-4eb1-9a5c-0f5800761aa1" providerId="ADAL" clId="{5793E8B6-776E-4D51-94AA-D25AEA2DDEA0}" dt="2025-11-18T16:03:09.011" v="226" actId="9405"/>
          <ac:inkMkLst>
            <pc:docMk/>
            <pc:sldMk cId="2913631634" sldId="293"/>
            <ac:inkMk id="59" creationId="{6E2F59B0-72C6-417E-BB18-7A20B156459A}"/>
          </ac:inkMkLst>
        </pc:inkChg>
        <pc:inkChg chg="add">
          <ac:chgData name="Oubayy Ahale" userId="298e17fb-e76b-4eb1-9a5c-0f5800761aa1" providerId="ADAL" clId="{5793E8B6-776E-4D51-94AA-D25AEA2DDEA0}" dt="2025-11-18T16:03:09.540" v="227" actId="9405"/>
          <ac:inkMkLst>
            <pc:docMk/>
            <pc:sldMk cId="2913631634" sldId="293"/>
            <ac:inkMk id="60" creationId="{85140D23-EAD1-19A3-09CB-6A3C6493B1E1}"/>
          </ac:inkMkLst>
        </pc:inkChg>
        <pc:inkChg chg="add">
          <ac:chgData name="Oubayy Ahale" userId="298e17fb-e76b-4eb1-9a5c-0f5800761aa1" providerId="ADAL" clId="{5793E8B6-776E-4D51-94AA-D25AEA2DDEA0}" dt="2025-11-18T16:03:09.985" v="228" actId="9405"/>
          <ac:inkMkLst>
            <pc:docMk/>
            <pc:sldMk cId="2913631634" sldId="293"/>
            <ac:inkMk id="61" creationId="{2AD20935-4CF5-F312-B07C-5BD4F27EF822}"/>
          </ac:inkMkLst>
        </pc:inkChg>
        <pc:inkChg chg="add del mod">
          <ac:chgData name="Oubayy Ahale" userId="298e17fb-e76b-4eb1-9a5c-0f5800761aa1" providerId="ADAL" clId="{5793E8B6-776E-4D51-94AA-D25AEA2DDEA0}" dt="2025-11-18T16:03:56.007" v="248"/>
          <ac:inkMkLst>
            <pc:docMk/>
            <pc:sldMk cId="2913631634" sldId="293"/>
            <ac:inkMk id="64" creationId="{9832B160-35FD-3653-5644-BB07446E899F}"/>
          </ac:inkMkLst>
        </pc:inkChg>
        <pc:inkChg chg="add del mod">
          <ac:chgData name="Oubayy Ahale" userId="298e17fb-e76b-4eb1-9a5c-0f5800761aa1" providerId="ADAL" clId="{5793E8B6-776E-4D51-94AA-D25AEA2DDEA0}" dt="2025-11-18T16:03:56.634" v="249"/>
          <ac:inkMkLst>
            <pc:docMk/>
            <pc:sldMk cId="2913631634" sldId="293"/>
            <ac:inkMk id="65" creationId="{2BDD1DCE-1A72-A28E-468E-C03F7A1A34D7}"/>
          </ac:inkMkLst>
        </pc:inkChg>
        <pc:inkChg chg="add del mod">
          <ac:chgData name="Oubayy Ahale" userId="298e17fb-e76b-4eb1-9a5c-0f5800761aa1" providerId="ADAL" clId="{5793E8B6-776E-4D51-94AA-D25AEA2DDEA0}" dt="2025-11-18T16:03:54.960" v="245"/>
          <ac:inkMkLst>
            <pc:docMk/>
            <pc:sldMk cId="2913631634" sldId="293"/>
            <ac:inkMk id="67" creationId="{C891CCC9-D6EE-2F27-A8B7-85585EAC740C}"/>
          </ac:inkMkLst>
        </pc:inkChg>
        <pc:inkChg chg="add del mod">
          <ac:chgData name="Oubayy Ahale" userId="298e17fb-e76b-4eb1-9a5c-0f5800761aa1" providerId="ADAL" clId="{5793E8B6-776E-4D51-94AA-D25AEA2DDEA0}" dt="2025-11-18T16:03:56.003" v="246"/>
          <ac:inkMkLst>
            <pc:docMk/>
            <pc:sldMk cId="2913631634" sldId="293"/>
            <ac:inkMk id="69" creationId="{5212F3EC-E9D0-0F9E-4919-0BE16CD09BED}"/>
          </ac:inkMkLst>
        </pc:inkChg>
        <pc:inkChg chg="add del mod">
          <ac:chgData name="Oubayy Ahale" userId="298e17fb-e76b-4eb1-9a5c-0f5800761aa1" providerId="ADAL" clId="{5793E8B6-776E-4D51-94AA-D25AEA2DDEA0}" dt="2025-11-18T16:03:54.960" v="244"/>
          <ac:inkMkLst>
            <pc:docMk/>
            <pc:sldMk cId="2913631634" sldId="293"/>
            <ac:inkMk id="71" creationId="{EDE9B966-84BA-2E07-A489-130F602B9273}"/>
          </ac:inkMkLst>
        </pc:inkChg>
        <pc:inkChg chg="add del mod">
          <ac:chgData name="Oubayy Ahale" userId="298e17fb-e76b-4eb1-9a5c-0f5800761aa1" providerId="ADAL" clId="{5793E8B6-776E-4D51-94AA-D25AEA2DDEA0}" dt="2025-11-18T16:03:56.003" v="247"/>
          <ac:inkMkLst>
            <pc:docMk/>
            <pc:sldMk cId="2913631634" sldId="293"/>
            <ac:inkMk id="72" creationId="{88DD80DB-704E-2237-9FE9-ADF023C66E41}"/>
          </ac:inkMkLst>
        </pc:inkChg>
        <pc:inkChg chg="add del mod">
          <ac:chgData name="Oubayy Ahale" userId="298e17fb-e76b-4eb1-9a5c-0f5800761aa1" providerId="ADAL" clId="{5793E8B6-776E-4D51-94AA-D25AEA2DDEA0}" dt="2025-11-18T16:03:56.634" v="250"/>
          <ac:inkMkLst>
            <pc:docMk/>
            <pc:sldMk cId="2913631634" sldId="293"/>
            <ac:inkMk id="73" creationId="{48D59B8A-75E7-D759-DD78-10298230B84C}"/>
          </ac:inkMkLst>
        </pc:inkChg>
        <pc:inkChg chg="add mod">
          <ac:chgData name="Oubayy Ahale" userId="298e17fb-e76b-4eb1-9a5c-0f5800761aa1" providerId="ADAL" clId="{5793E8B6-776E-4D51-94AA-D25AEA2DDEA0}" dt="2025-11-18T16:04:04.136" v="255"/>
          <ac:inkMkLst>
            <pc:docMk/>
            <pc:sldMk cId="2913631634" sldId="293"/>
            <ac:inkMk id="76" creationId="{4237F583-BC47-E66E-CE8D-A3483625E35B}"/>
          </ac:inkMkLst>
        </pc:inkChg>
        <pc:inkChg chg="add mod">
          <ac:chgData name="Oubayy Ahale" userId="298e17fb-e76b-4eb1-9a5c-0f5800761aa1" providerId="ADAL" clId="{5793E8B6-776E-4D51-94AA-D25AEA2DDEA0}" dt="2025-11-18T16:04:04.136" v="255"/>
          <ac:inkMkLst>
            <pc:docMk/>
            <pc:sldMk cId="2913631634" sldId="293"/>
            <ac:inkMk id="77" creationId="{BCA518A6-38A0-EB04-6895-2DE748FDBBCD}"/>
          </ac:inkMkLst>
        </pc:inkChg>
        <pc:inkChg chg="add mod">
          <ac:chgData name="Oubayy Ahale" userId="298e17fb-e76b-4eb1-9a5c-0f5800761aa1" providerId="ADAL" clId="{5793E8B6-776E-4D51-94AA-D25AEA2DDEA0}" dt="2025-11-18T16:04:04.136" v="255"/>
          <ac:inkMkLst>
            <pc:docMk/>
            <pc:sldMk cId="2913631634" sldId="293"/>
            <ac:inkMk id="78" creationId="{CFE55184-FB7B-65AF-AD9A-A2DEA8084DA8}"/>
          </ac:inkMkLst>
        </pc:inkChg>
        <pc:inkChg chg="add mod">
          <ac:chgData name="Oubayy Ahale" userId="298e17fb-e76b-4eb1-9a5c-0f5800761aa1" providerId="ADAL" clId="{5793E8B6-776E-4D51-94AA-D25AEA2DDEA0}" dt="2025-11-18T16:04:04.136" v="255"/>
          <ac:inkMkLst>
            <pc:docMk/>
            <pc:sldMk cId="2913631634" sldId="293"/>
            <ac:inkMk id="79" creationId="{49844619-A0B8-26F8-83AC-C8F4899B3473}"/>
          </ac:inkMkLst>
        </pc:inkChg>
      </pc:sldChg>
      <pc:sldChg chg="addSp delSp modSp new mod">
        <pc:chgData name="Oubayy Ahale" userId="298e17fb-e76b-4eb1-9a5c-0f5800761aa1" providerId="ADAL" clId="{5793E8B6-776E-4D51-94AA-D25AEA2DDEA0}" dt="2025-11-18T16:05:41.679" v="265" actId="1076"/>
        <pc:sldMkLst>
          <pc:docMk/>
          <pc:sldMk cId="531238099" sldId="294"/>
        </pc:sldMkLst>
        <pc:spChg chg="del">
          <ac:chgData name="Oubayy Ahale" userId="298e17fb-e76b-4eb1-9a5c-0f5800761aa1" providerId="ADAL" clId="{5793E8B6-776E-4D51-94AA-D25AEA2DDEA0}" dt="2025-11-18T16:04:46.831" v="259" actId="478"/>
          <ac:spMkLst>
            <pc:docMk/>
            <pc:sldMk cId="531238099" sldId="294"/>
            <ac:spMk id="3" creationId="{967BFCA7-DFE3-39F0-48AA-6CD72CA0032C}"/>
          </ac:spMkLst>
        </pc:spChg>
        <pc:spChg chg="del">
          <ac:chgData name="Oubayy Ahale" userId="298e17fb-e76b-4eb1-9a5c-0f5800761aa1" providerId="ADAL" clId="{5793E8B6-776E-4D51-94AA-D25AEA2DDEA0}" dt="2025-11-18T16:04:40.976" v="257" actId="478"/>
          <ac:spMkLst>
            <pc:docMk/>
            <pc:sldMk cId="531238099" sldId="294"/>
            <ac:spMk id="4" creationId="{73BE83E5-8298-A6FC-9499-35AB244D4A9D}"/>
          </ac:spMkLst>
        </pc:spChg>
        <pc:spChg chg="del">
          <ac:chgData name="Oubayy Ahale" userId="298e17fb-e76b-4eb1-9a5c-0f5800761aa1" providerId="ADAL" clId="{5793E8B6-776E-4D51-94AA-D25AEA2DDEA0}" dt="2025-11-18T16:04:44.177" v="258" actId="478"/>
          <ac:spMkLst>
            <pc:docMk/>
            <pc:sldMk cId="531238099" sldId="294"/>
            <ac:spMk id="5" creationId="{F602D3CC-6D15-1114-EBB4-4CDA7A89A7B2}"/>
          </ac:spMkLst>
        </pc:spChg>
        <pc:spChg chg="add mod">
          <ac:chgData name="Oubayy Ahale" userId="298e17fb-e76b-4eb1-9a5c-0f5800761aa1" providerId="ADAL" clId="{5793E8B6-776E-4D51-94AA-D25AEA2DDEA0}" dt="2025-11-18T16:05:41.679" v="265" actId="1076"/>
          <ac:spMkLst>
            <pc:docMk/>
            <pc:sldMk cId="531238099" sldId="294"/>
            <ac:spMk id="62" creationId="{DD22E346-3165-AB60-3E05-B406DE7211B6}"/>
          </ac:spMkLst>
        </pc:spChg>
        <pc:grpChg chg="add mod">
          <ac:chgData name="Oubayy Ahale" userId="298e17fb-e76b-4eb1-9a5c-0f5800761aa1" providerId="ADAL" clId="{5793E8B6-776E-4D51-94AA-D25AEA2DDEA0}" dt="2025-11-18T16:05:41.679" v="265" actId="1076"/>
          <ac:grpSpMkLst>
            <pc:docMk/>
            <pc:sldMk cId="531238099" sldId="294"/>
            <ac:grpSpMk id="18" creationId="{BF6297A8-14FB-737D-B063-4FED7FA2DFDC}"/>
          </ac:grpSpMkLst>
        </pc:grpChg>
        <pc:grpChg chg="add mod">
          <ac:chgData name="Oubayy Ahale" userId="298e17fb-e76b-4eb1-9a5c-0f5800761aa1" providerId="ADAL" clId="{5793E8B6-776E-4D51-94AA-D25AEA2DDEA0}" dt="2025-11-18T16:05:41.679" v="265" actId="1076"/>
          <ac:grpSpMkLst>
            <pc:docMk/>
            <pc:sldMk cId="531238099" sldId="294"/>
            <ac:grpSpMk id="21" creationId="{94AF8CA1-E9C3-5D0E-E638-FADB1766039B}"/>
          </ac:grpSpMkLst>
        </pc:grpChg>
        <pc:grpChg chg="add mod">
          <ac:chgData name="Oubayy Ahale" userId="298e17fb-e76b-4eb1-9a5c-0f5800761aa1" providerId="ADAL" clId="{5793E8B6-776E-4D51-94AA-D25AEA2DDEA0}" dt="2025-11-18T16:05:41.679" v="265" actId="1076"/>
          <ac:grpSpMkLst>
            <pc:docMk/>
            <pc:sldMk cId="531238099" sldId="294"/>
            <ac:grpSpMk id="25" creationId="{96CA9BE9-2253-D51D-BB4D-A3CAD7489771}"/>
          </ac:grpSpMkLst>
        </pc:grpChg>
        <pc:grpChg chg="add mod">
          <ac:chgData name="Oubayy Ahale" userId="298e17fb-e76b-4eb1-9a5c-0f5800761aa1" providerId="ADAL" clId="{5793E8B6-776E-4D51-94AA-D25AEA2DDEA0}" dt="2025-11-18T16:05:41.679" v="265" actId="1076"/>
          <ac:grpSpMkLst>
            <pc:docMk/>
            <pc:sldMk cId="531238099" sldId="294"/>
            <ac:grpSpMk id="29" creationId="{4F882745-6102-5EC4-F882-8BB11CC0598C}"/>
          </ac:grpSpMkLst>
        </pc:grpChg>
        <pc:grpChg chg="add mod">
          <ac:chgData name="Oubayy Ahale" userId="298e17fb-e76b-4eb1-9a5c-0f5800761aa1" providerId="ADAL" clId="{5793E8B6-776E-4D51-94AA-D25AEA2DDEA0}" dt="2025-11-18T16:05:41.679" v="265" actId="1076"/>
          <ac:grpSpMkLst>
            <pc:docMk/>
            <pc:sldMk cId="531238099" sldId="294"/>
            <ac:grpSpMk id="35" creationId="{802784CF-8E70-36E3-08DE-A315C3C8C70E}"/>
          </ac:grpSpMkLst>
        </pc:grpChg>
        <pc:grpChg chg="add mod">
          <ac:chgData name="Oubayy Ahale" userId="298e17fb-e76b-4eb1-9a5c-0f5800761aa1" providerId="ADAL" clId="{5793E8B6-776E-4D51-94AA-D25AEA2DDEA0}" dt="2025-11-18T16:05:41.679" v="265" actId="1076"/>
          <ac:grpSpMkLst>
            <pc:docMk/>
            <pc:sldMk cId="531238099" sldId="294"/>
            <ac:grpSpMk id="39" creationId="{3D894602-4E9F-8FB2-38B6-9FAAB9D003B5}"/>
          </ac:grpSpMkLst>
        </pc:grpChg>
        <pc:grpChg chg="mod">
          <ac:chgData name="Oubayy Ahale" userId="298e17fb-e76b-4eb1-9a5c-0f5800761aa1" providerId="ADAL" clId="{5793E8B6-776E-4D51-94AA-D25AEA2DDEA0}" dt="2025-11-18T16:05:14.977" v="263" actId="14100"/>
          <ac:grpSpMkLst>
            <pc:docMk/>
            <pc:sldMk cId="531238099" sldId="294"/>
            <ac:grpSpMk id="43" creationId="{2563554D-5F14-4B3D-CBC4-3157F8234DF2}"/>
          </ac:grpSpMkLst>
        </pc:grpChg>
        <pc:grpChg chg="add mod">
          <ac:chgData name="Oubayy Ahale" userId="298e17fb-e76b-4eb1-9a5c-0f5800761aa1" providerId="ADAL" clId="{5793E8B6-776E-4D51-94AA-D25AEA2DDEA0}" dt="2025-11-18T16:05:41.679" v="265" actId="1076"/>
          <ac:grpSpMkLst>
            <pc:docMk/>
            <pc:sldMk cId="531238099" sldId="294"/>
            <ac:grpSpMk id="54" creationId="{752905D6-D14E-B807-AA63-84293BE9EC88}"/>
          </ac:grpSpMkLst>
        </pc:grpChg>
        <pc:grpChg chg="add mod">
          <ac:chgData name="Oubayy Ahale" userId="298e17fb-e76b-4eb1-9a5c-0f5800761aa1" providerId="ADAL" clId="{5793E8B6-776E-4D51-94AA-D25AEA2DDEA0}" dt="2025-11-18T16:05:41.679" v="265" actId="1076"/>
          <ac:grpSpMkLst>
            <pc:docMk/>
            <pc:sldMk cId="531238099" sldId="294"/>
            <ac:grpSpMk id="63" creationId="{ABD0D4B5-4BF7-5991-3FBF-BD0D59BF07B9}"/>
          </ac:grpSpMkLst>
        </pc:grpChg>
        <pc:graphicFrameChg chg="add mod modGraphic">
          <ac:chgData name="Oubayy Ahale" userId="298e17fb-e76b-4eb1-9a5c-0f5800761aa1" providerId="ADAL" clId="{5793E8B6-776E-4D51-94AA-D25AEA2DDEA0}" dt="2025-11-18T16:05:41.679" v="265" actId="1076"/>
          <ac:graphicFrameMkLst>
            <pc:docMk/>
            <pc:sldMk cId="531238099" sldId="294"/>
            <ac:graphicFrameMk id="6" creationId="{6D762458-3B49-86A2-38DC-04A33E5E31CC}"/>
          </ac:graphicFrameMkLst>
        </pc:graphicFrameChg>
      </pc:sldChg>
      <pc:sldChg chg="new del">
        <pc:chgData name="Oubayy Ahale" userId="298e17fb-e76b-4eb1-9a5c-0f5800761aa1" providerId="ADAL" clId="{5793E8B6-776E-4D51-94AA-D25AEA2DDEA0}" dt="2025-11-18T16:07:05.149" v="267" actId="2696"/>
        <pc:sldMkLst>
          <pc:docMk/>
          <pc:sldMk cId="3136392379" sldId="295"/>
        </pc:sldMkLst>
      </pc:sldChg>
      <pc:sldChg chg="addSp delSp modSp add mod">
        <pc:chgData name="Oubayy Ahale" userId="298e17fb-e76b-4eb1-9a5c-0f5800761aa1" providerId="ADAL" clId="{5793E8B6-776E-4D51-94AA-D25AEA2DDEA0}" dt="2025-11-18T17:41:45.996" v="696"/>
        <pc:sldMkLst>
          <pc:docMk/>
          <pc:sldMk cId="3594172993" sldId="296"/>
        </pc:sldMkLst>
        <pc:spChg chg="add mod">
          <ac:chgData name="Oubayy Ahale" userId="298e17fb-e76b-4eb1-9a5c-0f5800761aa1" providerId="ADAL" clId="{5793E8B6-776E-4D51-94AA-D25AEA2DDEA0}" dt="2025-11-18T16:07:42.212" v="269" actId="1076"/>
          <ac:spMkLst>
            <pc:docMk/>
            <pc:sldMk cId="3594172993" sldId="296"/>
            <ac:spMk id="121" creationId="{AA9122C3-3029-8310-4C41-0E35241729DC}"/>
          </ac:spMkLst>
        </pc:spChg>
        <pc:grpChg chg="del mod">
          <ac:chgData name="Oubayy Ahale" userId="298e17fb-e76b-4eb1-9a5c-0f5800761aa1" providerId="ADAL" clId="{5793E8B6-776E-4D51-94AA-D25AEA2DDEA0}" dt="2025-11-18T16:07:59.578" v="271"/>
          <ac:grpSpMkLst>
            <pc:docMk/>
            <pc:sldMk cId="3594172993" sldId="296"/>
            <ac:grpSpMk id="21" creationId="{AFAF352D-276F-3616-CE04-D491F4711606}"/>
          </ac:grpSpMkLst>
        </pc:grpChg>
        <pc:grpChg chg="del mod">
          <ac:chgData name="Oubayy Ahale" userId="298e17fb-e76b-4eb1-9a5c-0f5800761aa1" providerId="ADAL" clId="{5793E8B6-776E-4D51-94AA-D25AEA2DDEA0}" dt="2025-11-18T16:08:00.179" v="274"/>
          <ac:grpSpMkLst>
            <pc:docMk/>
            <pc:sldMk cId="3594172993" sldId="296"/>
            <ac:grpSpMk id="25" creationId="{A535E956-D042-C094-3818-0162B099A02D}"/>
          </ac:grpSpMkLst>
        </pc:grpChg>
        <pc:grpChg chg="del mod">
          <ac:chgData name="Oubayy Ahale" userId="298e17fb-e76b-4eb1-9a5c-0f5800761aa1" providerId="ADAL" clId="{5793E8B6-776E-4D51-94AA-D25AEA2DDEA0}" dt="2025-11-18T17:41:37.195" v="683"/>
          <ac:grpSpMkLst>
            <pc:docMk/>
            <pc:sldMk cId="3594172993" sldId="296"/>
            <ac:grpSpMk id="28" creationId="{5B3B79E9-B395-643D-9692-8EB2C81CE69E}"/>
          </ac:grpSpMkLst>
        </pc:grpChg>
        <pc:grpChg chg="add del mod">
          <ac:chgData name="Oubayy Ahale" userId="298e17fb-e76b-4eb1-9a5c-0f5800761aa1" providerId="ADAL" clId="{5793E8B6-776E-4D51-94AA-D25AEA2DDEA0}" dt="2025-11-18T16:08:17.146" v="290"/>
          <ac:grpSpMkLst>
            <pc:docMk/>
            <pc:sldMk cId="3594172993" sldId="296"/>
            <ac:grpSpMk id="80" creationId="{783E729C-5439-B1F0-5B8B-54D8EB281806}"/>
          </ac:grpSpMkLst>
        </pc:grpChg>
        <pc:grpChg chg="del mod">
          <ac:chgData name="Oubayy Ahale" userId="298e17fb-e76b-4eb1-9a5c-0f5800761aa1" providerId="ADAL" clId="{5793E8B6-776E-4D51-94AA-D25AEA2DDEA0}" dt="2025-11-18T17:41:41.422" v="690"/>
          <ac:grpSpMkLst>
            <pc:docMk/>
            <pc:sldMk cId="3594172993" sldId="296"/>
            <ac:grpSpMk id="83" creationId="{321AEE4D-E57B-5F30-F6C0-16BCB3B60701}"/>
          </ac:grpSpMkLst>
        </pc:grpChg>
        <pc:grpChg chg="add del mod">
          <ac:chgData name="Oubayy Ahale" userId="298e17fb-e76b-4eb1-9a5c-0f5800761aa1" providerId="ADAL" clId="{5793E8B6-776E-4D51-94AA-D25AEA2DDEA0}" dt="2025-11-18T16:08:17.146" v="291"/>
          <ac:grpSpMkLst>
            <pc:docMk/>
            <pc:sldMk cId="3594172993" sldId="296"/>
            <ac:grpSpMk id="84" creationId="{60691BE9-091B-07FF-3DD2-C42C90F337FB}"/>
          </ac:grpSpMkLst>
        </pc:grpChg>
        <pc:grpChg chg="del mod">
          <ac:chgData name="Oubayy Ahale" userId="298e17fb-e76b-4eb1-9a5c-0f5800761aa1" providerId="ADAL" clId="{5793E8B6-776E-4D51-94AA-D25AEA2DDEA0}" dt="2025-11-18T17:41:45.996" v="696"/>
          <ac:grpSpMkLst>
            <pc:docMk/>
            <pc:sldMk cId="3594172993" sldId="296"/>
            <ac:grpSpMk id="86" creationId="{95337618-16E2-7C13-92D6-A7054BAF1200}"/>
          </ac:grpSpMkLst>
        </pc:grpChg>
        <pc:grpChg chg="add mod">
          <ac:chgData name="Oubayy Ahale" userId="298e17fb-e76b-4eb1-9a5c-0f5800761aa1" providerId="ADAL" clId="{5793E8B6-776E-4D51-94AA-D25AEA2DDEA0}" dt="2025-11-18T16:07:42.212" v="269" actId="1076"/>
          <ac:grpSpMkLst>
            <pc:docMk/>
            <pc:sldMk cId="3594172993" sldId="296"/>
            <ac:grpSpMk id="91" creationId="{652705AB-5681-BB8F-6EF7-4327ABD49796}"/>
          </ac:grpSpMkLst>
        </pc:grpChg>
        <pc:grpChg chg="add mod">
          <ac:chgData name="Oubayy Ahale" userId="298e17fb-e76b-4eb1-9a5c-0f5800761aa1" providerId="ADAL" clId="{5793E8B6-776E-4D51-94AA-D25AEA2DDEA0}" dt="2025-11-18T16:07:42.212" v="269" actId="1076"/>
          <ac:grpSpMkLst>
            <pc:docMk/>
            <pc:sldMk cId="3594172993" sldId="296"/>
            <ac:grpSpMk id="94" creationId="{D13FD301-12AC-B686-B557-0E2B7D57507B}"/>
          </ac:grpSpMkLst>
        </pc:grpChg>
        <pc:grpChg chg="add mod">
          <ac:chgData name="Oubayy Ahale" userId="298e17fb-e76b-4eb1-9a5c-0f5800761aa1" providerId="ADAL" clId="{5793E8B6-776E-4D51-94AA-D25AEA2DDEA0}" dt="2025-11-18T16:07:42.212" v="269" actId="1076"/>
          <ac:grpSpMkLst>
            <pc:docMk/>
            <pc:sldMk cId="3594172993" sldId="296"/>
            <ac:grpSpMk id="98" creationId="{2E958B8D-02B4-DE70-006A-736054023261}"/>
          </ac:grpSpMkLst>
        </pc:grpChg>
        <pc:grpChg chg="add mod">
          <ac:chgData name="Oubayy Ahale" userId="298e17fb-e76b-4eb1-9a5c-0f5800761aa1" providerId="ADAL" clId="{5793E8B6-776E-4D51-94AA-D25AEA2DDEA0}" dt="2025-11-18T16:07:42.212" v="269" actId="1076"/>
          <ac:grpSpMkLst>
            <pc:docMk/>
            <pc:sldMk cId="3594172993" sldId="296"/>
            <ac:grpSpMk id="102" creationId="{F0AD7CA7-FE9C-2D21-D6A4-F5D36F55AD46}"/>
          </ac:grpSpMkLst>
        </pc:grpChg>
        <pc:grpChg chg="add mod">
          <ac:chgData name="Oubayy Ahale" userId="298e17fb-e76b-4eb1-9a5c-0f5800761aa1" providerId="ADAL" clId="{5793E8B6-776E-4D51-94AA-D25AEA2DDEA0}" dt="2025-11-18T16:07:42.212" v="269" actId="1076"/>
          <ac:grpSpMkLst>
            <pc:docMk/>
            <pc:sldMk cId="3594172993" sldId="296"/>
            <ac:grpSpMk id="113" creationId="{8343445A-B5B0-E48C-FD77-2DD40E055F49}"/>
          </ac:grpSpMkLst>
        </pc:grpChg>
        <pc:grpChg chg="mod">
          <ac:chgData name="Oubayy Ahale" userId="298e17fb-e76b-4eb1-9a5c-0f5800761aa1" providerId="ADAL" clId="{5793E8B6-776E-4D51-94AA-D25AEA2DDEA0}" dt="2025-11-18T17:41:45.996" v="696"/>
          <ac:grpSpMkLst>
            <pc:docMk/>
            <pc:sldMk cId="3594172993" sldId="296"/>
            <ac:grpSpMk id="122" creationId="{AC9BAFF0-01DC-D393-DE67-02BFEA649BA4}"/>
          </ac:grpSpMkLst>
        </pc:grpChg>
        <pc:grpChg chg="add del mod">
          <ac:chgData name="Oubayy Ahale" userId="298e17fb-e76b-4eb1-9a5c-0f5800761aa1" providerId="ADAL" clId="{5793E8B6-776E-4D51-94AA-D25AEA2DDEA0}" dt="2025-11-18T16:08:16.067" v="286"/>
          <ac:grpSpMkLst>
            <pc:docMk/>
            <pc:sldMk cId="3594172993" sldId="296"/>
            <ac:grpSpMk id="122" creationId="{CFC3B3AF-848A-D3E3-47E1-2A827426AAB5}"/>
          </ac:grpSpMkLst>
        </pc:grpChg>
        <pc:grpChg chg="del mod">
          <ac:chgData name="Oubayy Ahale" userId="298e17fb-e76b-4eb1-9a5c-0f5800761aa1" providerId="ADAL" clId="{5793E8B6-776E-4D51-94AA-D25AEA2DDEA0}" dt="2025-11-18T16:08:13.845" v="283"/>
          <ac:grpSpMkLst>
            <pc:docMk/>
            <pc:sldMk cId="3594172993" sldId="296"/>
            <ac:grpSpMk id="131" creationId="{E8E6406C-8F37-C93C-60CF-DC11486FE77D}"/>
          </ac:grpSpMkLst>
        </pc:grpChg>
        <pc:grpChg chg="mod">
          <ac:chgData name="Oubayy Ahale" userId="298e17fb-e76b-4eb1-9a5c-0f5800761aa1" providerId="ADAL" clId="{5793E8B6-776E-4D51-94AA-D25AEA2DDEA0}" dt="2025-11-18T16:08:13.845" v="283"/>
          <ac:grpSpMkLst>
            <pc:docMk/>
            <pc:sldMk cId="3594172993" sldId="296"/>
            <ac:grpSpMk id="133" creationId="{C2F6D081-A38A-69B0-423D-28BD9957E841}"/>
          </ac:grpSpMkLst>
        </pc:grpChg>
        <pc:grpChg chg="mod">
          <ac:chgData name="Oubayy Ahale" userId="298e17fb-e76b-4eb1-9a5c-0f5800761aa1" providerId="ADAL" clId="{5793E8B6-776E-4D51-94AA-D25AEA2DDEA0}" dt="2025-11-18T16:08:20.475" v="297"/>
          <ac:grpSpMkLst>
            <pc:docMk/>
            <pc:sldMk cId="3594172993" sldId="296"/>
            <ac:grpSpMk id="137" creationId="{C097400C-30DB-592A-D852-765EE887F0B3}"/>
          </ac:grpSpMkLst>
        </pc:grpChg>
        <pc:grpChg chg="mod">
          <ac:chgData name="Oubayy Ahale" userId="298e17fb-e76b-4eb1-9a5c-0f5800761aa1" providerId="ADAL" clId="{5793E8B6-776E-4D51-94AA-D25AEA2DDEA0}" dt="2025-11-18T16:08:37.081" v="301"/>
          <ac:grpSpMkLst>
            <pc:docMk/>
            <pc:sldMk cId="3594172993" sldId="296"/>
            <ac:grpSpMk id="141" creationId="{AE71E447-A28D-4316-BEB9-65E677245CA6}"/>
          </ac:grpSpMkLst>
        </pc:grpChg>
        <pc:graphicFrameChg chg="add mod">
          <ac:chgData name="Oubayy Ahale" userId="298e17fb-e76b-4eb1-9a5c-0f5800761aa1" providerId="ADAL" clId="{5793E8B6-776E-4D51-94AA-D25AEA2DDEA0}" dt="2025-11-18T16:07:42.212" v="269" actId="1076"/>
          <ac:graphicFrameMkLst>
            <pc:docMk/>
            <pc:sldMk cId="3594172993" sldId="296"/>
            <ac:graphicFrameMk id="3" creationId="{A180C724-11C5-6899-CDAF-30F4FFE8522A}"/>
          </ac:graphicFrameMkLst>
        </pc:graphicFrameChg>
        <pc:inkChg chg="add del">
          <ac:chgData name="Oubayy Ahale" userId="298e17fb-e76b-4eb1-9a5c-0f5800761aa1" providerId="ADAL" clId="{5793E8B6-776E-4D51-94AA-D25AEA2DDEA0}" dt="2025-11-18T17:41:11.413" v="671"/>
          <ac:inkMkLst>
            <pc:docMk/>
            <pc:sldMk cId="3594172993" sldId="296"/>
            <ac:inkMk id="21" creationId="{46409858-5E73-D49F-2144-5B89416CF6C2}"/>
          </ac:inkMkLst>
        </pc:inkChg>
        <pc:inkChg chg="del">
          <ac:chgData name="Oubayy Ahale" userId="298e17fb-e76b-4eb1-9a5c-0f5800761aa1" providerId="ADAL" clId="{5793E8B6-776E-4D51-94AA-D25AEA2DDEA0}" dt="2025-11-18T16:07:58.612" v="270"/>
          <ac:inkMkLst>
            <pc:docMk/>
            <pc:sldMk cId="3594172993" sldId="296"/>
            <ac:inkMk id="22" creationId="{CB9048EF-5B45-C79D-6066-6B61EAA33CFC}"/>
          </ac:inkMkLst>
        </pc:inkChg>
        <pc:inkChg chg="add del">
          <ac:chgData name="Oubayy Ahale" userId="298e17fb-e76b-4eb1-9a5c-0f5800761aa1" providerId="ADAL" clId="{5793E8B6-776E-4D51-94AA-D25AEA2DDEA0}" dt="2025-11-18T17:41:26.602" v="673"/>
          <ac:inkMkLst>
            <pc:docMk/>
            <pc:sldMk cId="3594172993" sldId="296"/>
            <ac:inkMk id="22" creationId="{DCF890A6-A2C1-2A80-C278-467EAE37059D}"/>
          </ac:inkMkLst>
        </pc:inkChg>
        <pc:inkChg chg="add del">
          <ac:chgData name="Oubayy Ahale" userId="298e17fb-e76b-4eb1-9a5c-0f5800761aa1" providerId="ADAL" clId="{5793E8B6-776E-4D51-94AA-D25AEA2DDEA0}" dt="2025-11-18T17:41:30.922" v="676"/>
          <ac:inkMkLst>
            <pc:docMk/>
            <pc:sldMk cId="3594172993" sldId="296"/>
            <ac:inkMk id="23" creationId="{513296D2-8B54-93BE-483D-254AD924FE66}"/>
          </ac:inkMkLst>
        </pc:inkChg>
        <pc:inkChg chg="del mod">
          <ac:chgData name="Oubayy Ahale" userId="298e17fb-e76b-4eb1-9a5c-0f5800761aa1" providerId="ADAL" clId="{5793E8B6-776E-4D51-94AA-D25AEA2DDEA0}" dt="2025-11-18T16:07:59.578" v="272"/>
          <ac:inkMkLst>
            <pc:docMk/>
            <pc:sldMk cId="3594172993" sldId="296"/>
            <ac:inkMk id="23" creationId="{A91F9F38-D329-E60E-60D9-C3282C4B6EA7}"/>
          </ac:inkMkLst>
        </pc:inkChg>
        <pc:inkChg chg="del mod">
          <ac:chgData name="Oubayy Ahale" userId="298e17fb-e76b-4eb1-9a5c-0f5800761aa1" providerId="ADAL" clId="{5793E8B6-776E-4D51-94AA-D25AEA2DDEA0}" dt="2025-11-18T16:07:59.578" v="271"/>
          <ac:inkMkLst>
            <pc:docMk/>
            <pc:sldMk cId="3594172993" sldId="296"/>
            <ac:inkMk id="24" creationId="{0FBBBC9C-B41D-FE5F-A024-B8D5D4DF0168}"/>
          </ac:inkMkLst>
        </pc:inkChg>
        <pc:inkChg chg="add del">
          <ac:chgData name="Oubayy Ahale" userId="298e17fb-e76b-4eb1-9a5c-0f5800761aa1" providerId="ADAL" clId="{5793E8B6-776E-4D51-94AA-D25AEA2DDEA0}" dt="2025-11-18T17:41:30.922" v="677"/>
          <ac:inkMkLst>
            <pc:docMk/>
            <pc:sldMk cId="3594172993" sldId="296"/>
            <ac:inkMk id="24" creationId="{1E9A06E6-CA4D-3D42-DD0A-D26D54ADB1B5}"/>
          </ac:inkMkLst>
        </pc:inkChg>
        <pc:inkChg chg="add del mod">
          <ac:chgData name="Oubayy Ahale" userId="298e17fb-e76b-4eb1-9a5c-0f5800761aa1" providerId="ADAL" clId="{5793E8B6-776E-4D51-94AA-D25AEA2DDEA0}" dt="2025-11-18T17:41:37.195" v="683"/>
          <ac:inkMkLst>
            <pc:docMk/>
            <pc:sldMk cId="3594172993" sldId="296"/>
            <ac:inkMk id="25" creationId="{F7FB96EA-A49B-B020-D0E9-197F9DF453EE}"/>
          </ac:inkMkLst>
        </pc:inkChg>
        <pc:inkChg chg="del">
          <ac:chgData name="Oubayy Ahale" userId="298e17fb-e76b-4eb1-9a5c-0f5800761aa1" providerId="ADAL" clId="{5793E8B6-776E-4D51-94AA-D25AEA2DDEA0}" dt="2025-11-18T16:08:00.164" v="273"/>
          <ac:inkMkLst>
            <pc:docMk/>
            <pc:sldMk cId="3594172993" sldId="296"/>
            <ac:inkMk id="26" creationId="{1C9A38C7-0891-46E0-452A-6D1A227184E1}"/>
          </ac:inkMkLst>
        </pc:inkChg>
        <pc:inkChg chg="add del mod">
          <ac:chgData name="Oubayy Ahale" userId="298e17fb-e76b-4eb1-9a5c-0f5800761aa1" providerId="ADAL" clId="{5793E8B6-776E-4D51-94AA-D25AEA2DDEA0}" dt="2025-11-18T17:41:37.182" v="682"/>
          <ac:inkMkLst>
            <pc:docMk/>
            <pc:sldMk cId="3594172993" sldId="296"/>
            <ac:inkMk id="26" creationId="{3E9D2F61-003B-0795-4A77-DFA466A39087}"/>
          </ac:inkMkLst>
        </pc:inkChg>
        <pc:inkChg chg="del mod">
          <ac:chgData name="Oubayy Ahale" userId="298e17fb-e76b-4eb1-9a5c-0f5800761aa1" providerId="ADAL" clId="{5793E8B6-776E-4D51-94AA-D25AEA2DDEA0}" dt="2025-11-18T16:08:00.179" v="274"/>
          <ac:inkMkLst>
            <pc:docMk/>
            <pc:sldMk cId="3594172993" sldId="296"/>
            <ac:inkMk id="27" creationId="{27564DAC-E402-43AA-B57F-762344AFBF84}"/>
          </ac:inkMkLst>
        </pc:inkChg>
        <pc:inkChg chg="add del mod">
          <ac:chgData name="Oubayy Ahale" userId="298e17fb-e76b-4eb1-9a5c-0f5800761aa1" providerId="ADAL" clId="{5793E8B6-776E-4D51-94AA-D25AEA2DDEA0}" dt="2025-11-18T17:41:37.195" v="684"/>
          <ac:inkMkLst>
            <pc:docMk/>
            <pc:sldMk cId="3594172993" sldId="296"/>
            <ac:inkMk id="27" creationId="{ACFED401-0A6A-2CF0-5643-74EA4C346DC0}"/>
          </ac:inkMkLst>
        </pc:inkChg>
        <pc:inkChg chg="del mod">
          <ac:chgData name="Oubayy Ahale" userId="298e17fb-e76b-4eb1-9a5c-0f5800761aa1" providerId="ADAL" clId="{5793E8B6-776E-4D51-94AA-D25AEA2DDEA0}" dt="2025-11-18T16:08:00.181" v="275"/>
          <ac:inkMkLst>
            <pc:docMk/>
            <pc:sldMk cId="3594172993" sldId="296"/>
            <ac:inkMk id="28" creationId="{7DE2F84E-01AA-A273-23C5-BBA7385BDD00}"/>
          </ac:inkMkLst>
        </pc:inkChg>
        <pc:inkChg chg="add del mod">
          <ac:chgData name="Oubayy Ahale" userId="298e17fb-e76b-4eb1-9a5c-0f5800761aa1" providerId="ADAL" clId="{5793E8B6-776E-4D51-94AA-D25AEA2DDEA0}" dt="2025-11-18T17:41:41.422" v="690"/>
          <ac:inkMkLst>
            <pc:docMk/>
            <pc:sldMk cId="3594172993" sldId="296"/>
            <ac:inkMk id="80" creationId="{819D36B1-B8FF-E6B6-2410-CBAF4CBBAFC3}"/>
          </ac:inkMkLst>
        </pc:inkChg>
        <pc:inkChg chg="add del mod">
          <ac:chgData name="Oubayy Ahale" userId="298e17fb-e76b-4eb1-9a5c-0f5800761aa1" providerId="ADAL" clId="{5793E8B6-776E-4D51-94AA-D25AEA2DDEA0}" dt="2025-11-18T17:41:41.717" v="691"/>
          <ac:inkMkLst>
            <pc:docMk/>
            <pc:sldMk cId="3594172993" sldId="296"/>
            <ac:inkMk id="81" creationId="{2C2F374F-89E4-AE9D-AC33-AF17C0BDB52F}"/>
          </ac:inkMkLst>
        </pc:inkChg>
        <pc:inkChg chg="del mod">
          <ac:chgData name="Oubayy Ahale" userId="298e17fb-e76b-4eb1-9a5c-0f5800761aa1" providerId="ADAL" clId="{5793E8B6-776E-4D51-94AA-D25AEA2DDEA0}" dt="2025-11-18T16:08:17.146" v="293"/>
          <ac:inkMkLst>
            <pc:docMk/>
            <pc:sldMk cId="3594172993" sldId="296"/>
            <ac:inkMk id="81" creationId="{A52CB062-B076-9047-F7E5-3DED0CCAE400}"/>
          </ac:inkMkLst>
        </pc:inkChg>
        <pc:inkChg chg="add del mod">
          <ac:chgData name="Oubayy Ahale" userId="298e17fb-e76b-4eb1-9a5c-0f5800761aa1" providerId="ADAL" clId="{5793E8B6-776E-4D51-94AA-D25AEA2DDEA0}" dt="2025-11-18T17:41:41.422" v="689"/>
          <ac:inkMkLst>
            <pc:docMk/>
            <pc:sldMk cId="3594172993" sldId="296"/>
            <ac:inkMk id="82" creationId="{AB79CB25-8921-B715-781E-E2A1A9440169}"/>
          </ac:inkMkLst>
        </pc:inkChg>
        <pc:inkChg chg="del">
          <ac:chgData name="Oubayy Ahale" userId="298e17fb-e76b-4eb1-9a5c-0f5800761aa1" providerId="ADAL" clId="{5793E8B6-776E-4D51-94AA-D25AEA2DDEA0}" dt="2025-11-18T16:08:17.146" v="289"/>
          <ac:inkMkLst>
            <pc:docMk/>
            <pc:sldMk cId="3594172993" sldId="296"/>
            <ac:inkMk id="82" creationId="{F2B74824-3AD0-639B-4799-B8E6FE846B86}"/>
          </ac:inkMkLst>
        </pc:inkChg>
        <pc:inkChg chg="del mod">
          <ac:chgData name="Oubayy Ahale" userId="298e17fb-e76b-4eb1-9a5c-0f5800761aa1" providerId="ADAL" clId="{5793E8B6-776E-4D51-94AA-D25AEA2DDEA0}" dt="2025-11-18T16:08:17.146" v="290"/>
          <ac:inkMkLst>
            <pc:docMk/>
            <pc:sldMk cId="3594172993" sldId="296"/>
            <ac:inkMk id="83" creationId="{1681332A-73FB-3A04-CA5D-2D5AB4FE7788}"/>
          </ac:inkMkLst>
        </pc:inkChg>
        <pc:inkChg chg="add mod">
          <ac:chgData name="Oubayy Ahale" userId="298e17fb-e76b-4eb1-9a5c-0f5800761aa1" providerId="ADAL" clId="{5793E8B6-776E-4D51-94AA-D25AEA2DDEA0}" dt="2025-11-18T17:41:45.996" v="696"/>
          <ac:inkMkLst>
            <pc:docMk/>
            <pc:sldMk cId="3594172993" sldId="296"/>
            <ac:inkMk id="84" creationId="{2F55C1A9-8A9B-632C-7DAC-031A8D366386}"/>
          </ac:inkMkLst>
        </pc:inkChg>
        <pc:inkChg chg="add mod">
          <ac:chgData name="Oubayy Ahale" userId="298e17fb-e76b-4eb1-9a5c-0f5800761aa1" providerId="ADAL" clId="{5793E8B6-776E-4D51-94AA-D25AEA2DDEA0}" dt="2025-11-18T17:41:45.996" v="696"/>
          <ac:inkMkLst>
            <pc:docMk/>
            <pc:sldMk cId="3594172993" sldId="296"/>
            <ac:inkMk id="85" creationId="{074C85D5-7AB1-8A02-D1D9-1AF186457B4C}"/>
          </ac:inkMkLst>
        </pc:inkChg>
        <pc:inkChg chg="del mod">
          <ac:chgData name="Oubayy Ahale" userId="298e17fb-e76b-4eb1-9a5c-0f5800761aa1" providerId="ADAL" clId="{5793E8B6-776E-4D51-94AA-D25AEA2DDEA0}" dt="2025-11-18T16:08:17.146" v="292"/>
          <ac:inkMkLst>
            <pc:docMk/>
            <pc:sldMk cId="3594172993" sldId="296"/>
            <ac:inkMk id="85" creationId="{23C451F2-E908-176E-BE9A-1043696B1F4B}"/>
          </ac:inkMkLst>
        </pc:inkChg>
        <pc:inkChg chg="del">
          <ac:chgData name="Oubayy Ahale" userId="298e17fb-e76b-4eb1-9a5c-0f5800761aa1" providerId="ADAL" clId="{5793E8B6-776E-4D51-94AA-D25AEA2DDEA0}" dt="2025-11-18T16:08:17.146" v="288"/>
          <ac:inkMkLst>
            <pc:docMk/>
            <pc:sldMk cId="3594172993" sldId="296"/>
            <ac:inkMk id="86" creationId="{965DCB68-3765-4014-ED4E-6550773E2B69}"/>
          </ac:inkMkLst>
        </pc:inkChg>
        <pc:inkChg chg="add mod">
          <ac:chgData name="Oubayy Ahale" userId="298e17fb-e76b-4eb1-9a5c-0f5800761aa1" providerId="ADAL" clId="{5793E8B6-776E-4D51-94AA-D25AEA2DDEA0}" dt="2025-11-18T17:41:45.996" v="696"/>
          <ac:inkMkLst>
            <pc:docMk/>
            <pc:sldMk cId="3594172993" sldId="296"/>
            <ac:inkMk id="87" creationId="{B24C0078-EE41-03C2-36DA-BF941EEDAEB1}"/>
          </ac:inkMkLst>
        </pc:inkChg>
        <pc:inkChg chg="del mod">
          <ac:chgData name="Oubayy Ahale" userId="298e17fb-e76b-4eb1-9a5c-0f5800761aa1" providerId="ADAL" clId="{5793E8B6-776E-4D51-94AA-D25AEA2DDEA0}" dt="2025-11-18T16:08:17.146" v="291"/>
          <ac:inkMkLst>
            <pc:docMk/>
            <pc:sldMk cId="3594172993" sldId="296"/>
            <ac:inkMk id="87" creationId="{B3A846E1-9501-40D7-850C-AC5739660D45}"/>
          </ac:inkMkLst>
        </pc:inkChg>
        <pc:inkChg chg="del mod">
          <ac:chgData name="Oubayy Ahale" userId="298e17fb-e76b-4eb1-9a5c-0f5800761aa1" providerId="ADAL" clId="{5793E8B6-776E-4D51-94AA-D25AEA2DDEA0}" dt="2025-11-18T16:08:16.067" v="286"/>
          <ac:inkMkLst>
            <pc:docMk/>
            <pc:sldMk cId="3594172993" sldId="296"/>
            <ac:inkMk id="123" creationId="{FB13DAD2-2E55-655D-2E0D-E744F82D8A58}"/>
          </ac:inkMkLst>
        </pc:inkChg>
        <pc:inkChg chg="del mod">
          <ac:chgData name="Oubayy Ahale" userId="298e17fb-e76b-4eb1-9a5c-0f5800761aa1" providerId="ADAL" clId="{5793E8B6-776E-4D51-94AA-D25AEA2DDEA0}" dt="2025-11-18T16:08:16.067" v="287"/>
          <ac:inkMkLst>
            <pc:docMk/>
            <pc:sldMk cId="3594172993" sldId="296"/>
            <ac:inkMk id="124" creationId="{B5F87BDF-0F5F-7624-2013-92EAAD721338}"/>
          </ac:inkMkLst>
        </pc:inkChg>
        <pc:inkChg chg="del">
          <ac:chgData name="Oubayy Ahale" userId="298e17fb-e76b-4eb1-9a5c-0f5800761aa1" providerId="ADAL" clId="{5793E8B6-776E-4D51-94AA-D25AEA2DDEA0}" dt="2025-11-18T16:08:16.057" v="284"/>
          <ac:inkMkLst>
            <pc:docMk/>
            <pc:sldMk cId="3594172993" sldId="296"/>
            <ac:inkMk id="125" creationId="{F1D95ED7-D822-D613-2B0E-26FC250ABA16}"/>
          </ac:inkMkLst>
        </pc:inkChg>
        <pc:inkChg chg="del mod">
          <ac:chgData name="Oubayy Ahale" userId="298e17fb-e76b-4eb1-9a5c-0f5800761aa1" providerId="ADAL" clId="{5793E8B6-776E-4D51-94AA-D25AEA2DDEA0}" dt="2025-11-18T16:08:16.065" v="285"/>
          <ac:inkMkLst>
            <pc:docMk/>
            <pc:sldMk cId="3594172993" sldId="296"/>
            <ac:inkMk id="126" creationId="{1C33E505-7907-F6B7-0F39-1DD3C0CE8ACE}"/>
          </ac:inkMkLst>
        </pc:inkChg>
        <pc:inkChg chg="add del">
          <ac:chgData name="Oubayy Ahale" userId="298e17fb-e76b-4eb1-9a5c-0f5800761aa1" providerId="ADAL" clId="{5793E8B6-776E-4D51-94AA-D25AEA2DDEA0}" dt="2025-11-18T16:08:08.776" v="277"/>
          <ac:inkMkLst>
            <pc:docMk/>
            <pc:sldMk cId="3594172993" sldId="296"/>
            <ac:inkMk id="127" creationId="{3FDD6D59-6BA3-9B49-7068-1E2A5CE475D4}"/>
          </ac:inkMkLst>
        </pc:inkChg>
        <pc:inkChg chg="add">
          <ac:chgData name="Oubayy Ahale" userId="298e17fb-e76b-4eb1-9a5c-0f5800761aa1" providerId="ADAL" clId="{5793E8B6-776E-4D51-94AA-D25AEA2DDEA0}" dt="2025-11-18T16:08:10.614" v="278" actId="9405"/>
          <ac:inkMkLst>
            <pc:docMk/>
            <pc:sldMk cId="3594172993" sldId="296"/>
            <ac:inkMk id="128" creationId="{C5DA28A4-8BD3-31D5-C1A3-5979945010B1}"/>
          </ac:inkMkLst>
        </pc:inkChg>
        <pc:inkChg chg="add mod">
          <ac:chgData name="Oubayy Ahale" userId="298e17fb-e76b-4eb1-9a5c-0f5800761aa1" providerId="ADAL" clId="{5793E8B6-776E-4D51-94AA-D25AEA2DDEA0}" dt="2025-11-18T16:08:13.845" v="283"/>
          <ac:inkMkLst>
            <pc:docMk/>
            <pc:sldMk cId="3594172993" sldId="296"/>
            <ac:inkMk id="129" creationId="{C83C4155-0369-2FF3-6519-59E03CBC9A66}"/>
          </ac:inkMkLst>
        </pc:inkChg>
        <pc:inkChg chg="add mod">
          <ac:chgData name="Oubayy Ahale" userId="298e17fb-e76b-4eb1-9a5c-0f5800761aa1" providerId="ADAL" clId="{5793E8B6-776E-4D51-94AA-D25AEA2DDEA0}" dt="2025-11-18T16:08:13.845" v="283"/>
          <ac:inkMkLst>
            <pc:docMk/>
            <pc:sldMk cId="3594172993" sldId="296"/>
            <ac:inkMk id="130" creationId="{7A5A4D58-7E49-C57E-1B42-DA1BFA091C99}"/>
          </ac:inkMkLst>
        </pc:inkChg>
        <pc:inkChg chg="add mod">
          <ac:chgData name="Oubayy Ahale" userId="298e17fb-e76b-4eb1-9a5c-0f5800761aa1" providerId="ADAL" clId="{5793E8B6-776E-4D51-94AA-D25AEA2DDEA0}" dt="2025-11-18T16:08:13.845" v="283"/>
          <ac:inkMkLst>
            <pc:docMk/>
            <pc:sldMk cId="3594172993" sldId="296"/>
            <ac:inkMk id="132" creationId="{E2A4B769-DB49-27E1-0E77-219FCEE09E09}"/>
          </ac:inkMkLst>
        </pc:inkChg>
        <pc:inkChg chg="add">
          <ac:chgData name="Oubayy Ahale" userId="298e17fb-e76b-4eb1-9a5c-0f5800761aa1" providerId="ADAL" clId="{5793E8B6-776E-4D51-94AA-D25AEA2DDEA0}" dt="2025-11-18T16:08:18.925" v="294" actId="9405"/>
          <ac:inkMkLst>
            <pc:docMk/>
            <pc:sldMk cId="3594172993" sldId="296"/>
            <ac:inkMk id="134" creationId="{E2E43C42-33AA-260F-67EC-7DF4329C182D}"/>
          </ac:inkMkLst>
        </pc:inkChg>
        <pc:inkChg chg="add mod">
          <ac:chgData name="Oubayy Ahale" userId="298e17fb-e76b-4eb1-9a5c-0f5800761aa1" providerId="ADAL" clId="{5793E8B6-776E-4D51-94AA-D25AEA2DDEA0}" dt="2025-11-18T16:08:20.475" v="297"/>
          <ac:inkMkLst>
            <pc:docMk/>
            <pc:sldMk cId="3594172993" sldId="296"/>
            <ac:inkMk id="135" creationId="{A8FDBA32-6463-4B6E-2A79-4917108EDBEF}"/>
          </ac:inkMkLst>
        </pc:inkChg>
        <pc:inkChg chg="add mod">
          <ac:chgData name="Oubayy Ahale" userId="298e17fb-e76b-4eb1-9a5c-0f5800761aa1" providerId="ADAL" clId="{5793E8B6-776E-4D51-94AA-D25AEA2DDEA0}" dt="2025-11-18T16:08:20.475" v="297"/>
          <ac:inkMkLst>
            <pc:docMk/>
            <pc:sldMk cId="3594172993" sldId="296"/>
            <ac:inkMk id="136" creationId="{ACE4D6AB-62F6-754F-DBFC-17721D60989E}"/>
          </ac:inkMkLst>
        </pc:inkChg>
        <pc:inkChg chg="add mod">
          <ac:chgData name="Oubayy Ahale" userId="298e17fb-e76b-4eb1-9a5c-0f5800761aa1" providerId="ADAL" clId="{5793E8B6-776E-4D51-94AA-D25AEA2DDEA0}" dt="2025-11-18T16:08:37.081" v="301"/>
          <ac:inkMkLst>
            <pc:docMk/>
            <pc:sldMk cId="3594172993" sldId="296"/>
            <ac:inkMk id="138" creationId="{6ACC33BC-C11F-4D1C-4684-3DB3BA8EAD3E}"/>
          </ac:inkMkLst>
        </pc:inkChg>
        <pc:inkChg chg="add mod">
          <ac:chgData name="Oubayy Ahale" userId="298e17fb-e76b-4eb1-9a5c-0f5800761aa1" providerId="ADAL" clId="{5793E8B6-776E-4D51-94AA-D25AEA2DDEA0}" dt="2025-11-18T16:08:37.081" v="301"/>
          <ac:inkMkLst>
            <pc:docMk/>
            <pc:sldMk cId="3594172993" sldId="296"/>
            <ac:inkMk id="139" creationId="{2FE02D37-E18C-5561-C144-1C2CA8E3E93F}"/>
          </ac:inkMkLst>
        </pc:inkChg>
        <pc:inkChg chg="add mod">
          <ac:chgData name="Oubayy Ahale" userId="298e17fb-e76b-4eb1-9a5c-0f5800761aa1" providerId="ADAL" clId="{5793E8B6-776E-4D51-94AA-D25AEA2DDEA0}" dt="2025-11-18T16:08:37.081" v="301"/>
          <ac:inkMkLst>
            <pc:docMk/>
            <pc:sldMk cId="3594172993" sldId="296"/>
            <ac:inkMk id="140" creationId="{F6D741BE-2D8F-7A11-CFA7-57FC903020AD}"/>
          </ac:inkMkLst>
        </pc:inkChg>
      </pc:sldChg>
      <pc:sldChg chg="modSp add mod ord">
        <pc:chgData name="Oubayy Ahale" userId="298e17fb-e76b-4eb1-9a5c-0f5800761aa1" providerId="ADAL" clId="{5793E8B6-776E-4D51-94AA-D25AEA2DDEA0}" dt="2025-11-18T16:24:32.577" v="396" actId="255"/>
        <pc:sldMkLst>
          <pc:docMk/>
          <pc:sldMk cId="1348368803" sldId="297"/>
        </pc:sldMkLst>
        <pc:spChg chg="mod">
          <ac:chgData name="Oubayy Ahale" userId="298e17fb-e76b-4eb1-9a5c-0f5800761aa1" providerId="ADAL" clId="{5793E8B6-776E-4D51-94AA-D25AEA2DDEA0}" dt="2025-11-18T16:23:21.759" v="307" actId="20577"/>
          <ac:spMkLst>
            <pc:docMk/>
            <pc:sldMk cId="1348368803" sldId="297"/>
            <ac:spMk id="2" creationId="{4C449468-B2BC-0AE5-514F-304703A8A5E0}"/>
          </ac:spMkLst>
        </pc:spChg>
        <pc:spChg chg="mod">
          <ac:chgData name="Oubayy Ahale" userId="298e17fb-e76b-4eb1-9a5c-0f5800761aa1" providerId="ADAL" clId="{5793E8B6-776E-4D51-94AA-D25AEA2DDEA0}" dt="2025-11-18T16:24:32.577" v="396" actId="255"/>
          <ac:spMkLst>
            <pc:docMk/>
            <pc:sldMk cId="1348368803" sldId="297"/>
            <ac:spMk id="3" creationId="{092D70CC-50B3-3DB4-2F8A-C1D4AD48150E}"/>
          </ac:spMkLst>
        </pc:spChg>
      </pc:sldChg>
      <pc:sldChg chg="add">
        <pc:chgData name="Oubayy Ahale" userId="298e17fb-e76b-4eb1-9a5c-0f5800761aa1" providerId="ADAL" clId="{5793E8B6-776E-4D51-94AA-D25AEA2DDEA0}" dt="2025-11-18T16:50:13.983" v="640" actId="2890"/>
        <pc:sldMkLst>
          <pc:docMk/>
          <pc:sldMk cId="1223833261" sldId="298"/>
        </pc:sldMkLst>
      </pc:sldChg>
      <pc:sldChg chg="addSp delSp modSp add mod">
        <pc:chgData name="Oubayy Ahale" userId="298e17fb-e76b-4eb1-9a5c-0f5800761aa1" providerId="ADAL" clId="{5793E8B6-776E-4D51-94AA-D25AEA2DDEA0}" dt="2025-11-18T16:55:33.626" v="669"/>
        <pc:sldMkLst>
          <pc:docMk/>
          <pc:sldMk cId="1530278822" sldId="299"/>
        </pc:sldMkLst>
        <pc:grpChg chg="mod">
          <ac:chgData name="Oubayy Ahale" userId="298e17fb-e76b-4eb1-9a5c-0f5800761aa1" providerId="ADAL" clId="{5793E8B6-776E-4D51-94AA-D25AEA2DDEA0}" dt="2025-11-18T16:54:12.897" v="649"/>
          <ac:grpSpMkLst>
            <pc:docMk/>
            <pc:sldMk cId="1530278822" sldId="299"/>
            <ac:grpSpMk id="8" creationId="{40F7FA46-C525-9619-8CE5-55F91CA7DF63}"/>
          </ac:grpSpMkLst>
        </pc:grpChg>
        <pc:grpChg chg="mod">
          <ac:chgData name="Oubayy Ahale" userId="298e17fb-e76b-4eb1-9a5c-0f5800761aa1" providerId="ADAL" clId="{5793E8B6-776E-4D51-94AA-D25AEA2DDEA0}" dt="2025-11-18T16:54:23.759" v="655"/>
          <ac:grpSpMkLst>
            <pc:docMk/>
            <pc:sldMk cId="1530278822" sldId="299"/>
            <ac:grpSpMk id="14" creationId="{53514946-5F03-88F4-9BEF-23411E45363D}"/>
          </ac:grpSpMkLst>
        </pc:grpChg>
        <pc:grpChg chg="del mod">
          <ac:chgData name="Oubayy Ahale" userId="298e17fb-e76b-4eb1-9a5c-0f5800761aa1" providerId="ADAL" clId="{5793E8B6-776E-4D51-94AA-D25AEA2DDEA0}" dt="2025-11-18T16:55:33.626" v="669"/>
          <ac:grpSpMkLst>
            <pc:docMk/>
            <pc:sldMk cId="1530278822" sldId="299"/>
            <ac:grpSpMk id="25" creationId="{EF9D7D97-41A4-4A33-583E-AC48BAC67822}"/>
          </ac:grpSpMkLst>
        </pc:grpChg>
        <pc:grpChg chg="mod">
          <ac:chgData name="Oubayy Ahale" userId="298e17fb-e76b-4eb1-9a5c-0f5800761aa1" providerId="ADAL" clId="{5793E8B6-776E-4D51-94AA-D25AEA2DDEA0}" dt="2025-11-18T16:55:33.626" v="669"/>
          <ac:grpSpMkLst>
            <pc:docMk/>
            <pc:sldMk cId="1530278822" sldId="299"/>
            <ac:grpSpMk id="28" creationId="{F6205A26-809B-F703-A61D-9FB15A6EE917}"/>
          </ac:grpSpMkLst>
        </pc:grpChg>
        <pc:inkChg chg="add">
          <ac:chgData name="Oubayy Ahale" userId="298e17fb-e76b-4eb1-9a5c-0f5800761aa1" providerId="ADAL" clId="{5793E8B6-776E-4D51-94AA-D25AEA2DDEA0}" dt="2025-11-18T16:53:55.275" v="645" actId="9405"/>
          <ac:inkMkLst>
            <pc:docMk/>
            <pc:sldMk cId="1530278822" sldId="299"/>
            <ac:inkMk id="2" creationId="{26AD80D3-EF7E-CBBA-81E4-CC277F2D05AC}"/>
          </ac:inkMkLst>
        </pc:inkChg>
        <pc:inkChg chg="add">
          <ac:chgData name="Oubayy Ahale" userId="298e17fb-e76b-4eb1-9a5c-0f5800761aa1" providerId="ADAL" clId="{5793E8B6-776E-4D51-94AA-D25AEA2DDEA0}" dt="2025-11-18T16:54:04.427" v="646" actId="9405"/>
          <ac:inkMkLst>
            <pc:docMk/>
            <pc:sldMk cId="1530278822" sldId="299"/>
            <ac:inkMk id="4" creationId="{B056D87F-8B85-228F-26BF-BC8CB9C9E518}"/>
          </ac:inkMkLst>
        </pc:inkChg>
        <pc:inkChg chg="add mod">
          <ac:chgData name="Oubayy Ahale" userId="298e17fb-e76b-4eb1-9a5c-0f5800761aa1" providerId="ADAL" clId="{5793E8B6-776E-4D51-94AA-D25AEA2DDEA0}" dt="2025-11-18T16:54:12.897" v="649"/>
          <ac:inkMkLst>
            <pc:docMk/>
            <pc:sldMk cId="1530278822" sldId="299"/>
            <ac:inkMk id="5" creationId="{423256EF-9745-63FD-5CC5-6EB3AA99EA92}"/>
          </ac:inkMkLst>
        </pc:inkChg>
        <pc:inkChg chg="add mod">
          <ac:chgData name="Oubayy Ahale" userId="298e17fb-e76b-4eb1-9a5c-0f5800761aa1" providerId="ADAL" clId="{5793E8B6-776E-4D51-94AA-D25AEA2DDEA0}" dt="2025-11-18T16:54:12.897" v="649"/>
          <ac:inkMkLst>
            <pc:docMk/>
            <pc:sldMk cId="1530278822" sldId="299"/>
            <ac:inkMk id="7" creationId="{A36C733E-A423-5F29-858C-173351BEA9D1}"/>
          </ac:inkMkLst>
        </pc:inkChg>
        <pc:inkChg chg="add mod">
          <ac:chgData name="Oubayy Ahale" userId="298e17fb-e76b-4eb1-9a5c-0f5800761aa1" providerId="ADAL" clId="{5793E8B6-776E-4D51-94AA-D25AEA2DDEA0}" dt="2025-11-18T16:54:23.759" v="655"/>
          <ac:inkMkLst>
            <pc:docMk/>
            <pc:sldMk cId="1530278822" sldId="299"/>
            <ac:inkMk id="9" creationId="{A28A5B3E-80E8-08B8-C3C8-D30AF9E1F7AA}"/>
          </ac:inkMkLst>
        </pc:inkChg>
        <pc:inkChg chg="add mod">
          <ac:chgData name="Oubayy Ahale" userId="298e17fb-e76b-4eb1-9a5c-0f5800761aa1" providerId="ADAL" clId="{5793E8B6-776E-4D51-94AA-D25AEA2DDEA0}" dt="2025-11-18T16:54:23.759" v="655"/>
          <ac:inkMkLst>
            <pc:docMk/>
            <pc:sldMk cId="1530278822" sldId="299"/>
            <ac:inkMk id="10" creationId="{8001F794-07B7-C854-C3D5-E9D6997AEE2F}"/>
          </ac:inkMkLst>
        </pc:inkChg>
        <pc:inkChg chg="add mod">
          <ac:chgData name="Oubayy Ahale" userId="298e17fb-e76b-4eb1-9a5c-0f5800761aa1" providerId="ADAL" clId="{5793E8B6-776E-4D51-94AA-D25AEA2DDEA0}" dt="2025-11-18T16:54:23.759" v="655"/>
          <ac:inkMkLst>
            <pc:docMk/>
            <pc:sldMk cId="1530278822" sldId="299"/>
            <ac:inkMk id="11" creationId="{F5C8ADF8-47B4-3D29-CCC3-19A3B090EE58}"/>
          </ac:inkMkLst>
        </pc:inkChg>
        <pc:inkChg chg="add mod">
          <ac:chgData name="Oubayy Ahale" userId="298e17fb-e76b-4eb1-9a5c-0f5800761aa1" providerId="ADAL" clId="{5793E8B6-776E-4D51-94AA-D25AEA2DDEA0}" dt="2025-11-18T16:54:23.759" v="655"/>
          <ac:inkMkLst>
            <pc:docMk/>
            <pc:sldMk cId="1530278822" sldId="299"/>
            <ac:inkMk id="12" creationId="{A0F1A5D2-9280-A8F9-88D2-EB3E366044CA}"/>
          </ac:inkMkLst>
        </pc:inkChg>
        <pc:inkChg chg="add mod">
          <ac:chgData name="Oubayy Ahale" userId="298e17fb-e76b-4eb1-9a5c-0f5800761aa1" providerId="ADAL" clId="{5793E8B6-776E-4D51-94AA-D25AEA2DDEA0}" dt="2025-11-18T16:54:23.759" v="655"/>
          <ac:inkMkLst>
            <pc:docMk/>
            <pc:sldMk cId="1530278822" sldId="299"/>
            <ac:inkMk id="13" creationId="{6AD77199-B49B-A026-3A45-A1C57AB789C4}"/>
          </ac:inkMkLst>
        </pc:inkChg>
        <pc:inkChg chg="add del">
          <ac:chgData name="Oubayy Ahale" userId="298e17fb-e76b-4eb1-9a5c-0f5800761aa1" providerId="ADAL" clId="{5793E8B6-776E-4D51-94AA-D25AEA2DDEA0}" dt="2025-11-18T16:54:49.027" v="657"/>
          <ac:inkMkLst>
            <pc:docMk/>
            <pc:sldMk cId="1530278822" sldId="299"/>
            <ac:inkMk id="16" creationId="{DB394A72-FAAA-2F03-AEC3-DD038E1E3529}"/>
          </ac:inkMkLst>
        </pc:inkChg>
        <pc:inkChg chg="add">
          <ac:chgData name="Oubayy Ahale" userId="298e17fb-e76b-4eb1-9a5c-0f5800761aa1" providerId="ADAL" clId="{5793E8B6-776E-4D51-94AA-D25AEA2DDEA0}" dt="2025-11-18T16:54:49.027" v="657"/>
          <ac:inkMkLst>
            <pc:docMk/>
            <pc:sldMk cId="1530278822" sldId="299"/>
            <ac:inkMk id="17" creationId="{60A8CFB1-10B2-2CD6-39AB-043BD0BEA2C7}"/>
          </ac:inkMkLst>
        </pc:inkChg>
        <pc:inkChg chg="add">
          <ac:chgData name="Oubayy Ahale" userId="298e17fb-e76b-4eb1-9a5c-0f5800761aa1" providerId="ADAL" clId="{5793E8B6-776E-4D51-94AA-D25AEA2DDEA0}" dt="2025-11-18T16:54:56.362" v="658" actId="9405"/>
          <ac:inkMkLst>
            <pc:docMk/>
            <pc:sldMk cId="1530278822" sldId="299"/>
            <ac:inkMk id="18" creationId="{43BF0302-4E5A-A2EB-AFEB-0A9BB03BA96E}"/>
          </ac:inkMkLst>
        </pc:inkChg>
        <pc:inkChg chg="add del">
          <ac:chgData name="Oubayy Ahale" userId="298e17fb-e76b-4eb1-9a5c-0f5800761aa1" providerId="ADAL" clId="{5793E8B6-776E-4D51-94AA-D25AEA2DDEA0}" dt="2025-11-18T16:55:19.799" v="660" actId="9405"/>
          <ac:inkMkLst>
            <pc:docMk/>
            <pc:sldMk cId="1530278822" sldId="299"/>
            <ac:inkMk id="19" creationId="{5BF5CDB6-E496-606D-E15B-47E0753FF4F5}"/>
          </ac:inkMkLst>
        </pc:inkChg>
        <pc:inkChg chg="add">
          <ac:chgData name="Oubayy Ahale" userId="298e17fb-e76b-4eb1-9a5c-0f5800761aa1" providerId="ADAL" clId="{5793E8B6-776E-4D51-94AA-D25AEA2DDEA0}" dt="2025-11-18T16:55:24.261" v="661" actId="9405"/>
          <ac:inkMkLst>
            <pc:docMk/>
            <pc:sldMk cId="1530278822" sldId="299"/>
            <ac:inkMk id="20" creationId="{27B5D464-4C86-1896-993A-5C56B8604965}"/>
          </ac:inkMkLst>
        </pc:inkChg>
        <pc:inkChg chg="add mod">
          <ac:chgData name="Oubayy Ahale" userId="298e17fb-e76b-4eb1-9a5c-0f5800761aa1" providerId="ADAL" clId="{5793E8B6-776E-4D51-94AA-D25AEA2DDEA0}" dt="2025-11-18T16:55:33.626" v="669"/>
          <ac:inkMkLst>
            <pc:docMk/>
            <pc:sldMk cId="1530278822" sldId="299"/>
            <ac:inkMk id="21" creationId="{70072092-A773-5C11-DC48-3CF5008685DA}"/>
          </ac:inkMkLst>
        </pc:inkChg>
        <pc:inkChg chg="add mod">
          <ac:chgData name="Oubayy Ahale" userId="298e17fb-e76b-4eb1-9a5c-0f5800761aa1" providerId="ADAL" clId="{5793E8B6-776E-4D51-94AA-D25AEA2DDEA0}" dt="2025-11-18T16:55:33.626" v="669"/>
          <ac:inkMkLst>
            <pc:docMk/>
            <pc:sldMk cId="1530278822" sldId="299"/>
            <ac:inkMk id="22" creationId="{247A4AC1-82A3-4C49-04B7-03081C5B6319}"/>
          </ac:inkMkLst>
        </pc:inkChg>
        <pc:inkChg chg="add mod">
          <ac:chgData name="Oubayy Ahale" userId="298e17fb-e76b-4eb1-9a5c-0f5800761aa1" providerId="ADAL" clId="{5793E8B6-776E-4D51-94AA-D25AEA2DDEA0}" dt="2025-11-18T16:55:33.626" v="669"/>
          <ac:inkMkLst>
            <pc:docMk/>
            <pc:sldMk cId="1530278822" sldId="299"/>
            <ac:inkMk id="23" creationId="{C74D3C99-1334-4223-B86F-68593A0654D2}"/>
          </ac:inkMkLst>
        </pc:inkChg>
        <pc:inkChg chg="add mod">
          <ac:chgData name="Oubayy Ahale" userId="298e17fb-e76b-4eb1-9a5c-0f5800761aa1" providerId="ADAL" clId="{5793E8B6-776E-4D51-94AA-D25AEA2DDEA0}" dt="2025-11-18T16:55:33.626" v="669"/>
          <ac:inkMkLst>
            <pc:docMk/>
            <pc:sldMk cId="1530278822" sldId="299"/>
            <ac:inkMk id="24" creationId="{12A600E7-1290-2B3F-A6FD-4A2427FAA67C}"/>
          </ac:inkMkLst>
        </pc:inkChg>
        <pc:inkChg chg="add mod">
          <ac:chgData name="Oubayy Ahale" userId="298e17fb-e76b-4eb1-9a5c-0f5800761aa1" providerId="ADAL" clId="{5793E8B6-776E-4D51-94AA-D25AEA2DDEA0}" dt="2025-11-18T16:55:33.626" v="669"/>
          <ac:inkMkLst>
            <pc:docMk/>
            <pc:sldMk cId="1530278822" sldId="299"/>
            <ac:inkMk id="26" creationId="{F4A2FC6A-21D0-664D-D3C5-DC594727EFA0}"/>
          </ac:inkMkLst>
        </pc:inkChg>
        <pc:inkChg chg="add mod">
          <ac:chgData name="Oubayy Ahale" userId="298e17fb-e76b-4eb1-9a5c-0f5800761aa1" providerId="ADAL" clId="{5793E8B6-776E-4D51-94AA-D25AEA2DDEA0}" dt="2025-11-18T16:55:33.626" v="669"/>
          <ac:inkMkLst>
            <pc:docMk/>
            <pc:sldMk cId="1530278822" sldId="299"/>
            <ac:inkMk id="27" creationId="{5105515B-ED12-8578-C9EB-A2A6382E0C6C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1:56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14 6447 0 0,'-23'-4'3201'0'0,"8"0"2132"0"0,16 3-5176 0 0,-1 1 0 0 0,1-1 0 0 0,-1 1 0 0 0,1 0 0 0 0,0-1 0 0 0,-1 1 0 0 0,1 0 0 0 0,-1-1 0 0 0,1 1 0 0 0,0 0 0 0 0,-1-1 0 0 0,1 1 0 0 0,0 0 0 0 0,0 0 0 0 0,-1 0 0 0 0,1 0 0 0 0,0 0 0 0 0,-1 0 0 0 0,1 0 0 0 0,0 0 0 0 0,0 0 0 0 0,0 0-191 0 0,3 1-1252 0 0,14 5-4846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1:57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6 3679 0 0,'0'-1'199'0'0,"0"1"-1"0"0,0 0 0 0 0,0-1 1 0 0,-1 1-1 0 0,1 0 0 0 0,0-1 1 0 0,0 1-1 0 0,0 0 0 0 0,-1 0 1 0 0,1 0-1 0 0,0-1 0 0 0,0 1 1 0 0,-1 0-1 0 0,1 0 0 0 0,0 0 0 0 0,0-1 1 0 0,-1 1-1 0 0,1 0 0 0 0,0 0 1 0 0,-1 0-1 0 0,1 0 0 0 0,0 0 1 0 0,-1 0-1 0 0,1 0 0 0 0,0 0 1 0 0,-1 0-1 0 0,1 0 0 0 0,0 0 1 0 0,-7 3 7232 0 0,-3 10-7143 0 0,10-13-288 0 0,0 1 0 0 0,0-1-1 0 0,0 0 1 0 0,-1 1 0 0 0,1-1 0 0 0,0 0 0 0 0,0 1-1 0 0,0-1 1 0 0,0 0 0 0 0,0 1 0 0 0,0-1 0 0 0,0 0-1 0 0,0 1 1 0 0,0-1 0 0 0,0 0 0 0 0,0 1 0 0 0,0-1-1 0 0,0 1 1 0 0,0-1 0 0 0,0 0 0 0 0,0 1 0 0 0,0-1-1 0 0,0 0 1 0 0,0 1 0 0 0,0-1 0 0 0,1 0 0 0 0,-1 1-1 0 0,0-1 1 0 0,0 0 0 0 0,0 1 0 0 0,1-1 0 0 0,-1 0-1 0 0,0 0 1 0 0,0 1 0 0 0,1-1 0 0 0,-1 0 0 0 0,0 0-1 0 0,1 0 1 0 0,-1 1 0 0 0,0-1 0 0 0,0 0 0 0 0,1 0 0 0 0,-1 0-1 0 0,0 0 1 0 0,1 0 0 0 0,-1 1 0 0 0,1-1 0 0 0,-1 0-1 0 0,0 0 1 0 0,1 0 0 0 0,-1 0 0 0 0,0 0 0 0 0,1 0-1 0 0,-1 0 1 0 0,0 0 0 0 0,1-1 0 0 0,0 1 0 0 0,0 0-662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1:58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7 6911 0 0,'-8'-1'-343'0'0,"-7"-3"4610"0"0,10 2-441 0 0,16 3-3742 0 0,-7 1-5358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1:59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9 1863 0 0,'3'10'4272'0'0,"-3"-10"-4200"0"0,0 0-1 0 0,0 0 1 0 0,0 0-1 0 0,0 0 1 0 0,0 0-1 0 0,0 1 1 0 0,0-1-1 0 0,0 0 1 0 0,0 0-1 0 0,1 0 1 0 0,-1 0-1 0 0,0 1 1 0 0,0-1-1 0 0,0 0 1 0 0,0 0-1 0 0,0 0 1 0 0,0 0-1 0 0,0 0 1 0 0,0 1-1 0 0,0-1 1 0 0,0 0-1 0 0,0 0 1 0 0,-1 0-1 0 0,1 0 0 0 0,0 1 1 0 0,0-1-1 0 0,0 0 1 0 0,0 0-1 0 0,0 0 1 0 0,0 0-1 0 0,0 0 1 0 0,0 1-1 0 0,0-1 1 0 0,0 0-1 0 0,-1 0 1 0 0,1 0-1 0 0,0 0 1 0 0,0 0-1 0 0,0 0 1 0 0,0 0-1 0 0,0 0 1 0 0,0 0-1 0 0,-1 1 1 0 0,1-1-1 0 0,0 0 1 0 0,0 0-1 0 0,0 0 1 0 0,0 0-1 0 0,0 0 1 0 0,-1 0-1 0 0,1 0 1 0 0,0 0-1 0 0,0 0 0 0 0,0 0 1 0 0,0 0-1 0 0,-1 0 1 0 0,1 0-1 0 0,0 0 1 0 0,0 0-1 0 0,0 0 1 0 0,-1 0-1 0 0,-12-8 233 0 0,13 7-276 0 0,-1 1 0 0 0,1 0 0 0 0,0 0 0 0 0,0-1-1 0 0,-1 1 1 0 0,1 0 0 0 0,0 0 0 0 0,0-1-1 0 0,0 1 1 0 0,-1 0 0 0 0,1 0 0 0 0,0-1 0 0 0,0 1-1 0 0,0 0 1 0 0,0-1 0 0 0,0 1 0 0 0,0 0 0 0 0,-1-1-1 0 0,1 1 1 0 0,0 0 0 0 0,0-1 0 0 0,0 1 0 0 0,0 0-1 0 0,0-1 1 0 0,0 1 0 0 0,0 0 0 0 0,1-1 0 0 0,-1 1-1 0 0,0 0 1 0 0,0-1 0 0 0,0 1 0 0 0,0 0 0 0 0,0 0-1 0 0,0-1 1 0 0,1 1 0 0 0,-1 0 0 0 0,0-1 0 0 0,0 1-1 0 0,0 0 1 0 0,1 0 0 0 0,-1-1 0 0 0,0 1-1 0 0,0 0 1 0 0,1 0 0 0 0,-1 0 0 0 0,0-1 0 0 0,0 1-1 0 0,1 0 1 0 0,-1 0 0 0 0,0 0 0 0 0,1 0 0 0 0,-1 0-1 0 0,0 0 1 0 0,1 0 0 0 0,-1 0 0 0 0,0-1 0 0 0,1 1-1 0 0,0 0-55 0 0,1-2 28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1:59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4143 0 0,'0'0'191'0'0,"0"-1"-11"0"0,1 0 228 0 0,0 1 0 0 0,0 0 1 0 0,-1-1-1 0 0,1 1 0 0 0,0 0 0 0 0,0 0 0 0 0,0 0 1 0 0,0-1-1 0 0,-1 1 0 0 0,1 0 0 0 0,0 0 0 0 0,0 0 1 0 0,0 0-1 0 0,0 0 0 0 0,0 1 0 0 0,0-1 0 0 0,-1 0 1 0 0,1 0-1 0 0,1 1 0 0 0,12 5 1879 0 0,-13-6-2682 0 0,0 0 414 0 0,0 1 0 0 0,0-1-1 0 0,-1 1 1 0 0,1-1 0 0 0,0 1 0 0 0,-1-1 0 0 0,1 1-1 0 0,0-1 1 0 0,-1 1 0 0 0,1 0 0 0 0,-1-1-1 0 0,1 1 1 0 0,-1 0 0 0 0,1 0 0 0 0,-1-1 0 0 0,0 1-1 0 0,1 0 1 0 0,-1 0 0 0 0,0 0 0 0 0,0 0-1 0 0,1-1 1 0 0,-1 1 0 0 0,0 0 0 0 0,0 0 0 0 0,0 0-1 0 0,0 0 1 0 0,0 0 0 0 0,0-1 0 0 0,0 1 0 0 0,0 0-1 0 0,-1 0 1 0 0,1 0 0 0 0,0 0 0 0 0,0-1-1 0 0,-1 1 1 0 0,1 0 0 0 0,-1 0 0 0 0,1-1 0 0 0,0 1-1 0 0,-1 0 1 0 0,0 0 0 0 0,1-1 0 0 0,-1 1-1 0 0,-1 0 1 0 0,2 0 641 0 0,-1-1-646 0 0,1 0 1 0 0,0 0-1 0 0,0 0 0 0 0,0 0 1 0 0,0 0-1 0 0,0 0 0 0 0,-1 0 0 0 0,1 0 1 0 0,0 0-1 0 0,0 0 0 0 0,0 0 1 0 0,0 0-1 0 0,0 0 0 0 0,-1 0 1 0 0,1 0-1 0 0,0 0 0 0 0,0 0 1 0 0,0 0-1 0 0,0-1 0 0 0,0 1 1 0 0,0 0-1 0 0,-1 0 0 0 0,1 0 1 0 0,0 0-1 0 0,0 0 0 0 0,0 0 1 0 0,0 0-1 0 0,0-1 0 0 0,0 1 1 0 0,0 0-1 0 0,0 0 0 0 0,0 0 0 0 0,0 0 1 0 0,0 0-1 0 0,0-1 0 0 0,0 1 1 0 0,0 0-1 0 0,0 0 0 0 0,0 0 1 0 0,0 0-1 0 0,0 0 0 0 0,0-1 1 0 0,0 1-1 0 0,0 0 0 0 0,0 0 1 0 0,0 0-1 0 0,0 0 0 0 0,0-1 1 0 0,0 0-16 0 0,-1-18 90 0 0,1 18-86 0 0,0 0-1 0 0,0 0 1 0 0,0 0-1 0 0,0 0 1 0 0,0 0-1 0 0,1 0 0 0 0,-1 0 1 0 0,0 0-1 0 0,1 0 1 0 0,-1 0-1 0 0,1 0 1 0 0,-1 0-1 0 0,1 1 1 0 0,-1-1-1 0 0,1 0 1 0 0,-1 0-1 0 0,1 0 0 0 0,0 1 1 0 0,-1-1-1 0 0,1 0 1 0 0,1 0-1 0 0,-2 1-14 0 0,0 0-1 0 0,0 0 0 0 0,1 0 0 0 0,-1 0 1 0 0,0 0-1 0 0,0 0 0 0 0,0 0 0 0 0,0 0 1 0 0,0 0-1 0 0,0 0 0 0 0,0 0 0 0 0,1 0 1 0 0,-1 0-1 0 0,0 0 0 0 0,0 0 1 0 0,0 0-1 0 0,0 0 0 0 0,0 0 0 0 0,0 1 1 0 0,0-1-1 0 0,0 0 0 0 0,1 0 0 0 0,-1 0 1 0 0,0 0-1 0 0,0 0 0 0 0,0 0 0 0 0,0 0 1 0 0,0 0-1 0 0,0 0 0 0 0,0 1 0 0 0,0-1 1 0 0,0 0-1 0 0,0 0 0 0 0,0 0 1 0 0,0 0-1 0 0,0 0 0 0 0,0 0 0 0 0,0 1 1 0 0,0-1-1 0 0,0 0 0 0 0,0 0 0 0 0,0 0 1 0 0,0 0-1 0 0,0 0 0 0 0,0 1 1 0 0,0-1-669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00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34 6911 0 0,'0'-1'37'0'0,"-1"1"-1"0"0,0 0 1 0 0,1 0-1 0 0,-1 0 1 0 0,0 0-1 0 0,1-1 1 0 0,-1 1-1 0 0,0 0 1 0 0,1-1-1 0 0,-1 1 0 0 0,0-1 1 0 0,1 1-1 0 0,-1 0 1 0 0,1-1-1 0 0,-1 1 1 0 0,1-1-1 0 0,-1 0 1 0 0,1 1-1 0 0,0-1 1 0 0,-1 1-1 0 0,1-1 1 0 0,-1 0-1 0 0,1 1 0 0 0,0-1 1 0 0,0 0-1 0 0,-1 1 1 0 0,1-1-1 0 0,0 0 1 0 0,0 1-1 0 0,0-1 1 0 0,0 0-1 0 0,0 1 1 0 0,0-1-1 0 0,0 0 1 0 0,0 0-1 0 0,0 1 0 0 0,0-1 1 0 0,0 0-1 0 0,1 1 1 0 0,-1-1-1 0 0,0 0 1 0 0,0 1-1 0 0,1-1 1 0 0,-1 0-1 0 0,0 1 1 0 0,1-1-1 0 0,-1 1 1 0 0,1-1-1 0 0,-1 0 0 0 0,0 1 1 0 0,2-1-1 0 0,-2 0-35 0 0,0 1-1 0 0,1 0 0 0 0,-1-1 0 0 0,0 1 0 0 0,1 0 1 0 0,-1-1-1 0 0,0 1 0 0 0,1 0 0 0 0,-1 0 0 0 0,1 0 0 0 0,-1-1 1 0 0,1 1-1 0 0,-1 0 0 0 0,0 0 0 0 0,1 0 0 0 0,-1 0 1 0 0,1 0-1 0 0,-1 0 0 0 0,1 0 0 0 0,-1 0 0 0 0,1 0 1 0 0,-1 0-1 0 0,1 0 0 0 0,-1 0 0 0 0,1 0 0 0 0,-1 0 1 0 0,1 0-1 0 0,-1 0 0 0 0,1 0 0 0 0,-1 1 0 0 0,0-1 1 0 0,1 0-1 0 0,-1 0 0 0 0,1 0 0 0 0,-1 1 0 0 0,0-1 1 0 0,1 0-1 0 0,-1 1 0 0 0,0-1 0 0 0,1 0 0 0 0,-1 1 0 0 0,0-1 1 0 0,1 1-1 0 0,-1-1 0 0 0,0 0 0 0 0,0 1 0 0 0,0-1 1 0 0,1 1-1 0 0,-1-1 0 0 0,0 1 0 0 0,0-1 0 0 0,0 1 1 0 0,0-1-1 0 0,0 0 0 0 0,0 1 0 0 0,0-1 0 0 0,0 1 1 0 0,0-1-1 0 0,0 1 0 0 0,0-1 0 0 0,0 2 0 0 0,-2 0 213 0 0,1-1-1 0 0,-1 1 1 0 0,0-1-1 0 0,0 1 1 0 0,1-1-1 0 0,-1 1 1 0 0,0-1-1 0 0,0 0 1 0 0,0 0-1 0 0,-1 0 1 0 0,1 0-1 0 0,0 0 1 0 0,-3 0-1 0 0,0-2 51 0 0,3 1-249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01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34 2303 0 0,'0'0'167'0'0,"0"1"-78"0"0,5 5 1152 0 0,-5-6-1141 0 0,0 0 0 0 0,0 0 0 0 0,0 0 0 0 0,0 0 0 0 0,0 1 0 0 0,1-1 0 0 0,-1 0 1 0 0,0 0-1 0 0,0 0 0 0 0,0 0 0 0 0,0 0 0 0 0,1 0 0 0 0,-1 1 0 0 0,0-1 0 0 0,0 0 0 0 0,0 0 0 0 0,1 0 0 0 0,-1 0 1 0 0,0 0-1 0 0,0 0 0 0 0,0 0 0 0 0,1 0 0 0 0,-1 0 0 0 0,0 0 0 0 0,0 0 0 0 0,0 0 0 0 0,1 0 0 0 0,-1 0 0 0 0,0 0 1 0 0,0 0-1 0 0,0 0 0 0 0,1 0 0 0 0,-1-1 0 0 0,0 1 0 0 0,0 0 0 0 0,0 0 0 0 0,1 0 0 0 0,-1 0 0 0 0,3-7-60 0 0,-1 3 40 0 0,1 0-1 0 0,-1 0 0 0 0,1 0 1 0 0,-1 0-1 0 0,6-5 0 0 0,-8 9-69 0 0,1-1-1 0 0,-1 0 1 0 0,1 1-1 0 0,-1 0 1 0 0,1-1-1 0 0,0 1 1 0 0,-1-1-1 0 0,1 1 1 0 0,0 0-1 0 0,-1-1 1 0 0,1 1-1 0 0,0 0 1 0 0,-1 0-1 0 0,1-1 1 0 0,0 1-1 0 0,0 0 1 0 0,-1 0-1 0 0,1 0 1 0 0,0 0-1 0 0,-1 0 1 0 0,1 0-1 0 0,0 0 1 0 0,0 0 0 0 0,-1 1-1 0 0,1-1 1 0 0,0 0-1 0 0,0 0 1 0 0,-1 0-1 0 0,1 1 1 0 0,0-1-1 0 0,-1 0 1 0 0,1 1-1 0 0,-1-1 1 0 0,1 1-1 0 0,0-1 1 0 0,-1 1-1 0 0,1-1 1 0 0,-1 1-1 0 0,1-1 1 0 0,-1 1-1 0 0,1-1 1 0 0,-1 1-1 0 0,0 0 1 0 0,1 0-1 0 0,0 0 27 0 0,-1 0 0 0 0,1-1 0 0 0,-1 1 0 0 0,0 0 0 0 0,1-1 0 0 0,-1 1 0 0 0,0 0-1 0 0,0 0 1 0 0,0-1 0 0 0,1 1 0 0 0,-1 0 0 0 0,0 0 0 0 0,0-1 0 0 0,0 1 0 0 0,0 0-1 0 0,0 0 1 0 0,0 0 0 0 0,0-1 0 0 0,-1 1 0 0 0,1 0 0 0 0,0 0 0 0 0,0-1 0 0 0,-1 1-1 0 0,1 0 1 0 0,0 0 0 0 0,-1-1 0 0 0,1 1 0 0 0,-1 0 0 0 0,1-1 0 0 0,0 1 0 0 0,-1-1-1 0 0,0 1 1 0 0,1-1 0 0 0,-1 1 0 0 0,1-1 0 0 0,-1 1 0 0 0,0-1 0 0 0,1 1 0 0 0,-1-1-1 0 0,0 0 1 0 0,1 1 0 0 0,-1-1 0 0 0,0 0 0 0 0,0 0 0 0 0,1 1 0 0 0,-1-1 0 0 0,0 0-1 0 0,0 0 1 0 0,0 0 0 0 0,1 0 0 0 0,-1 0 0 0 0,0 0 0 0 0,0 0 0 0 0,1 0 0 0 0,-1 0-1 0 0,0-1 1 0 0,0 1 0 0 0,1 0 0 0 0,-1 0 0 0 0,0-1 0 0 0,0 1 0 0 0,1 0 0 0 0,-1-1-1 0 0,0 0 1 0 0,-2-1 277 0 0,0 0 0 0 0,-1 1 0 0 0,1-1-1 0 0,0 1 1 0 0,0-1 0 0 0,-6 0-1 0 0,-9-5 743 0 0,22 10-1851 0 0,1-2-3984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01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30 919 0 0,'-19'10'2818'0'0,"17"-9"-2544"0"0,1 0 1 0 0,-1 0 0 0 0,1 0-1 0 0,-1-1 1 0 0,0 1 0 0 0,1 0 0 0 0,-1-1-1 0 0,0 0 1 0 0,0 1 0 0 0,1-1-1 0 0,-1 0 1 0 0,0 0 0 0 0,0 0-1 0 0,1 0 1 0 0,-1 0 0 0 0,-3-1-1 0 0,4 0-164 0 0,1 1-1 0 0,-1 0 1 0 0,1 0-1 0 0,-1-1 1 0 0,1 1-1 0 0,-1 0 1 0 0,1-1-1 0 0,0 1 1 0 0,-1 0-1 0 0,1-1 1 0 0,-1 1-1 0 0,1-1 1 0 0,0 1-1 0 0,-1-1 1 0 0,1 1-1 0 0,0-1 1 0 0,0 1-1 0 0,-1-1 1 0 0,1 1-1 0 0,0-2 0 0 0,-1 1-90 0 0,1 0-1 0 0,0-1 0 0 0,0 1 0 0 0,0-1 0 0 0,0 1 1 0 0,1 0-1 0 0,-1-1 0 0 0,0 1 0 0 0,0 0 0 0 0,1-1 1 0 0,-1 1-1 0 0,1-2 0 0 0,0 2 9 0 0,0 0 1 0 0,0 0-1 0 0,0 0 0 0 0,-1 0 1 0 0,1 0-1 0 0,0 0 0 0 0,0 0 1 0 0,1 0-1 0 0,-1 0 0 0 0,0 0 1 0 0,0 0-1 0 0,0 1 0 0 0,0-1 0 0 0,1 1 1 0 0,-1-1-1 0 0,0 1 0 0 0,1-1 1 0 0,1 0-1 0 0,-2 1-28 0 0,0 0-1 0 0,0 0 1 0 0,0-1-1 0 0,0 1 1 0 0,0 0-1 0 0,0 0 1 0 0,1 0-1 0 0,-1 0 1 0 0,0 0 0 0 0,0 0-1 0 0,0 1 1 0 0,0-1-1 0 0,0 0 1 0 0,0 0-1 0 0,0 1 1 0 0,0-1-1 0 0,0 1 1 0 0,0-1-1 0 0,0 1 1 0 0,-1-1 0 0 0,1 1-1 0 0,0 0 1 0 0,0-1-1 0 0,0 1 1 0 0,0 1-1 0 0,-1-2 6 0 0,1 1 0 0 0,-1-1 1 0 0,0 1-1 0 0,0 0 0 0 0,0-1 0 0 0,0 1 0 0 0,0 0 0 0 0,0-1 0 0 0,0 1 0 0 0,0 0 0 0 0,0-1 0 0 0,0 1 0 0 0,-1 0 0 0 0,1-1 0 0 0,0 1 0 0 0,0-1 0 0 0,-1 1 0 0 0,1 0 0 0 0,0-1 0 0 0,-1 1 1 0 0,1-1-1 0 0,0 1 0 0 0,-1-1 0 0 0,1 1 0 0 0,-1-1 0 0 0,1 1 0 0 0,-1-1 0 0 0,1 0 0 0 0,-1 1 0 0 0,1-1 0 0 0,-1 0 0 0 0,0 1 0 0 0,1-1 0 0 0,-1 0 0 0 0,1 0 0 0 0,-1 1 0 0 0,0-1 1 0 0,0 0-1 0 0,-11 2 292 0 0,12-2-296 0 0,0 0 0 0 0,0 0 0 0 0,-1 0 0 0 0,1 0 0 0 0,0 0 0 0 0,0 0 0 0 0,0 0 0 0 0,0 0 0 0 0,0 0 0 0 0,0 0 0 0 0,-1 0 0 0 0,1 0 0 0 0,0 0 0 0 0,0 0 0 0 0,0 0 0 0 0,0-1 0 0 0,0 1-1 0 0,0 0 1 0 0,0 0 0 0 0,0 0 0 0 0,0 0 0 0 0,-1 0 0 0 0,1 0 0 0 0,0 0 0 0 0,0-1 0 0 0,0 1 0 0 0,0 0 0 0 0,0 0 0 0 0,0 0 0 0 0,0 0 0 0 0,0 0 0 0 0,0 0 0 0 0,0-1 0 0 0,0 1 0 0 0,0 0-1 0 0,0 0 1 0 0,0 0 0 0 0,0 0 0 0 0,0 0 0 0 0,0-1 0 0 0,0 1 0 0 0,0 0 0 0 0,0 0 0 0 0,0 0 0 0 0,0 0 0 0 0,0 0 0 0 0,1 0 0 0 0,-1-1 0 0 0,0 1 0 0 0,0 0 0 0 0,0 0 0 0 0,0 0 0 0 0,0 0-1 0 0,0 0 1 0 0,0 0 0 0 0,1 0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02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28 3223 0 0,'0'0'-8'0'0,"0"-1"0"0"0,0 1-1 0 0,0-1 1 0 0,0 1-1 0 0,1-1 1 0 0,-1 1-1 0 0,0-1 1 0 0,0 1-1 0 0,0-1 1 0 0,0 1-1 0 0,0-1 1 0 0,1 1-1 0 0,-1-1 1 0 0,0 1-1 0 0,0-1 1 0 0,1 1-1 0 0,-1 0 1 0 0,0-1 0 0 0,0 1-1 0 0,1 0 1 0 0,-1-1-1 0 0,1 1 1 0 0,-1 0-1 0 0,0-1 1 0 0,1 1-1 0 0,-1 0 1 0 0,1 0-1 0 0,0-1 1 0 0,3-1 2084 0 0,0 0-1860 0 0,-1 0-144 0 0,0 1-38 0 0,1-1 0 0 0,-1 1 0 0 0,1-1 0 0 0,0 1 1 0 0,-1 0-1 0 0,7-1 0 0 0,-10 3-28 0 0,0-1 0 0 0,0 0 1 0 0,0 0-1 0 0,0 0 1 0 0,0 0-1 0 0,1 0 0 0 0,-1 0 1 0 0,0 0-1 0 0,0 0 0 0 0,0 0 1 0 0,0 1-1 0 0,0-1 1 0 0,0 0-1 0 0,0 0 0 0 0,0 0 1 0 0,0 0-1 0 0,0 0 0 0 0,0 0 1 0 0,0 0-1 0 0,0 1 0 0 0,0-1 1 0 0,0 0-1 0 0,0 0 1 0 0,0 0-1 0 0,0 0 0 0 0,0 0 1 0 0,0 0-1 0 0,0 1 0 0 0,0-1 1 0 0,0 0-1 0 0,0 0 0 0 0,0 0 1 0 0,0 0-1 0 0,0 0 1 0 0,0 0-1 0 0,0 1 0 0 0,0-1 1 0 0,0 0-1 0 0,0 0 0 0 0,0 0 1 0 0,0 0-1 0 0,0 0 1 0 0,-1 0-1 0 0,1 0 0 0 0,0 0 1 0 0,0 1-1 0 0,0-1 0 0 0,0 0 1 0 0,0 0-1 0 0,0 0 0 0 0,0 0 1 0 0,-1 0-1 0 0,1 0 1 0 0,0 0-1 0 0,0 0 0 0 0,0 0 1 0 0,0 0-1 0 0,-12 10 1414 0 0,10-8-1330 0 0,-22 15 792 0 0,23-17-731 0 0,0 1 0 0 0,0-1 0 0 0,0 1 0 0 0,0-1 0 0 0,-1 1 0 0 0,1-1 0 0 0,0 0 0 0 0,0 1 0 0 0,-1-1 0 0 0,1 0 0 0 0,0 0 0 0 0,0 0 0 0 0,-1 0 0 0 0,1 0 0 0 0,0 0 0 0 0,0-1 0 0 0,-1 1 0 0 0,1 0 0 0 0,0-1 0 0 0,0 1 0 0 0,-1 0 0 0 0,0-2 0 0 0,2 2-133 0 0,-1 0 0 0 0,1 0 1 0 0,0-1-1 0 0,0 1 0 0 0,-1 0 0 0 0,1 0 0 0 0,0-1 0 0 0,0 1 0 0 0,0 0 0 0 0,0 0 0 0 0,0-1 0 0 0,-1 1 0 0 0,1 0 0 0 0,0 0 1 0 0,0-1-1 0 0,0 1 0 0 0,0 0 0 0 0,0-1 0 0 0,0 1 0 0 0,0 0 0 0 0,0-1 0 0 0,0 1 0 0 0,0 0 0 0 0,0-1 0 0 0,0 1 0 0 0,0 0 1 0 0,0-1-1 0 0,0 1 0 0 0,0 0 0 0 0,1 0 0 0 0,-1-1 0 0 0,0 1 0 0 0,0 0 0 0 0,0-1 0 0 0,8-8 25 0 0,-3 7-103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03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74 2303 0 0,'-1'0'109'0'0,"1"0"-1"0"0,-1 0 0 0 0,1 1 0 0 0,-1-1 0 0 0,0 0 0 0 0,1 0 1 0 0,-1 0-1 0 0,1 0 0 0 0,-1 0 0 0 0,1 0 0 0 0,-1 0 0 0 0,0 0 1 0 0,1 0-1 0 0,-1 0 0 0 0,1 0 0 0 0,-1 0 0 0 0,1 0 0 0 0,-1 0 0 0 0,0-1 1 0 0,1 1-1 0 0,-1 0 0 0 0,1 0 0 0 0,-1-1 0 0 0,1 1 0 0 0,-1 0 1 0 0,1-1-1 0 0,-1 1 0 0 0,1 0 0 0 0,0-1 0 0 0,-1 1 0 0 0,1-1 1 0 0,-2-1 2533 0 0,1-2-2178 0 0,1 2-438 0 0,-1 0 1 0 0,1 0-1 0 0,0-1 0 0 0,0 1 0 0 0,0 0 0 0 0,0 0 0 0 0,0 0 0 0 0,0 0 0 0 0,1 0 1 0 0,-1 0-1 0 0,1 0 0 0 0,-1 0 0 0 0,1 0 0 0 0,0 0 0 0 0,0 0 0 0 0,-1 0 0 0 0,2 0 1 0 0,-1 1-1 0 0,0-1 0 0 0,0 0 0 0 0,0 1 0 0 0,1-1 0 0 0,-1 0 0 0 0,1 1 0 0 0,-1 0 1 0 0,4-3-1 0 0,-3 3-40 0 0,0 0 0 0 0,0-1 0 0 0,0 1 0 0 0,0 0 0 0 0,0 1 0 0 0,0-1 0 0 0,1 0 0 0 0,-1 0 0 0 0,0 1 0 0 0,0-1 0 0 0,5 1 0 0 0,-6 0 10 0 0,-1 0-1 0 0,1 0 1 0 0,-1 0-1 0 0,1 0 1 0 0,-1 0 0 0 0,1 0-1 0 0,-1 0 1 0 0,0 0 0 0 0,1 1-1 0 0,-1-1 1 0 0,1 0-1 0 0,-1 0 1 0 0,1 0 0 0 0,-1 1-1 0 0,0-1 1 0 0,1 0 0 0 0,-1 1-1 0 0,1-1 1 0 0,-1 0-1 0 0,0 1 1 0 0,1-1 0 0 0,-1 1-1 0 0,1 0 3 0 0,-1 0-1 0 0,0 0 0 0 0,0 0 1 0 0,0 0-1 0 0,0-1 0 0 0,1 1 1 0 0,-1 0-1 0 0,0 0 0 0 0,-1 0 1 0 0,1 0-1 0 0,0 0 1 0 0,0 0-1 0 0,0 0 0 0 0,0 0 1 0 0,-1-1-1 0 0,0 3 0 0 0,-1 1 120 0 0,1 0 0 0 0,-1 0 0 0 0,-1 0 0 0 0,1 0 0 0 0,0 0-1 0 0,-1-1 1 0 0,0 1 0 0 0,0-1 0 0 0,0 0 0 0 0,0 0 0 0 0,-1 0-1 0 0,1 0 1 0 0,-1 0 0 0 0,0-1 0 0 0,-7 4 0 0 0,10-5-102 0 0,1-1 1 0 0,0 0 0 0 0,-1 0 0 0 0,1 0 0 0 0,0 0 0 0 0,0 0-1 0 0,-1 0 1 0 0,1 0 0 0 0,0 0 0 0 0,-1 0 0 0 0,1 0 0 0 0,0 0-1 0 0,-1 0 1 0 0,1 0 0 0 0,0 0 0 0 0,-1 0 0 0 0,1 0 0 0 0,0 0 0 0 0,-1 0-1 0 0,1 0 1 0 0,0 0 0 0 0,-1 0 0 0 0,1-1 0 0 0,0 1 0 0 0,0 0-1 0 0,-1 0 1 0 0,1 0 0 0 0,0 0 0 0 0,0-1 0 0 0,-1 1 0 0 0,1 0-1 0 0,0 0 1 0 0,0-1 0 0 0,0 1 0 0 0,-1 0 0 0 0,1-1 0 0 0,0 1-1 0 0,0 0 1 0 0,0 0 0 0 0,0-1 0 0 0,0 1 0 0 0,-1 0 0 0 0,1-1-1 0 0,0 1 1 0 0,0 0 0 0 0,0-1 0 0 0,0 0 0 0 0,2-1-70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04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36 2303 0 0,'-2'0'211'0'0,"1"0"-1"0"0,0 0 0 0 0,0 0 0 0 0,0-1 0 0 0,0 1 0 0 0,0 0 0 0 0,-1-1 1 0 0,1 1-1 0 0,0-1 0 0 0,0 1 0 0 0,0-1 0 0 0,0 1 0 0 0,0-1 0 0 0,0 0 1 0 0,0 0-1 0 0,1 1 0 0 0,-1-1 0 0 0,0 0 0 0 0,0 0 0 0 0,0-1 0 0 0,0 1-116 0 0,1 1 0 0 0,0 0 0 0 0,0-1 0 0 0,0 1 0 0 0,-1-1 0 0 0,1 1 0 0 0,0 0 0 0 0,0-1 0 0 0,0 1 1 0 0,0-1-1 0 0,0 1 0 0 0,0-1 0 0 0,0 1 0 0 0,0-1 0 0 0,0 1 0 0 0,0 0 0 0 0,0-1 0 0 0,0 1 0 0 0,0-1 0 0 0,1 1 0 0 0,-1-1 0 0 0,1 0-57 0 0,-1 0 0 0 0,1 1 0 0 0,-1-1 1 0 0,1 0-1 0 0,0 1 0 0 0,-1-1 0 0 0,1 1 1 0 0,0-1-1 0 0,-1 1 0 0 0,1 0 0 0 0,0-1 1 0 0,0 1-1 0 0,-1 0 0 0 0,1-1 0 0 0,2 1 1 0 0,-3 0-36 0 0,4-2 13 0 0,0 1 0 0 0,0 0 0 0 0,0 0 0 0 0,1 1 0 0 0,5-1 0 0 0,-9 1-19 0 0,0 0 0 0 0,0 0-1 0 0,0 0 1 0 0,0 1 0 0 0,0-1-1 0 0,0 0 1 0 0,0 1 0 0 0,0-1-1 0 0,0 0 1 0 0,0 1 0 0 0,0-1-1 0 0,-1 1 1 0 0,1-1 0 0 0,0 1-1 0 0,0 0 1 0 0,0-1 0 0 0,-1 1-1 0 0,1 0 1 0 0,0 0 0 0 0,-1-1-1 0 0,1 1 1 0 0,-1 0 0 0 0,1 0-1 0 0,-1 0 1 0 0,1 0 0 0 0,-1-1-1 0 0,0 1 1 0 0,1 0 0 0 0,-1 1-1 0 0,0 0 32 0 0,1 0 0 0 0,-1 0 0 0 0,0-1-1 0 0,0 1 1 0 0,-1 0 0 0 0,1-1 0 0 0,0 1-1 0 0,0 0 1 0 0,-1 0 0 0 0,1-1 0 0 0,-1 1-1 0 0,0-1 1 0 0,1 1 0 0 0,-1 0 0 0 0,0-1-1 0 0,0 1 1 0 0,0-1 0 0 0,0 0 0 0 0,0 1-1 0 0,0-1 1 0 0,0 0 0 0 0,-2 2 0 0 0,1-1 154 0 0,0-1 0 0 0,0 1 1 0 0,0 0-1 0 0,0-1 1 0 0,0 0-1 0 0,-1 1 0 0 0,1-1 1 0 0,0 0-1 0 0,-1 0 0 0 0,1 0 1 0 0,-1 0-1 0 0,1-1 1 0 0,-1 1-1 0 0,-3 0 0 0 0,6-1-159 0 0,0 0 0 0 0,-1 0 0 0 0,1 0 0 0 0,0 0 0 0 0,0 0 0 0 0,-1 0 0 0 0,1 0-1 0 0,0 0 1 0 0,-1 0 0 0 0,1 0 0 0 0,0-1 0 0 0,0 1 0 0 0,0 0 0 0 0,-1 0 0 0 0,1 0 0 0 0,0 0-1 0 0,0 0 1 0 0,-1 0 0 0 0,1-1 0 0 0,0 1 0 0 0,0 0 0 0 0,0 0 0 0 0,-1 0 0 0 0,1-1 0 0 0,0 1-1 0 0,0 0 1 0 0,0 0 0 0 0,0-1 0 0 0,0 1 0 0 0,0 0 0 0 0,-1 0 0 0 0,1-1 0 0 0,0 1 0 0 0,0 0-1 0 0,0 0 1 0 0,0-1 0 0 0,0 1 0 0 0,0-1 0 0 0,2-9 185 0 0,-1 8-212 0 0,0-2-75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03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1839 0 0,'2'-7'624'0'0,"5"-7"502"0"0,-3 12 53 0 0,-2 9 7159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04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49 1375 0 0,'-5'1'796'0'0,"4"-1"-441"0"0,0 1 0 0 0,0-1 0 0 0,-1 0 0 0 0,1 0 0 0 0,0 0 0 0 0,0 0 0 0 0,0 0 0 0 0,-1 0 0 0 0,1 0 0 0 0,0-1 0 0 0,-2 0 0 0 0,1 0-57 0 0,0 0-1 0 0,0 0 1 0 0,1 0-1 0 0,-1 0 1 0 0,1-1-1 0 0,-1 1 1 0 0,1 0-1 0 0,0-1 1 0 0,0 1-1 0 0,-1-1 1 0 0,1 0-1 0 0,-1-1 1 0 0,2 2-270 0 0,-1-1-1 0 0,0 1 1 0 0,1 0 0 0 0,-1 0 0 0 0,1 0 0 0 0,-1-1 0 0 0,1 1-1 0 0,0 0 1 0 0,-1-1 0 0 0,1 1 0 0 0,0 0 0 0 0,0-1-1 0 0,0 1 1 0 0,0 0 0 0 0,0-1 0 0 0,0 1 0 0 0,0 0 0 0 0,1-3-1 0 0,0 4-35 0 0,0-1-1 0 0,-1 1 1 0 0,1 0-1 0 0,0-1 1 0 0,0 1-1 0 0,0 0 1 0 0,-1 0-1 0 0,1 0 0 0 0,0 0 1 0 0,0 0-1 0 0,0 0 1 0 0,-1 0-1 0 0,1 0 1 0 0,0 0-1 0 0,0 0 1 0 0,0 0-1 0 0,-1 1 1 0 0,1-1-1 0 0,0 0 0 0 0,0 0 1 0 0,-1 1-1 0 0,2 0 1 0 0,0 0 7 0 0,-1-1 1 0 0,1 1-1 0 0,-1-1 0 0 0,1 1 1 0 0,-1 0-1 0 0,1 0 0 0 0,-1 0 1 0 0,0 0-1 0 0,1 0 1 0 0,-1 0-1 0 0,2 2 0 0 0,-3-2 13 0 0,0 1 0 0 0,0-1 1 0 0,1 0-1 0 0,-1 0 0 0 0,0 1 0 0 0,0-1 0 0 0,0 0 0 0 0,-1 0 0 0 0,1 0 0 0 0,0 1 0 0 0,0-1 0 0 0,-1 0 0 0 0,1 0 0 0 0,-1 0 0 0 0,1 1 0 0 0,-1-1 0 0 0,1 0 0 0 0,-1 0 0 0 0,0 0 1 0 0,1 0-1 0 0,-1 0 0 0 0,0 0 0 0 0,0 0 0 0 0,-1 0 0 0 0,-1 2 136 0 0,0 0 1 0 0,0 0-1 0 0,-1 0 0 0 0,0-1 1 0 0,-5 4-1 0 0,4-4-84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10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53 3679 0 0,'2'-14'857'0'0,"-3"-8"4989"0"0,0 6-1911 0 0,-13 36-2581 0 0,-1 6-1316 0 0,-100 185 123 0 0,93-164-187 0 0,2 1-1 0 0,-23 81 1 0 0,42-125 21 0 0,-62 210-331 0 0,62-212 334 0 0,0 3-22 0 0,-1 0 0 0 0,0 0 0 0 0,-1 0 1 0 0,1 0-1 0 0,-1 0 0 0 0,0-1 1 0 0,-4 6-1 0 0,0-8-1161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10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15 1839 0 0,'-1'-3'-106'0'0,"-2"-4"1094"0"0,3 6-876 0 0,0 1 0 0 0,0 0 0 0 0,0 0 0 0 0,0 0 0 0 0,0-1 0 0 0,0 1 0 0 0,0 0 0 0 0,0 0 0 0 0,0 0 1 0 0,1 0-1 0 0,-1 0 0 0 0,0-1 0 0 0,0 1 0 0 0,0 0 0 0 0,0 0 0 0 0,0 0 0 0 0,0 0 0 0 0,0-1 0 0 0,0 1 1 0 0,0 0-1 0 0,1 0 0 0 0,-1 0 0 0 0,0 0 0 0 0,0 0 0 0 0,0 0 0 0 0,0 0 0 0 0,0 0 0 0 0,1-1 0 0 0,-1 1 0 0 0,0 0 1 0 0,0 0-1 0 0,0 0 0 0 0,0 0 0 0 0,1 0 0 0 0,-1 0 0 0 0,0 0 0 0 0,0 0 0 0 0,0 0 0 0 0,0 0 0 0 0,1 0 1 0 0,-1 0-1 0 0,0 0 0 0 0,3 4 437 0 0,9 16 314 0 0,0 2 0 0 0,9 22 0 0 0,9 17-548 0 0,-15-34-371 0 0,43 83-725 0 0,-52-96-2865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11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0 157 6447 0 0,'1'-2'174'0'0,"-1"1"0"0"0,1-1 0 0 0,0 1 0 0 0,0-1 0 0 0,0 1 0 0 0,0-1 0 0 0,0 1 0 0 0,0 0-1 0 0,0 0 1 0 0,0-1 0 0 0,0 1 0 0 0,1 0 0 0 0,1-1 0 0 0,3-3 257 0 0,43-46 2623 0 0,24-27-1782 0 0,-73 78-1273 0 0,0 0 0 0 0,0 0 0 0 0,0 0-1 0 0,0 0 1 0 0,0 0 0 0 0,0 0 0 0 0,0 0-1 0 0,0 0 1 0 0,0-1 0 0 0,0 1 0 0 0,0 0 0 0 0,0 0-1 0 0,0 0 1 0 0,0 0 0 0 0,0 0 0 0 0,0 0-1 0 0,0 0 1 0 0,0 0 0 0 0,0 0 0 0 0,0 0 0 0 0,0-1-1 0 0,0 1 1 0 0,0 0 0 0 0,0 0 0 0 0,1 0-1 0 0,-1 0 1 0 0,0 0 0 0 0,0 0 0 0 0,0 0-1 0 0,0 0 1 0 0,0 0 0 0 0,0 0 0 0 0,0 0 0 0 0,0 0-1 0 0,1 0 1 0 0,-1 0 0 0 0,0 0 0 0 0,0 0-1 0 0,0 0 1 0 0,0 0 0 0 0,0 0 0 0 0,0 0 0 0 0,0 0-1 0 0,0 0 1 0 0,1 0 0 0 0,-1 0 0 0 0,0 0-1 0 0,0 0 1 0 0,0 0 0 0 0,0 0 0 0 0,0 0 0 0 0,0 0-1 0 0,0 0 1 0 0,0 0 0 0 0,0 0 0 0 0,0 0-1 0 0,1 1 1 0 0,-1-1 0 0 0,0 0 0 0 0,0 0-1 0 0,0 0 1 0 0,0 0 0 0 0,0 0 0 0 0,0 0 0 0 0,0 0-1 0 0,0 0 1 0 0,0 1 0 0 0,-1 10-10 0 0,-5 14 7 0 0,-4-1 4 0 0,1 0 0 0 0,1 0 0 0 0,1 1 0 0 0,-5 41 0 0 0,11-65-1 0 0,1 1 0 0 0,0 0 1 0 0,0 0-1 0 0,0-1 1 0 0,0 1-1 0 0,0 0 0 0 0,0 0 1 0 0,1-1-1 0 0,-1 1 0 0 0,0 0 1 0 0,1 0-1 0 0,0-1 1 0 0,-1 1-1 0 0,2 1 0 0 0,1 0-99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12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2 3679 0 0,'0'0'79'0'0,"0"0"0"0"0,0-1-1 0 0,0 1 1 0 0,1 0 0 0 0,-1 0-1 0 0,0 0 1 0 0,0 0 0 0 0,0 0-1 0 0,0 0 1 0 0,0 0 0 0 0,0 0-1 0 0,0 0 1 0 0,0 0 0 0 0,1 0-1 0 0,-1 0 1 0 0,0 0 0 0 0,0 0-1 0 0,0 0 1 0 0,0 0 0 0 0,0 0-1 0 0,0 0 1 0 0,0 0 0 0 0,1 0-1 0 0,-1 0 1 0 0,0 0 0 0 0,0 0-1 0 0,0 0 1 0 0,0 0 0 0 0,0 0-1 0 0,0 0 1 0 0,0 0 0 0 0,1 0-1 0 0,-1 0 1 0 0,0 0 0 0 0,0 0-1 0 0,0 0 1 0 0,0 1 0 0 0,0-1-1 0 0,0 0 1 0 0,0 0-1 0 0,0 0 1 0 0,0 0 0 0 0,0 0-1 0 0,0 0 1 0 0,1 0 0 0 0,-1 0-1 0 0,0 0 1 0 0,0 1 0 0 0,0-1-1 0 0,0 0 1 0 0,0 0 0 0 0,-2 9 1574 0 0,-5 10-1256 0 0,7-19-290 0 0,-106 203 2221 0 0,77-151-1888 0 0,-167 304 2070 0 0,194-352-2622 0 0,1-2-34 0 0,0 0 1 0 0,0 0-1 0 0,0-1 1 0 0,-1 1-1 0 0,1 0 1 0 0,0 0-1 0 0,-3 2 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12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53 3223 0 0,'-3'-8'318'0'0,"-5"-14"-301"0"0,8 21 143 0 0,0 0-1 0 0,-1 0 0 0 0,1 0 0 0 0,0 0 1 0 0,0 0-1 0 0,0 0 0 0 0,0 0 0 0 0,0 0 1 0 0,0 0-1 0 0,0 0 0 0 0,1 0 0 0 0,-1 0 1 0 0,0 0-1 0 0,0 0 0 0 0,1 0 0 0 0,-1 0 0 0 0,1-1 1 0 0,0 2-84 0 0,-1-1 1 0 0,1 1-1 0 0,-1 0 1 0 0,1-1 0 0 0,-1 1-1 0 0,1 0 1 0 0,-1 0-1 0 0,1-1 1 0 0,0 1-1 0 0,-1 0 1 0 0,1 0-1 0 0,-1 0 1 0 0,1 0-1 0 0,0 0 1 0 0,-1 0 0 0 0,1 0-1 0 0,-1 0 1 0 0,1 0-1 0 0,0 0 1 0 0,-1 0-1 0 0,1 0 1 0 0,-1 0-1 0 0,1 0 1 0 0,-1 1 0 0 0,1-1-1 0 0,0 0 1 0 0,-1 0-1 0 0,1 1 1 0 0,-1-1-1 0 0,1 0 1 0 0,-1 1-1 0 0,1-1 1 0 0,0 1 0 0 0,16 14 601 0 0,-6 2-663 0 0,0 0 0 0 0,0 0 0 0 0,-2 1 0 0 0,0 1 0 0 0,-1-1-1 0 0,5 21 1 0 0,-3-11-129 0 0,25 47-1 0 0,-29-65 21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13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80 1839 0 0,'-1'0'307'0'0,"0"0"-1"0"0,0 0 1 0 0,0 1-1 0 0,-1-1 0 0 0,1 0 1 0 0,0 1-1 0 0,0 0 0 0 0,0-1 1 0 0,0 1-1 0 0,-1 1 0 0 0,1-1-30 0 0,0-1-1 0 0,0 1 0 0 0,-1 0 0 0 0,1-1 0 0 0,0 1 0 0 0,0-1 1 0 0,0 1-1 0 0,0-1 0 0 0,-1 1 0 0 0,1-1 0 0 0,-2 1 0 0 0,3-1-145 0 0,-1 0-1 0 0,0-1 0 0 0,1 1 1 0 0,-1 0-1 0 0,0 0 0 0 0,0 0 1 0 0,1 0-1 0 0,-1 0 1 0 0,0-1-1 0 0,1 1 0 0 0,-1 0 1 0 0,0-1-1 0 0,1 1 0 0 0,-1-1 1 0 0,1 1-1 0 0,-1 0 0 0 0,1-1 1 0 0,-1 1-1 0 0,0-1 0 0 0,1 0 1 0 0,0 1-1 0 0,-1-1 0 0 0,0 0 1 0 0,0-1-61 0 0,1 0-1 0 0,-1 0 1 0 0,0 1 0 0 0,1-1 0 0 0,-1 0 0 0 0,1 0 0 0 0,0 0-1 0 0,0 0 1 0 0,0-2 0 0 0,0 0-97 0 0,0 1 0 0 0,0 0 1 0 0,1-1-1 0 0,-1 1 0 0 0,1 0 0 0 0,0-1 0 0 0,0 1 0 0 0,0 0 1 0 0,0 0-1 0 0,4-6 0 0 0,-4 7 15 0 0,0 1 1 0 0,1-1-1 0 0,-1 1 1 0 0,1-1-1 0 0,-1 1 1 0 0,1 0-1 0 0,0-1 1 0 0,-1 1-1 0 0,1 0 0 0 0,0 0 1 0 0,0 0-1 0 0,0 0 1 0 0,0 0-1 0 0,0 1 1 0 0,0-1-1 0 0,0 1 1 0 0,4-1-1 0 0,-5 1 11 0 0,1 0 0 0 0,-1 0 0 0 0,1 0-1 0 0,-1 1 1 0 0,0-1 0 0 0,1 0 0 0 0,-1 1 0 0 0,0-1 0 0 0,1 1-1 0 0,-1 0 1 0 0,0-1 0 0 0,1 1 0 0 0,-1 0 0 0 0,0 0 0 0 0,0 0-1 0 0,0 0 1 0 0,0 0 0 0 0,0 0 0 0 0,0 0 0 0 0,0 0 0 0 0,0 0-1 0 0,-1 0 1 0 0,1 1 0 0 0,0-1 0 0 0,-1 0 0 0 0,1 0 0 0 0,0 2-1 0 0,1 4 9 0 0,0 1 0 0 0,0-1-1 0 0,0 0 1 0 0,-1 0 0 0 0,0 1-1 0 0,-1-1 1 0 0,0 1 0 0 0,0-1-1 0 0,0 0 1 0 0,-1 1 0 0 0,0-1-1 0 0,-1 0 1 0 0,-3 11 0 0 0,-3 8 55 0 0,-2-1 1 0 0,-16 30-1 0 0,22-47-61 0 0,0 0 0 0 0,-1 0 0 0 0,1 0 0 0 0,-2-1 0 0 0,1 0 0 0 0,-1 0 0 0 0,-11 11 0 0 0,16-17-6 0 0,0-1 0 0 0,0 1-1 0 0,0-1 1 0 0,0 1-1 0 0,0-1 1 0 0,-1 1 0 0 0,1-1-1 0 0,0 0 1 0 0,0 0 0 0 0,0 0-1 0 0,0 1 1 0 0,0-1-1 0 0,-1 0 1 0 0,1 0 0 0 0,0-1-1 0 0,0 1 1 0 0,0 0 0 0 0,0 0-1 0 0,-1 0 1 0 0,1-1-1 0 0,0 1 1 0 0,0-1 0 0 0,0 1-1 0 0,0-1 1 0 0,0 1-1 0 0,0-1 1 0 0,0 0 0 0 0,0 1-1 0 0,0-1 1 0 0,-1-1 0 0 0,0-1-18 0 0,-1 1 0 0 0,1 0 0 0 0,0 0 0 0 0,0-1 0 0 0,1 1 0 0 0,-1-1 0 0 0,0 1 0 0 0,1-1 0 0 0,0 0 0 0 0,-2-5 0 0 0,2 8 24 0 0,1 0 0 0 0,0 0 0 0 0,0 0 0 0 0,0-1 0 0 0,0 1 0 0 0,0 0 0 0 0,0 0 0 0 0,0 0 0 0 0,0 0 0 0 0,0 0 0 0 0,0 0 0 0 0,0 0 0 0 0,0 0 0 0 0,0 0 0 0 0,0-1 0 0 0,0 1 0 0 0,0 0 0 0 0,0 0 0 0 0,0 0 0 0 0,0 0 0 0 0,0 0 0 0 0,0 0 0 0 0,0 0 0 0 0,0 0 0 0 0,0-1 0 0 0,0 1 0 0 0,0 0 0 0 0,1 0 0 0 0,-1 0 0 0 0,0 0 0 0 0,0 0 0 0 0,0 0 0 0 0,0 0 0 0 0,0 0 0 0 0,0 0 0 0 0,0 0 0 0 0,0 0 0 0 0,0 0 0 0 0,0 0 0 0 0,0-1 0 0 0,1 1 0 0 0,-1 0 0 0 0,0 0 0 0 0,0 0 0 0 0,0 0 0 0 0,0 0 0 0 0,0 0 0 0 0,0 0 0 0 0,8 3-17 0 0,8 7-31 0 0,-14-9 38 0 0,37 29 25 0 0,-31-23 6 0 0,0-1 0 0 0,1 0 1 0 0,15 9-1 0 0,-21-13-15 0 0,1-1 0 0 0,-1 0-1 0 0,0 0 1 0 0,1 0 0 0 0,-1 0 0 0 0,1 0-1 0 0,-1-1 1 0 0,1 1 0 0 0,-1-1 0 0 0,1 0 0 0 0,0 0-1 0 0,-1-1 1 0 0,1 1 0 0 0,-1-1 0 0 0,4 0-1 0 0,18-10-783 0 0,-14 3-3116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20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 6911 0 0,'0'-1'13'0'0,"0"0"0"0"0,0 0 0 0 0,1 1 0 0 0,-1-1 0 0 0,0 0 0 0 0,1 1 0 0 0,-1-1 0 0 0,0 0-1 0 0,1 1 1 0 0,-1-1 0 0 0,1 1 0 0 0,-1-1 0 0 0,1 1 0 0 0,-1-1 0 0 0,1 1 0 0 0,0-1 0 0 0,-1 1 0 0 0,1-1-1 0 0,-1 1 1 0 0,1 0 0 0 0,0-1 0 0 0,-1 1 0 0 0,1 0 0 0 0,0 0 0 0 0,0 0 0 0 0,-1-1 0 0 0,2 1 0 0 0,28-4 513 0 0,-17 2 440 0 0,-1 0-510 0 0,157-27 2734 0 0,-115 22-2904 0 0,65 1 0 0 0,-105 6-290 0 0,83 3 14 0 0,-86-2-19 0 0,0 1-1 0 0,0 0 1 0 0,0 0-1 0 0,-1 1 1 0 0,1 0 0 0 0,16 8-1 0 0,-26-10 3 0 0,1 0-1 0 0,0 0 0 0 0,0 0 1 0 0,-1 0-1 0 0,1 0 0 0 0,0 0 1 0 0,-1 1-1 0 0,1-1 0 0 0,-1 0 1 0 0,0 1-1 0 0,1-1 0 0 0,-1 1 1 0 0,0-1-1 0 0,0 1 0 0 0,0 0 1 0 0,0-1-1 0 0,0 1 0 0 0,0 0 1 0 0,0 3-1 0 0,-1-2 10 0 0,0-1 1 0 0,0 1-1 0 0,0-1 0 0 0,-1 1 1 0 0,1-1-1 0 0,-1 1 0 0 0,1-1 1 0 0,-1 0-1 0 0,0 1 0 0 0,0-1 0 0 0,0 0 1 0 0,0 1-1 0 0,-1-1 0 0 0,-1 3 1 0 0,-5 6 20 0 0,0-1 0 0 0,0 0 0 0 0,-1-1 1 0 0,-1 0-1 0 0,-11 9 0 0 0,-55 37 233 0 0,71-52-238 0 0,-222 133 1621 0 0,151-92-1435 0 0,66-39-163 0 0,6-3 0 0 0,0 0 0 0 0,0 0 0 0 0,0 1 0 0 0,0-1 0 0 0,0 1 0 0 0,1 0 0 0 0,-1 0 0 0 0,-5 7 0 0 0,9-10-38 0 0,0 1 1 0 0,0-1-1 0 0,0 1 0 0 0,-1-1 0 0 0,1 0 0 0 0,0 1 0 0 0,0-1 1 0 0,0 1-1 0 0,0-1 0 0 0,0 1 0 0 0,0-1 0 0 0,0 1 0 0 0,0-1 1 0 0,0 1-1 0 0,1-1 0 0 0,-1 0 0 0 0,0 1 0 0 0,0-1 0 0 0,0 1 1 0 0,0-1-1 0 0,1 0 0 0 0,-1 1 0 0 0,0-1 0 0 0,0 1 1 0 0,1-1-1 0 0,-1 0 0 0 0,0 1 0 0 0,1-1 0 0 0,-1 0 0 0 0,0 1 1 0 0,1-1-1 0 0,-1 0 0 0 0,0 0 0 0 0,1 1 0 0 0,-1-1 0 0 0,1 0 1 0 0,-1 0-1 0 0,0 0 0 0 0,1 0 0 0 0,-1 0 0 0 0,2 1 0 0 0,18 4 144 0 0,155-3 237 0 0,-140-5-266 0 0,-1-1-1 0 0,68-17 0 0 0,-17-1-1357 0 0,-69 19-4224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20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 6911 0 0,'10'-5'344'0'0,"-1"0"0"0"0,1-1 0 0 0,-1 0-1 0 0,0 0 1 0 0,0-1 0 0 0,12-13-1 0 0,-17 17-21 0 0,10-13 341 0 0,-11 12-525 0 0,0 1 0 0 0,1-1 0 0 0,-1 1-1 0 0,6-5 1 0 0,-8 10-143 0 0,-1 0 0 0 0,0 0 0 0 0,0-1 0 0 0,1 1 0 0 0,-1 0 0 0 0,-1 0 0 0 0,1 0 0 0 0,0 2 0 0 0,-1-2 2 0 0,1 3 3 0 0,-5 95-49 0 0,5-86 37 0 0,1 1-1 0 0,0-1 0 0 0,1 0 0 0 0,1 0 1 0 0,4 14-1 0 0,-3-18-94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21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65 4143 0 0,'0'0'319'0'0,"13"-3"2004"0"0,124-23 1088 0 0,70-6-2717 0 0,-198 31-685 0 0,0-1 0 0 0,0 2 0 0 0,0-1 0 0 0,0 1-1 0 0,18 3 1 0 0,-26-3-3 0 0,0 0 0 0 0,0 1 0 0 0,0-1 0 0 0,0 1 0 0 0,0-1 0 0 0,0 1 0 0 0,0-1-1 0 0,0 1 1 0 0,0 0 0 0 0,-1-1 0 0 0,1 1 0 0 0,0 0 0 0 0,0 0 0 0 0,-1 0 0 0 0,1 0 0 0 0,0-1-1 0 0,-1 1 1 0 0,1 0 0 0 0,-1 0 0 0 0,1 0 0 0 0,-1 0 0 0 0,1 0 0 0 0,-1 1 0 0 0,0-1 0 0 0,0 0-1 0 0,1 0 1 0 0,-1 0 0 0 0,0 0 0 0 0,0 0 0 0 0,0 0 0 0 0,0 0 0 0 0,0 0 0 0 0,-1 1 0 0 0,1-1-1 0 0,-1 2 1 0 0,1 1 25 0 0,-1 1-1 0 0,0-1 1 0 0,-1 1-1 0 0,1-1 1 0 0,-1 0-1 0 0,0 0 1 0 0,-3 6-1 0 0,-6 5-12 0 0,-1 0 0 0 0,-1-1 0 0 0,0 0 0 0 0,-24 19 0 0 0,-67 43 59 0 0,76-57-52 0 0,-62 41-25 0 0,32-23 0 0 0,-74 62 0 0 0,129-97 0 0 0,-19 21 0 0 0,21-23 0 0 0,0 1 0 0 0,0 0 0 0 0,0 0 0 0 0,1 0 0 0 0,-1 0 0 0 0,0 1 0 0 0,1-1 0 0 0,-1 0 0 0 0,1 0 0 0 0,-1 0 0 0 0,1 0 0 0 0,-1 1 0 0 0,1-1 0 0 0,0 0 0 0 0,0 1 0 0 0,0-1 0 0 0,0 0 0 0 0,0 0 0 0 0,0 1 0 0 0,0 0 0 0 0,0-1 2 0 0,1 0 0 0 0,-1 0 0 0 0,1-1-1 0 0,-1 1 1 0 0,1 0 0 0 0,-1-1 0 0 0,1 1 0 0 0,0 0-1 0 0,-1-1 1 0 0,1 1 0 0 0,0-1 0 0 0,0 1 0 0 0,-1-1-1 0 0,1 1 1 0 0,0-1 0 0 0,0 0 0 0 0,0 1 0 0 0,0-1-1 0 0,0 0 1 0 0,-1 0 0 0 0,1 1 0 0 0,0-1-1 0 0,1 0 1 0 0,21 0 471 0 0,-22 0-445 0 0,120-11 2437 0 0,-20 1-1908 0 0,-66 6-501 0 0,-1 0 1 0 0,0-2 0 0 0,55-18-1 0 0,-54 14-261 0 0,-27 8 58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22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51 1839 0 0,'-7'0'825'0'0,"0"0"436"0"0,1 0-1 0 0,0 0 1 0 0,-1-1 0 0 0,-10-2 0 0 0,16 3-1170 0 0,0 0-1 0 0,0 0 0 0 0,0 0 1 0 0,1-1-1 0 0,-1 1 1 0 0,0 0-1 0 0,0-1 1 0 0,1 1-1 0 0,-1 0 1 0 0,0-1-1 0 0,1 1 1 0 0,-1-1-1 0 0,0 1 1 0 0,1-1-1 0 0,-1 1 1 0 0,1-1-1 0 0,-1 0 1 0 0,1 1-1 0 0,-1-1 1 0 0,1 0-1 0 0,0 1 1 0 0,-1-1-1 0 0,1 0 1 0 0,0 0-1 0 0,-1 1 1 0 0,1-1-1 0 0,0 0 1 0 0,0 0-1 0 0,0 0 0 0 0,0 1 1 0 0,-1-1-1 0 0,1 0 1 0 0,0 0-1 0 0,1 0 1 0 0,-1 1-1 0 0,0-1 1 0 0,0 0-1 0 0,0 0 1 0 0,0 0-1 0 0,1 1 1 0 0,-1-1-1 0 0,0 0 1 0 0,1 0-1 0 0,-1 1 1 0 0,0-1-1 0 0,2-1 1 0 0,-2 1-99 0 0,1 0 1 0 0,0 0 0 0 0,-1 0-1 0 0,1 0 1 0 0,0 0 0 0 0,0 0-1 0 0,0 0 1 0 0,0 0 0 0 0,0 0 0 0 0,0 0-1 0 0,0 1 1 0 0,0-1 0 0 0,0 0-1 0 0,0 1 1 0 0,0-1 0 0 0,0 1-1 0 0,0-1 1 0 0,1 1 0 0 0,-1 0 0 0 0,0-1-1 0 0,0 1 1 0 0,1 0 0 0 0,-1 0-1 0 0,0 0 1 0 0,0 0 0 0 0,1 0-1 0 0,-1 0 1 0 0,0 0 0 0 0,1 0-1 0 0,-1 0 1 0 0,0 1 0 0 0,0-1 0 0 0,0 1-1 0 0,3 0 1 0 0,-2 0 1 0 0,0 0-1 0 0,0 0 1 0 0,-1 0-1 0 0,1 0 1 0 0,0 0-1 0 0,0 0 1 0 0,0 1 0 0 0,-1-1-1 0 0,1 1 1 0 0,-1-1-1 0 0,1 1 1 0 0,-1 0 0 0 0,0-1-1 0 0,1 1 1 0 0,-1 0-1 0 0,0 0 1 0 0,0 0-1 0 0,0 0 1 0 0,1 4 0 0 0,-2-1 9 0 0,0 0 0 0 0,0 0 0 0 0,0 0 0 0 0,-1 0 0 0 0,0 0-1 0 0,0 0 1 0 0,0 0 0 0 0,0 0 0 0 0,-1-1 0 0 0,0 1 0 0 0,0 0 0 0 0,0-1 0 0 0,-4 7 0 0 0,-4 5-5 0 0,-1 0 0 0 0,-15 17-1 0 0,2-10-14 0 0,23-22 17 0 0,0 1 0 0 0,0-1 0 0 0,0-1 0 0 0,-1 1 0 0 0,1 0 0 0 0,0 0 0 0 0,-1 0 0 0 0,1-1 1 0 0,0 1-1 0 0,-1 0 0 0 0,1-1 0 0 0,-1 0 0 0 0,1 1 0 0 0,-1-1 0 0 0,1 0 0 0 0,-1 0 0 0 0,1 1 0 0 0,-1-1 0 0 0,-1-1 0 0 0,1-1 0 0 0,2 2 0 0 0,0-1 0 0 0,1 1 0 0 0,-1 0 0 0 0,0-1 0 0 0,1 1 0 0 0,-1 0 0 0 0,0 0 0 0 0,1-1 0 0 0,-1 1 0 0 0,1 0 0 0 0,-1 0 0 0 0,0 0 0 0 0,1 0 0 0 0,-1-1 0 0 0,1 1 0 0 0,-1 0 0 0 0,1 0 0 0 0,-1 0 0 0 0,1 0 0 0 0,-1 0 0 0 0,0 0 0 0 0,2 0 0 0 0,18-2 0 0 0,0 1 0 0 0,0 1 0 0 0,1 1 0 0 0,27 5 0 0 0,-40-5-40 0 0,0 0 0 0 0,0 0 0 0 0,8-1 0 0 0,1-2-3314 0 0,-5-1-652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26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4143 0 0,'0'0'319'0'0,"0"-1"-135"0"0,1 1 129 0 0,0 0 0 0 0,0-1 0 0 0,0 1 0 0 0,0 0 0 0 0,-1 0 0 0 0,1 0 0 0 0,0 0 0 0 0,0 0 0 0 0,0 0 0 0 0,0 0 0 0 0,0 0 0 0 0,0 1 0 0 0,0-1 0 0 0,0 0 0 0 0,0 0 1 0 0,0 1-1 0 0,-1-1 0 0 0,1 1 0 0 0,0-1 0 0 0,0 1 0 0 0,1 0 0 0 0,18 11 298 0 0,-1 1 0 0 0,0 0 1 0 0,27 27-1 0 0,-14-9-468 0 0,29 39-1 0 0,133 139-375 0 0,-177-192-902 0 0,-13-12-3489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27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2 1839 0 0,'0'0'42'0'0,"0"-1"-1"0"0,0 1 0 0 0,-1 0 0 0 0,1 0 0 0 0,0 0 0 0 0,0 0 0 0 0,-1 0 0 0 0,1 0 1 0 0,0 0-1 0 0,0 0 0 0 0,-1 0 0 0 0,1 0 0 0 0,0 0 0 0 0,0 0 0 0 0,-1 0 0 0 0,1 0 1 0 0,0 0-1 0 0,-1 0 0 0 0,1 0 0 0 0,0 0 0 0 0,0 0 0 0 0,-1 0 0 0 0,1 0 0 0 0,0 0 1 0 0,0 0-1 0 0,-1 1 0 0 0,1-1 0 0 0,0 0 0 0 0,0 0 0 0 0,0 0 0 0 0,-1 0 0 0 0,1 1 1 0 0,0-1-1 0 0,0 0 0 0 0,0 0 0 0 0,0 1 0 0 0,-1-1 0 0 0,1 0 0 0 0,0 1 0 0 0,-7 10 1231 0 0,6-9-1141 0 0,-132 228 5949 0 0,101-180-4883 0 0,9-15-449 0 0,1 1-1 0 0,-17 42 1 0 0,37-75-738 0 0,1-1-1 0 0,1 1 1 0 0,-1-1 0 0 0,0 1-1 0 0,1-1 1 0 0,-1 5-1 0 0,1-7-16 0 0,0 1-1 0 0,0-1 1 0 0,0 0-1 0 0,0 1 1 0 0,0-1-1 0 0,0 1 1 0 0,0-1-1 0 0,0 1 1 0 0,1-1-1 0 0,-1 1 0 0 0,0-1 1 0 0,0 0-1 0 0,0 1 1 0 0,1-1-1 0 0,-1 0 1 0 0,0 1-1 0 0,0-1 1 0 0,1 1-1 0 0,-1-1 1 0 0,0 0-1 0 0,1 0 0 0 0,-1 1 1 0 0,0-1-1 0 0,1 0 1 0 0,-1 0-1 0 0,0 1 1 0 0,1-1-1 0 0,-1 0 1 0 0,1 0-1 0 0,-1 0 1 0 0,1 0-1 0 0,-1 1 0 0 0,0-1 1 0 0,1 0-1 0 0,-1 0 1 0 0,1 0-1 0 0,-1 0 1 0 0,1 0-1 0 0,-1 0 1 0 0,1 0-1 0 0,-1 0 0 0 0,0 0 1 0 0,1-1-1 0 0,-1 1 1 0 0,1 0-1 0 0,5-1-56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27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0 125 919 0 0,'22'-12'6880'0'0,"4"-7"-3693"0"0,57-47-1400 0 0,-75 59-1715 0 0,-6 5-75 0 0,-1 0-1 0 0,1 0 0 0 0,0 0 1 0 0,0 0-1 0 0,0 1 0 0 0,0-1 0 0 0,0 1 1 0 0,1 0-1 0 0,-1-1 0 0 0,0 1 0 0 0,5-1 1 0 0,-6 2 1 0 0,-1 0 0 0 0,0 0 1 0 0,0 0-1 0 0,0 1 1 0 0,0-1-1 0 0,1 0 1 0 0,-1 0-1 0 0,0 0 0 0 0,0 1 1 0 0,0-1-1 0 0,0 0 1 0 0,0 1-1 0 0,0-1 0 0 0,1 0 1 0 0,-1 0-1 0 0,0 1 1 0 0,0-1-1 0 0,0 0 1 0 0,0 0-1 0 0,0 1 0 0 0,0-1 1 0 0,0 0-1 0 0,0 1 1 0 0,0-1-1 0 0,0 0 0 0 0,-1 0 1 0 0,1 1-1 0 0,0-1 1 0 0,0 0-1 0 0,0 0 1 0 0,0 1-1 0 0,0-1 0 0 0,0 0 1 0 0,-1 0-1 0 0,1 1 1 0 0,-6 13-23 0 0,6-12 23 0 0,-15 31 16 0 0,7-15 7 0 0,0-1 0 0 0,1 2 0 0 0,1-1 0 0 0,1 0 0 0 0,0 1-1 0 0,-2 25 1 0 0,7-32-104 0 0,0 0 0 0 0,1 0-1 0 0,4 22 1 0 0,-2-22-85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28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2759 0 0,'1'4'469'0'0,"1"-1"0"0"0,-1 1-1 0 0,1-1 1 0 0,0 0 0 0 0,2 5-1 0 0,17 22 1241 0 0,45 54 0 0 0,-27-42-1277 0 0,80 64 0 0 0,52 50 762 0 0,-166-150-1380 0 0,0-1 1 0 0,-1 1-1 0 0,1 0 0 0 0,3 9 0 0 0,-4-8-3445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28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10 3679 0 0,'0'0'51'0'0,"0"-1"-1"0"0,0 1 1 0 0,0-1-1 0 0,0 1 1 0 0,0-1-1 0 0,-1 1 1 0 0,1-1-1 0 0,0 1 1 0 0,0 0-1 0 0,-1-1 1 0 0,1 1-1 0 0,0 0 1 0 0,-1-1-1 0 0,1 1 1 0 0,0 0-1 0 0,-1-1 1 0 0,1 1-1 0 0,0 0 1 0 0,-1-1-1 0 0,1 1 1 0 0,-1 0-1 0 0,1 0 1 0 0,0 0-1 0 0,-1-1 0 0 0,1 1 1 0 0,-1 0-1 0 0,1 0 1 0 0,-1 0-1 0 0,1 0 1 0 0,-1 0-1 0 0,1 0 1 0 0,-1 0-1 0 0,1 0 1 0 0,-1 0-1 0 0,-13 12 3125 0 0,11-9-2877 0 0,-11 14 552 0 0,1 1 0 0 0,1 0-1 0 0,-12 24 1 0 0,-17 25-485 0 0,-11 2-335 0 0,30-42-8 0 0,1 1 0 0 0,1 0 1 0 0,2 2-1 0 0,-17 37 1 0 0,28-48-155 0 0,6-11-3472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2:29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34 919 0 0,'0'0'189'0'0,"0"1"0"0"0,0-1 0 0 0,0 1 0 0 0,0-1-1 0 0,0 0 1 0 0,0 1 0 0 0,0-1 0 0 0,0 1 0 0 0,-1-1-1 0 0,1 0 1 0 0,0 1 0 0 0,0-1 0 0 0,0 1 0 0 0,-1-1-1 0 0,1 0 1 0 0,0 1 0 0 0,0-1 0 0 0,-1 0-1 0 0,1 1 1 0 0,0-1 0 0 0,-1 0 0 0 0,1 0 0 0 0,0 1-1 0 0,-1-1 1 0 0,1 0 0 0 0,0 0 0 0 0,-1 0 0 0 0,1 1-1 0 0,-1-1 1 0 0,1 0 0 0 0,-1 0 0 0 0,1 0 0 0 0,0 0-1 0 0,-1 0 1 0 0,1 0 0 0 0,-1 0 0 0 0,1 0-1 0 0,-1 0 1 0 0,-18 3 3857 0 0,18-3-4997 0 0,0 0 995 0 0,1 0 0 0 0,-1 0 0 0 0,1 0 0 0 0,-1 0 0 0 0,1 0 0 0 0,-1 0 0 0 0,1 0 0 0 0,0-1 0 0 0,-1 1 0 0 0,1 0 0 0 0,-1 0 0 0 0,1 0 0 0 0,0-1 0 0 0,-1 1 0 0 0,1 0 0 0 0,-1-1 0 0 0,1 1 0 0 0,0 0 0 0 0,-1-1 0 0 0,1 1 0 0 0,0 0 0 0 0,0-1 0 0 0,-1 1 0 0 0,1-1 0 0 0,0 1 0 0 0,0-1 0 0 0,0 1 0 0 0,0 0 0 0 0,-1-1 0 0 0,1 1 0 0 0,0-1 1 0 0,0 1-1 0 0,0-1 0 0 0,0 1 0 0 0,0-1 0 0 0,0 1 0 0 0,0-1 0 0 0,0 1 0 0 0,0-1 0 0 0,5-16 281 0 0,-5 15-332 0 0,1 1 0 0 0,0 0-1 0 0,-1 0 1 0 0,1 0 0 0 0,0 0-1 0 0,0 0 1 0 0,-1 1 0 0 0,1-1-1 0 0,0 0 1 0 0,0 0 0 0 0,0 0 0 0 0,0 1-1 0 0,0-1 1 0 0,0 0 0 0 0,0 1-1 0 0,1-1 1 0 0,-1 1 0 0 0,0 0-1 0 0,0-1 1 0 0,0 1 0 0 0,0 0-1 0 0,1 0 1 0 0,-1-1 0 0 0,0 1-1 0 0,0 0 1 0 0,1 0 0 0 0,-1 0 0 0 0,0 0-1 0 0,0 1 1 0 0,0-1 0 0 0,3 1-1 0 0,-3-1 1 0 0,0 1 0 0 0,1 0-1 0 0,-1-1 1 0 0,0 1 0 0 0,0 0-1 0 0,0 0 1 0 0,1 0 0 0 0,-1 0-1 0 0,0 0 1 0 0,0 0 0 0 0,0 0-1 0 0,-1 0 1 0 0,1 0 0 0 0,0 1-1 0 0,0-1 1 0 0,0 0 0 0 0,-1 1-1 0 0,1-1 1 0 0,-1 0 0 0 0,1 1-1 0 0,-1-1 1 0 0,0 0 0 0 0,1 1-1 0 0,-1-1 1 0 0,0 1 0 0 0,0 1-1 0 0,0 5 8 0 0,-1-1 0 0 0,0 1 0 0 0,0 0 0 0 0,-1-1 0 0 0,0 0 0 0 0,-3 10 0 0 0,-22 41 0 0 0,10-25 0 0 0,16-30 4 0 0,0-1 0 0 0,0 0 0 0 0,0 1-1 0 0,0-1 1 0 0,0 0 0 0 0,0 1 0 0 0,1-1 0 0 0,0 1-1 0 0,-1-1 1 0 0,1 1 0 0 0,0-1 0 0 0,0 1-1 0 0,0-1 1 0 0,1 1 0 0 0,-1-1 0 0 0,0 1 0 0 0,1-1-1 0 0,0 1 1 0 0,0-1 0 0 0,-1 1 0 0 0,1-1-1 0 0,1 0 1 0 0,-1 0 0 0 0,0 1 0 0 0,1-1 0 0 0,-1 0-1 0 0,3 2 1 0 0,-1-1-1 0 0,1 0 0 0 0,0 0 0 0 0,0 0 0 0 0,0 0 0 0 0,0-1 0 0 0,1 1 0 0 0,-1-1 0 0 0,1-1 0 0 0,-1 1 0 0 0,1 0-1 0 0,0-1 1 0 0,9 1 0 0 0,15 2-477 0 0,35-2-1 0 0,-58-2-3912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3:02.7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1 3223 0 0,'-14'1'3968'0'0,"12"3"-3100"0"0,1-3-608 0 0,1 1 0 0 0,-1-1 0 0 0,1 0 0 0 0,0 0 0 0 0,-1 1 0 0 0,1 1 0 0 0,2 28 378 0 0,1-1 0 0 0,2 0-1 0 0,11 40 1 0 0,6 35 467 0 0,-13 12-1200 0 0,-5-45 33 0 0,3-28-90 0 0,-4-34 45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3:03.0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13 117 1375 0 0,'0'0'26'0'0,"-1"0"-1"0"0,0 0 1 0 0,0-1-1 0 0,0 1 0 0 0,0 0 1 0 0,1-1-1 0 0,-1 1 0 0 0,0 0 1 0 0,0-1-1 0 0,0 1 0 0 0,1-1 1 0 0,-1 1-1 0 0,0-1 0 0 0,-1-1 202 0 0,2 1-160 0 0,0 1 0 0 0,0 0 1 0 0,0-1-1 0 0,1-5 1208 0 0,0 6-1207 0 0,1-2 230 0 0,0 0 1 0 0,0 0 0 0 0,0 0-1 0 0,1 0 1 0 0,-1 1 0 0 0,1-1-1 0 0,4-2 1 0 0,17-6 356 0 0,0 2 0 0 0,2 0 0 0 0,43-8-1 0 0,-17 5-192 0 0,-12 1-494 0 0,1 2-1 0 0,0 2 0 0 0,61-2 1 0 0,-84 9-3174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3:03.4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69 2303 0 0,'171'-45'5560'0'0,"-54"25"-6633"0"0,-99 16 554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3:04.05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1 216 3223 0 0,'72'-78'3029'0'0,"-61"64"-2942"0"0,-1-1 0 0 0,0 0 0 0 0,-1 0 0 0 0,7-17 0 0 0,4-14-260 0 0,-25 56 142 0 0,0 0 0 0 0,1 0 0 0 0,1 1 0 0 0,0 0 0 0 0,0 0-1 0 0,-1 16 1 0 0,3-22 83 0 0,1 0-1 0 0,0 0 0 0 0,0 0 0 0 0,0 0 0 0 0,1 0 0 0 0,0-1 0 0 0,0 1 0 0 0,0 0 1 0 0,0 0-1 0 0,1 0 0 0 0,-1-1 0 0 0,1 1 0 0 0,1-1 0 0 0,-1 1 0 0 0,1-1 0 0 0,-1 0 1 0 0,5 5-1 0 0,-4-7 42 0 0,0 1 1 0 0,0-1-1 0 0,0 0 1 0 0,0 0-1 0 0,0 0 0 0 0,0 0 1 0 0,1-1-1 0 0,-1 1 1 0 0,1-1-1 0 0,-1 0 1 0 0,1 0-1 0 0,-1 0 1 0 0,1-1-1 0 0,0 1 1 0 0,-1-1-1 0 0,1 0 1 0 0,0 0-1 0 0,-1 0 0 0 0,7-1 1 0 0,-1 0-123 0 0,-1-1 0 0 0,1 0-1 0 0,-1 0 1 0 0,0-1 0 0 0,0 0 0 0 0,0 0 0 0 0,11-7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3:04.2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30 2759 0 0,'-12'-12'2752'0'0,"8"8"-1864"0"0,1-1-192 0 0,6-2 608 0 0,1 6-656 0 0,3 1-648 0 0,5 1-192 0 0,2 6 0 0 0,5-2-8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3:04.96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50 1375 0 0,'-3'19'682'0'0,"0"1"0"0"0,1 0-1 0 0,1 32 1 0 0,-3 29 410 0 0,-3-45 1557 0 0,11-51-1269 0 0,-2 10-1295 0 0,36-125 581 0 0,-34 117-733 0 0,2 0 0 0 0,0 1 0 0 0,0 0 0 0 0,1-1 1 0 0,1 2-1 0 0,0-1 0 0 0,15-15 0 0 0,-22 26 62 0 0,0 0 0 0 0,0 0-1 0 0,0-1 1 0 0,0 1 0 0 0,0 0 0 0 0,1 0-1 0 0,-1 1 1 0 0,0-1 0 0 0,1 0-1 0 0,-1 0 1 0 0,1 1 0 0 0,-1-1 0 0 0,1 0-1 0 0,-1 1 1 0 0,1 0 0 0 0,-1-1-1 0 0,1 1 1 0 0,0 0 0 0 0,-1 0 0 0 0,1 0-1 0 0,2 0 1 0 0,-3 0 8 0 0,0 1 0 0 0,0 0 0 0 0,1-1 0 0 0,-1 1 0 0 0,0 0 0 0 0,0 0 0 0 0,0 0 0 0 0,-1 0 0 0 0,1 0 0 0 0,0 0 0 0 0,0 0 0 0 0,0 0 0 0 0,-1 0 0 0 0,1 0 0 0 0,0 0 0 0 0,-1 0 0 0 0,1 1 0 0 0,-1-1 0 0 0,0 0 1 0 0,1 0-1 0 0,-1 1 0 0 0,0-1 0 0 0,0 0 0 0 0,0 1 0 0 0,0-1 0 0 0,0 2 0 0 0,1 17 2 0 0,-3 26 1 0 0,0-35 1 0 0,1 0 0 0 0,1-1 0 0 0,0 1 0 0 0,1 0 0 0 0,-1 0 0 0 0,2 0 0 0 0,0 0 0 0 0,6 20 0 0 0,-7-30-6 0 0,0 1 1 0 0,-1 0-1 0 0,1 0 0 0 0,0 0 0 0 0,1-1 0 0 0,-1 1 0 0 0,0-1 0 0 0,0 1 0 0 0,1-1 0 0 0,-1 1 0 0 0,0-1 0 0 0,1 0 0 0 0,0 1 1 0 0,-1-1-1 0 0,1 0 0 0 0,0 0 0 0 0,-1 0 0 0 0,1 0 0 0 0,3 0 0 0 0,-2 0 0 0 0,0-1-1 0 0,0 1 1 0 0,0-1-1 0 0,0 0 1 0 0,0 0-1 0 0,-1-1 0 0 0,1 1 1 0 0,0 0-1 0 0,0-1 1 0 0,0 0-1 0 0,0 1 1 0 0,2-3-1 0 0,4 0 0 0 0,-1-1-1 0 0,-1 0 1 0 0,1-1-1 0 0,-1 0 1 0 0,1 0-1 0 0,-1-1 1 0 0,10-10-1 0 0,-6 1-33 0 0,0 0-1 0 0,-2 0 0 0 0,1-1 1 0 0,-2 0-1 0 0,10-26 0 0 0,-17 40 35 0 0,4-14 0 0 0,-5 16 0 0 0,1-1 0 0 0,-1 0 0 0 0,0 0 0 0 0,0 1 0 0 0,0-1 0 0 0,0 0 0 0 0,0 0 0 0 0,0 1 0 0 0,0-1 0 0 0,0 0 0 0 0,0 0 0 0 0,0 0 0 0 0,0 1 0 0 0,0-1 0 0 0,0 0 0 0 0,-1 0 0 0 0,1-1 0 0 0,-7 5 91 0 0,6-2-93 0 0,0 0-1 0 0,0 0 1 0 0,0 0-1 0 0,1 0 1 0 0,-1 0-1 0 0,0 0 1 0 0,1 1-1 0 0,-1-1 1 0 0,1 0-1 0 0,0 1 1 0 0,-1-1-1 0 0,1 0 1 0 0,0 1-1 0 0,0 2 1 0 0,-1 5 15 0 0,1 1 1 0 0,0 0 0 0 0,0 0-1 0 0,1-1 1 0 0,1 1-1 0 0,0 0 1 0 0,0-1 0 0 0,0 1-1 0 0,2-1 1 0 0,-1 0 0 0 0,9 15-1 0 0,-10-20 34 0 0,0 0 0 0 0,0 0 1 0 0,1 0-1 0 0,0 0 0 0 0,0-1 0 0 0,0 1 0 0 0,0-1 0 0 0,1 0 0 0 0,-1 0 0 0 0,1 0 0 0 0,0-1 1 0 0,-1 1-1 0 0,1-1 0 0 0,0 0 0 0 0,1 0 0 0 0,-1 0 0 0 0,0 0 0 0 0,1-1 0 0 0,-1 0 0 0 0,0 0 1 0 0,1 0-1 0 0,0 0 0 0 0,-1-1 0 0 0,1 0 0 0 0,-1 0 0 0 0,1 0 0 0 0,8-2 0 0 0,-3 0 23 0 0,1-1-1 0 0,-1-1 0 0 0,1 0 1 0 0,-1 0-1 0 0,0-1 0 0 0,0 0 1 0 0,-1-1-1 0 0,0 0 0 0 0,13-11 1 0 0,-9 7-204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3:05.1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45 25 3679 0 0,'-11'-5'160'0'0,"5"2"40"0"0,0 0-200 0 0,-16-10 4440 0 0,27 13-3968 0 0,5 4-8 0 0,6 3-336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3:05.5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 1 3223 0 0,'-3'15'288'0'0,"-7"40"1248"0"0,-5 83 0 0 0,14-121-1427 0 0,1 0-1 0 0,1 0 1 0 0,1 1 0 0 0,0-1-1 0 0,1 0 1 0 0,1-1 0 0 0,0 1 0 0 0,2-1-1 0 0,8 21 1 0 0,-11-33 32 0 0,-1 1 0 0 0,1-1 0 0 0,0 1 0 0 0,0-1 0 0 0,0 0 0 0 0,1 0 0 0 0,0-1 0 0 0,-1 1 0 0 0,1-1 0 0 0,1 0 0 0 0,-1 0 0 0 0,5 3 0 0 0,-2-3 102 0 0,-1 0 1 0 0,1 0-1 0 0,0-1 1 0 0,1 1-1 0 0,-1-2 1 0 0,0 1-1 0 0,13 0 1 0 0,-6-1 26 0 0,1-1 0 0 0,-1-1 0 0 0,0 0 0 0 0,0-1 0 0 0,0-1 0 0 0,0 0 0 0 0,-1-1 0 0 0,19-7 0 0 0,-16 4-456 0 0,-1-1 0 0 0,1 0 1 0 0,-1-1-1 0 0,15-11 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3:05.7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51 3223 0 0,'0'-3'288'0'0,"1"2"-288"0"0,8-4 1632 0 0,-3 1-752 0 0,4-2 8 0 0,6-1-152 0 0,3 0-24 0 0,2 1-8 0 0,0 0 0 0 0,0 3-600 0 0,0 2-104 0 0,1 1 0 0 0,-4-2-96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3:06.2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0 120 3855 0 0,'10'2'224'0'0,"0"-1"0"0"0,0 1-1 0 0,-1-2 1 0 0,1 0 0 0 0,0 0-1 0 0,14-2 1 0 0,-17 1 24 0 0,1 0 1 0 0,-1-1 0 0 0,1 0 0 0 0,-1 0-1 0 0,0-1 1 0 0,0 0 0 0 0,0 0 0 0 0,12-8-1 0 0,-16 8-148 0 0,1 0-1 0 0,-1 0 1 0 0,0 0-1 0 0,0-1 0 0 0,0 1 1 0 0,0-1-1 0 0,0 0 1 0 0,-1 0-1 0 0,4-8 1 0 0,-6 11-99 0 0,1 0 1 0 0,0-1 0 0 0,-1 1 0 0 0,0 0 0 0 0,1 0 0 0 0,-1-1 0 0 0,0 1 0 0 0,1 0 0 0 0,-1 0 0 0 0,0-1 0 0 0,0 1-1 0 0,0 0 1 0 0,0-1 0 0 0,0 1 0 0 0,-1 0 0 0 0,1-1 0 0 0,0 1 0 0 0,-1 0 0 0 0,1 0 0 0 0,0-1 0 0 0,-1 1 0 0 0,0 0-1 0 0,1 0 1 0 0,-1 0 0 0 0,0 0 0 0 0,1-1 0 0 0,-1 1 0 0 0,0 0 0 0 0,0 0 0 0 0,0 1 0 0 0,0-1 0 0 0,0 0 0 0 0,0 0-1 0 0,0 0 1 0 0,0 1 0 0 0,0-1 0 0 0,-3-1 0 0 0,-1 1-13 0 0,0-1 0 0 0,0 1 0 0 0,-1 0 0 0 0,1 0 0 0 0,0 0-1 0 0,-1 1 1 0 0,1 0 0 0 0,-1 0 0 0 0,1 0 0 0 0,0 1 0 0 0,-1-1 0 0 0,1 1 0 0 0,0 1 0 0 0,0-1 0 0 0,-1 1 0 0 0,1 0-1 0 0,0 0 1 0 0,1 0 0 0 0,-1 1 0 0 0,-6 4 0 0 0,7-5 14 0 0,0 1 1 0 0,1 0-1 0 0,0-1 1 0 0,-1 2-1 0 0,1-1 0 0 0,0 0 1 0 0,1 0-1 0 0,-1 1 0 0 0,0-1 1 0 0,1 1-1 0 0,0 0 1 0 0,0 0-1 0 0,0 0 0 0 0,0 0 1 0 0,1 0-1 0 0,0 0 0 0 0,0 1 1 0 0,0-1-1 0 0,0 0 0 0 0,0 1 1 0 0,1-1-1 0 0,0 1 1 0 0,0-1-1 0 0,0 0 0 0 0,1 6 1 0 0,2 3 172 0 0,0 0 0 0 0,1-1 0 0 0,1 0-1 0 0,-1 1 1 0 0,2-2 0 0 0,0 1 0 0 0,10 15 0 0 0,-11-20 9 0 0,0 0 0 0 0,1-1-1 0 0,-1 0 1 0 0,2 0 0 0 0,-1 0 0 0 0,0-1-1 0 0,1 1 1 0 0,0-2 0 0 0,0 1 0 0 0,0-1-1 0 0,1 0 1 0 0,12 4 0 0 0,-5-3 1 0 0,1-1 0 0 0,0-1 1 0 0,-1 0-1 0 0,1-1 0 0 0,1-1 0 0 0,-1 0 0 0 0,0-1 0 0 0,0-1 1 0 0,0 0-1 0 0,0-2 0 0 0,0 1 0 0 0,0-2 0 0 0,15-5 1 0 0,-1-1-281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3:07.0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291 0 1375 0 0,'-11'5'284'0'0,"0"-1"0"0"0,0 1 0 0 0,0 1 0 0 0,1 0-1 0 0,-14 10 1 0 0,11-8-193 0 0,-5 5 143 0 0,1 0 1 0 0,0 1-1 0 0,0 0 1 0 0,2 2-1 0 0,0 0 1 0 0,0 0 0 0 0,-21 35-1 0 0,29-40-194 0 0,0 1 0 0 0,1-1-1 0 0,1 1 1 0 0,0 0 0 0 0,1 1 0 0 0,0-1 0 0 0,1 1-1 0 0,0 0 1 0 0,1-1 0 0 0,0 1 0 0 0,1 0 0 0 0,1 0-1 0 0,0 0 1 0 0,3 22 0 0 0,-2-30-29 0 0,0 1-1 0 0,0-1 1 0 0,1 0 0 0 0,0 1 0 0 0,0-1-1 0 0,0 0 1 0 0,1 0 0 0 0,-1 0-1 0 0,1-1 1 0 0,0 1 0 0 0,1-1-1 0 0,-1 1 1 0 0,1-1 0 0 0,0 0 0 0 0,0-1-1 0 0,0 1 1 0 0,9 6 0 0 0,-5-6 42 0 0,0 0 1 0 0,0 0-1 0 0,1-1 1 0 0,-1 0-1 0 0,1-1 1 0 0,0 1-1 0 0,0-2 1 0 0,-1 1-1 0 0,1-1 1 0 0,11 0-1 0 0,4-2 238 0 0,1 0 0 0 0,-1-1 0 0 0,0-1 0 0 0,-1-2 0 0 0,1 0 0 0 0,-1-1 0 0 0,44-19 0 0 0,-44 15-331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3:07.5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79 39 1839 0 0,'-2'1'73'0'0,"0"0"-1"0"0,0 0 0 0 0,0 0 0 0 0,1 0 0 0 0,-1 0 0 0 0,0 0 0 0 0,0 1 0 0 0,1-1 0 0 0,-1 1 0 0 0,1 0 0 0 0,-1-1 0 0 0,1 1 0 0 0,0 0 0 0 0,-1 0 0 0 0,1 0 0 0 0,-1 2 1 0 0,-14 35 1586 0 0,14-34-1598 0 0,0 1 117 0 0,0 1 0 0 0,0 0 0 0 0,1 0 0 0 0,0 0 0 0 0,0-1 0 0 0,1 1 0 0 0,-1 0 0 0 0,2 0 0 0 0,-1 0 1 0 0,1 0-1 0 0,0 0 0 0 0,0 0 0 0 0,1 0 0 0 0,4 12 0 0 0,-4-15-152 0 0,0 1-1 0 0,1-1 1 0 0,-1 0 0 0 0,1 0 0 0 0,-1 0-1 0 0,1-1 1 0 0,0 1 0 0 0,1-1-1 0 0,-1 1 1 0 0,1-1 0 0 0,-1 0 0 0 0,1 0-1 0 0,0-1 1 0 0,0 1 0 0 0,0-1-1 0 0,0 0 1 0 0,1 0 0 0 0,-1 0 0 0 0,0-1-1 0 0,1 1 1 0 0,0-1 0 0 0,8 1-1 0 0,-5-1 28 0 0,1-1 0 0 0,-1 0 0 0 0,0 0 0 0 0,1-1 0 0 0,-1 0 0 0 0,1-1 0 0 0,-1 0 0 0 0,0 0 0 0 0,0-1 0 0 0,0 0 0 0 0,0 0-1 0 0,14-9 1 0 0,-16 8-11 0 0,0 0-1 0 0,0 0 1 0 0,0-1-1 0 0,-1 1 1 0 0,1-1-1 0 0,-1-1 1 0 0,0 1-1 0 0,-1-1 1 0 0,0 0-1 0 0,0 0 1 0 0,0 0-1 0 0,0 0 1 0 0,-1-1-1 0 0,0 1 1 0 0,3-12-1 0 0,-5 15-34 0 0,-1-1-1 0 0,1 0 0 0 0,-1 1 0 0 0,0-1 0 0 0,0 0 0 0 0,0 0 0 0 0,0 1 1 0 0,0-1-1 0 0,-1 0 0 0 0,0 1 0 0 0,0-1 0 0 0,-2-4 0 0 0,1 2 19 0 0,-1 0 1 0 0,0 0-1 0 0,0 1 0 0 0,-1-1 0 0 0,0 1 0 0 0,-7-8 0 0 0,4 5 1 0 0,0 2 0 0 0,0-1-1 0 0,-1 1 1 0 0,0 0-1 0 0,0 1 1 0 0,-1 0 0 0 0,1 0-1 0 0,-1 0 1 0 0,-13-3-1 0 0,16 6-59 0 0,-1 1-1 0 0,0 0 1 0 0,0 0-1 0 0,0 1 1 0 0,0 0-1 0 0,0 0 1 0 0,0 1-1 0 0,0-1 0 0 0,0 2 1 0 0,1-1-1 0 0,-1 1 1 0 0,0 0-1 0 0,1 0 1 0 0,-1 1-1 0 0,1-1 1 0 0,0 2-1 0 0,0-1 1 0 0,0 1-1 0 0,0 0 0 0 0,0 0 1 0 0,1 0-1 0 0,0 1 1 0 0,0 0-1 0 0,0 0 1 0 0,0 0-1 0 0,1 0 1 0 0,0 1-1 0 0,0 0 1 0 0,1 0-1 0 0,-1 0 0 0 0,1 0 1 0 0,-2 8-1 0 0,0 5-3121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3:08.3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0 307 3223 0 0,'10'18'-1113'0'0,"-2"1"1525"0"0,-2 0 1 0 0,0 0-1 0 0,-1 1 0 0 0,3 29 0 0 0,0 1 366 0 0,-7-47-648 0 0,-1 1 0 0 0,1-1 1 0 0,0 0-1 0 0,0 0 0 0 0,0 0 1 0 0,0-1-1 0 0,1 1 0 0 0,-1 0 0 0 0,1 0 1 0 0,1 2-1 0 0,-2-5-120 0 0,-1 0-1 0 0,0 0 1 0 0,0 1-1 0 0,0-1 0 0 0,1 0 1 0 0,-1 0-1 0 0,0 0 1 0 0,0 0-1 0 0,0 0 1 0 0,1 0-1 0 0,-1 0 1 0 0,0 0-1 0 0,0 0 1 0 0,0 0-1 0 0,1 0 1 0 0,-1 0-1 0 0,0 0 1 0 0,0 0-1 0 0,1 0 1 0 0,-1 0-1 0 0,0 0 1 0 0,0-1-1 0 0,0 1 1 0 0,1 0-1 0 0,-1 0 1 0 0,0 0-1 0 0,0 0 1 0 0,0 0-1 0 0,0 0 1 0 0,1-1-1 0 0,-1 1 0 0 0,0 0 1 0 0,0 0-1 0 0,0 0 1 0 0,0 0-1 0 0,0-1 1 0 0,0 1-1 0 0,1 0 1 0 0,-1 0-1 0 0,0 0 1 0 0,0-1-1 0 0,0 1 1 0 0,0 0-1 0 0,0 0 1 0 0,0-1-1 0 0,5-12 23 0 0,-4 11 3 0 0,15-50-50 0 0,11-57 0 0 0,-10 34-137 0 0,-13 60 102 0 0,0 0-1 0 0,11-22 1 0 0,-13 32 30 0 0,1 0 0 0 0,-1 0 1 0 0,1 0-1 0 0,0 1 0 0 0,1 0 1 0 0,-1-1-1 0 0,1 1 0 0 0,0 0 1 0 0,0 1-1 0 0,8-8 0 0 0,-11 11 15 0 0,-1 0-1 0 0,1-1 0 0 0,-1 1 0 0 0,1 0 1 0 0,0 0-1 0 0,-1-1 0 0 0,1 1 1 0 0,-1 0-1 0 0,1 0 0 0 0,-1 0 0 0 0,1-1 1 0 0,0 1-1 0 0,-1 0 0 0 0,1 0 0 0 0,0 0 1 0 0,-1 0-1 0 0,1 0 0 0 0,-1 0 0 0 0,1 1 1 0 0,0-1-1 0 0,-1 0 0 0 0,1 0 0 0 0,-1 0 1 0 0,1 0-1 0 0,-1 1 0 0 0,1-1 1 0 0,0 1-1 0 0,0 0 2 0 0,0 0 1 0 0,0 0 0 0 0,0 0 0 0 0,0 0-1 0 0,0 0 1 0 0,-1 0 0 0 0,1 1 0 0 0,0-1-1 0 0,-1 0 1 0 0,1 1 0 0 0,0 1-1 0 0,1 6 18 0 0,-1-1 0 0 0,0 1-1 0 0,0 9 1 0 0,-1-16-13 0 0,1 26 26 0 0,1-1 0 0 0,1 0 0 0 0,12 45 1 0 0,-12-63 2 0 0,0 0 1 0 0,1 0 0 0 0,0 0 0 0 0,1 0 0 0 0,10 15 0 0 0,-12-19-14 0 0,1 0 0 0 0,1-1 1 0 0,-1 1-1 0 0,1-1 0 0 0,-1 0 0 0 0,1 0 0 0 0,0-1 1 0 0,1 1-1 0 0,-1-1 0 0 0,8 3 0 0 0,-11-5 8 0 0,1 0-1 0 0,0 0 1 0 0,-1 0-1 0 0,1-1 1 0 0,0 1-1 0 0,0-1 1 0 0,0 1-1 0 0,0-1 1 0 0,0 0-1 0 0,-1 0 1 0 0,1-1-1 0 0,0 1 1 0 0,0 0-1 0 0,0-1 1 0 0,3-1-1 0 0,-1 0 70 0 0,-1 0 0 0 0,0 0-1 0 0,0 0 1 0 0,1-1-1 0 0,-1 1 1 0 0,-1-1 0 0 0,1 0-1 0 0,5-6 1 0 0,0-1 109 0 0,-1 0 0 0 0,0-1 0 0 0,0 0 0 0 0,-1-1 0 0 0,9-19 0 0 0,-11 17-223 0 0,0 0 0 0 0,0 0 0 0 0,4-28 0 0 0,0-46-60 0 0,-4-101-390 0 0,-5 170 428 0 0,-7 44 42 0 0,2 10 0 0 0,0 65 0 0 0,5-60 0 0 0,-1-30 28 0 0,0 13 1 0 0,1 0 0 0 0,1 0 0 0 0,5 30-1 0 0,-4-45 28 0 0,-1-1 0 0 0,2 0-1 0 0,-1 1 1 0 0,1-1-1 0 0,0 0 1 0 0,0 0-1 0 0,1-1 1 0 0,0 1-1 0 0,0-1 1 0 0,1 0-1 0 0,0 0 1 0 0,0 0-1 0 0,0-1 1 0 0,8 6-1 0 0,-6-5 26 0 0,2-1-1 0 0,-1 0 0 0 0,1 0 1 0 0,-1-1-1 0 0,1 0 0 0 0,0 0 1 0 0,1-1-1 0 0,-1 0 0 0 0,1-1 1 0 0,-1 0-1 0 0,1-1 1 0 0,0 0-1 0 0,-1 0 0 0 0,1-1 1 0 0,0 0-1 0 0,0-1 0 0 0,-1 0 1 0 0,1 0-1 0 0,0-1 0 0 0,-1-1 1 0 0,1 1-1 0 0,16-9 0 0 0,-9 4-224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3:08.5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1 107 6911 0 0,'3'-2'608'0'0,"0"-1"-480"0"0,0 0-128 0 0,-1 1 0 0 0,3 1 0 0 0,1-2 88 0 0,5-4-88 0 0,8-3 80 0 0,6-2 608 0 0,5-3 120 0 0,1 2 24 0 0,-2 3 8 0 0,1 1-696 0 0,-1 1-144 0 0,-1 2 0 0 0,-2 3-4464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3:09.0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1 104 1375 0 0,'0'10'464'0'0,"2"1"-1"0"0,-1-1 0 0 0,7 19 0 0 0,-2-5-68 0 0,33 131 1612 0 0,-36-135-443 0 0,-6-29-711 0 0,-2-19-430 0 0,1 0 0 0 0,1 0-1 0 0,1-1 1 0 0,2 1 0 0 0,3-30-1 0 0,-2 47-367 0 0,0 1-1 0 0,1-1 0 0 0,0 1 0 0 0,1-1 1 0 0,0 1-1 0 0,1 0 0 0 0,5-12 1 0 0,-6 18-57 0 0,-1 0 1 0 0,0 0-1 0 0,1 0 1 0 0,0 0-1 0 0,0 1 1 0 0,0-1-1 0 0,0 1 1 0 0,1 0 0 0 0,-1 0-1 0 0,1 0 1 0 0,-1 1-1 0 0,1-1 1 0 0,0 1-1 0 0,0 0 1 0 0,1 0-1 0 0,-1 0 1 0 0,0 0 0 0 0,1 1-1 0 0,5-1 1 0 0,2 0-93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3:09.54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57 22 1839 0 0,'-5'4'165'0'0,"0"0"-1"0"0,1 1 1 0 0,0 0-1 0 0,0 0 0 0 0,0 0 1 0 0,0 0-1 0 0,1 1 0 0 0,0-1 1 0 0,0 1-1 0 0,1 0 0 0 0,-1 0 1 0 0,-2 11-1 0 0,3-8 25 0 0,0 0-1 0 0,1-1 1 0 0,0 1 0 0 0,0 0-1 0 0,1 0 1 0 0,0 0 0 0 0,1 0-1 0 0,2 14 1 0 0,-1-16-136 0 0,0 0 0 0 0,0-1 1 0 0,1 0-1 0 0,-1 1 0 0 0,2-1 0 0 0,-1 0 0 0 0,1 0 1 0 0,0-1-1 0 0,0 1 0 0 0,0-1 0 0 0,1 0 0 0 0,0 0 1 0 0,0-1-1 0 0,0 1 0 0 0,1-1 0 0 0,-1 0 0 0 0,1 0 1 0 0,0-1-1 0 0,0 0 0 0 0,8 3 0 0 0,-9-4-4 0 0,1 0 0 0 0,-1 0 0 0 0,0-1 0 0 0,1 0 0 0 0,-1 0 0 0 0,1 0 0 0 0,0-1 0 0 0,-1 0-1 0 0,1 0 1 0 0,-1 0 0 0 0,1-1 0 0 0,-1 0 0 0 0,1 0 0 0 0,-1 0 0 0 0,1-1 0 0 0,-1 0 0 0 0,0 0 0 0 0,0 0 0 0 0,0-1 0 0 0,0 1 0 0 0,0-1 0 0 0,0 0 0 0 0,-1-1 0 0 0,1 1-1 0 0,3-5 1 0 0,0 0 64 0 0,-1 0 0 0 0,0 0 0 0 0,0-1 0 0 0,-1 0-1 0 0,0 0 1 0 0,-1 0 0 0 0,0-1 0 0 0,-1 0 0 0 0,6-17 0 0 0,-8 22-49 0 0,-1 0 0 0 0,0 0 0 0 0,0 0 0 0 0,-1-1 0 0 0,1 1 0 0 0,-1 0 0 0 0,0 0 0 0 0,-1-1-1 0 0,1 1 1 0 0,-1 0 0 0 0,0-1 0 0 0,-1 1 0 0 0,1 0 0 0 0,-1 0 0 0 0,0 0 0 0 0,0 0 0 0 0,0 1 0 0 0,-1-1 0 0 0,0 0 0 0 0,1 1 0 0 0,-6-6 0 0 0,3 5-41 0 0,1 0 0 0 0,-1 1 0 0 0,1 0 0 0 0,-1-1-1 0 0,-1 2 1 0 0,1-1 0 0 0,0 1 0 0 0,-1-1 0 0 0,0 2 0 0 0,0-1-1 0 0,0 1 1 0 0,0-1 0 0 0,0 2 0 0 0,0-1 0 0 0,0 1 0 0 0,-1 0-1 0 0,1 0 1 0 0,0 0 0 0 0,-1 1 0 0 0,1 0 0 0 0,-1 1-1 0 0,1-1 1 0 0,0 1 0 0 0,-1 0 0 0 0,1 1 0 0 0,0 0 0 0 0,0 0-1 0 0,0 0 1 0 0,0 0 0 0 0,0 1 0 0 0,0 0 0 0 0,1 0 0 0 0,-9 7-1 0 0,1 2-840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3:09.9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0 327 1519 0 0,'1'1'26'0'0,"0"0"-1"0"0,0 0 0 0 0,0-1 0 0 0,0 1 0 0 0,0 0 0 0 0,0-1 0 0 0,0 1 0 0 0,0-1 1 0 0,0 1-1 0 0,0-1 0 0 0,1 0 0 0 0,-1 1 0 0 0,0-1 0 0 0,0 0 0 0 0,0 0 0 0 0,1 0 0 0 0,-1 0 1 0 0,0 0-1 0 0,0 0 0 0 0,0 0 0 0 0,0 0 0 0 0,3-1 0 0 0,31-5 887 0 0,-31 5-800 0 0,10-3 106 0 0,-1 0 1 0 0,0-1 0 0 0,0 0-1 0 0,-1-1 1 0 0,0 0 0 0 0,0-1-1 0 0,0 0 1 0 0,-1-1 0 0 0,0 0-1 0 0,0-1 1 0 0,11-12 0 0 0,-14 12-147 0 0,0 0 1 0 0,-1 0 0 0 0,0 0-1 0 0,-1-1 1 0 0,0 0 0 0 0,0-1-1 0 0,-1 1 1 0 0,0-1 0 0 0,-1 0-1 0 0,-1 0 1 0 0,1 0 0 0 0,-2-1-1 0 0,3-17 1 0 0,-5 25-64 0 0,1 1 0 0 0,-1-1 0 0 0,0 1-1 0 0,-1-1 1 0 0,1 1 0 0 0,-1-1 0 0 0,1 1 0 0 0,-1-1 0 0 0,0 1-1 0 0,0 0 1 0 0,-1-1 0 0 0,1 1 0 0 0,-1 0 0 0 0,-2-4 0 0 0,3 5 0 0 0,-1 0 0 0 0,1 1 1 0 0,-1-1-1 0 0,0 1 0 0 0,1 0 0 0 0,-1-1 1 0 0,0 1-1 0 0,0 0 0 0 0,0 0 1 0 0,0 0-1 0 0,0 0 0 0 0,0 1 1 0 0,0-1-1 0 0,0 0 0 0 0,0 1 1 0 0,0-1-1 0 0,0 1 0 0 0,0 0 1 0 0,-1 0-1 0 0,1 0 0 0 0,0 0 0 0 0,0 0 1 0 0,0 0-1 0 0,-4 2 0 0 0,0-1 3 0 0,1 0 1 0 0,-1 1-1 0 0,0 0 0 0 0,1 0 0 0 0,-1 0 0 0 0,1 1 0 0 0,0 0 0 0 0,-1 0 0 0 0,1 0 0 0 0,1 1 0 0 0,-6 4 1 0 0,4-2-5 0 0,0 0 1 0 0,1 1 0 0 0,-1 0 0 0 0,1 0-1 0 0,1 0 1 0 0,-8 15 0 0 0,4-3 11 0 0,1 0 0 0 0,1 0-1 0 0,1 0 1 0 0,1 1 0 0 0,-3 37 0 0 0,5-35 51 0 0,1 1 0 0 0,2 0 1 0 0,0-1-1 0 0,1 1 0 0 0,2 0 1 0 0,9 35-1 0 0,-10-48 96 0 0,0 0-1 0 0,1 0 0 0 0,0 0 1 0 0,1 0-1 0 0,0-1 0 0 0,0 0 1 0 0,1 0-1 0 0,0-1 1 0 0,1 1-1 0 0,0-1 0 0 0,0 0 1 0 0,0-1-1 0 0,1 0 1 0 0,1 0-1 0 0,-1-1 0 0 0,13 8 1 0 0,-12-11-146 0 0,0 1 0 0 0,1-1 0 0 0,0 0 0 0 0,-1-1 0 0 0,1 0 0 0 0,0 0 0 0 0,0-1 0 0 0,0-1 0 0 0,0 0 1 0 0,16-1-1 0 0,-6-2-35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00.17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7 692 2759 0 0,'-6'20'6940'0'0,"16"-28"-6168"0"0,148-141 2504 0 0,-1-3-2898 0 0,143-180 0 0 0,-287 316-386 0 0,-8 9 0 0 0,0 1 0 0 0,1-1 0 0 0,0 1 0 0 0,0 0 0 0 0,0 0 0 0 0,0 1 0 0 0,8-5 0 0 0,-8 8-136 0 0,-5 4-172 0 0,2 5-80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00.7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5 2303 0 0,'-11'-5'8448'0'0,"72"119"-6280"0"0,-34-58-1616 0 0,3-2 0 0 0,3 0 0 0 0,62 78 0 0 0,-21-44-52 0 0,65 76 111 0 0,-124-148-485 0 0,0-1 1 0 0,0-1-1 0 0,29 21 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02.17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33 1 3223 0 0,'1'8'3439'0'0,"5"78"-1234"0"0,-4 121 1 0 0,-3-189-2063 0 0,-4 162 680 0 0,-5 216 592 0 0,-3-232-657 0 0,7-111-596 0 0,0 81-1 0 0,21 524-449 0 0,-23-344-1304 0 0,6-247 1443 0 0,2-2 144 0 0,11 73-1 0 0,-1-25 6 0 0,-4-43-21 0 0,4 0 0 0 0,28 110-1 0 0,39 166-137 0 0,-59-263 24 0 0,-14-63-1019 0 0,10 28 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03.5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44 7 1839 0 0,'-3'-7'6228'0'0,"-1"23"-5124"0"0,4 31-202 0 0,1-12-584 0 0,-1 193 1181 0 0,2-101-1360 0 0,-13 178 63 0 0,0-190-201 0 0,4-48-79 0 0,0 90-1 0 0,18-31 155 0 0,-2-37-20 0 0,-7-3 308 0 0,-10 99 0 0 0,0-54-100 0 0,3 281 48 0 0,15-123-186 0 0,-7-242-110 0 0,0 1 140 0 0,8 189 394 0 0,-12-181-563 0 0,-2 1-1 0 0,-11 65 1 0 0,6-59 31 0 0,3 1-1 0 0,5 109 1 0 0,2-65-7 0 0,1-75-3996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126 130 6447 0 0,'-77'-36'3201'0'0,"29"-5"2132"0"0,49 36-5176 0 0,1 1 0 0 0,0 0 0 0 0,0 0 0 0 0,0 0 0 0 0,0 1 0 0 0,0 0 0 0 0,0 0 0 0 0,0 0 0 0 0,0 1 0 0 0,1-1 0 0 0,-1 2 0 0 0,0-1 0 0 0,1 1 0 0 0,-1 0 0 0 0,0 0 0 0 0,1 0 0 0 0,-1 1 0 0 0,0 0 0 0 0,1 0 0 0 0,-1 1 0 0 0,3 1 0 0 0,-3-2-191 0 0,10 11-1252 0 0,49 44-4846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23 3679 0 0,'0'-2'199'0'0,"-1"1"-1"0"0,0 0 0 0 0,1 0 1 0 0,-1-1-1 0 0,0 1 0 0 0,0 0 1 0 0,0 0-1 0 0,0 0 0 0 0,0 0 1 0 0,0 0-1 0 0,0 0 0 0 0,-1 1 1 0 0,1-1-1 0 0,0 0 0 0 0,-1 0 0 0 0,1 1 1 0 0,0-1-1 0 0,-1 0 0 0 0,1 1 1 0 0,-1 0-1 0 0,1-1 0 0 0,-1 1 1 0 0,1 0-1 0 0,-1-1 0 0 0,1 1 1 0 0,-1 0-1 0 0,1 0 0 0 0,-1 0 1 0 0,-29 16 7232 0 0,-14 36-7143 0 0,44-51-288 0 0,0 1 0 0 0,0-1-1 0 0,0 0 1 0 0,0 0 0 0 0,0 1 0 0 0,1-1 0 0 0,-1 0-1 0 0,0 1 1 0 0,1-1 0 0 0,0 1 0 0 0,-1-1 0 0 0,1 1-1 0 0,0-1 1 0 0,0 1 0 0 0,0-1 0 0 0,0 1 0 0 0,0-1-1 0 0,0 1 1 0 0,0-1 0 0 0,1 0 0 0 0,-1 1 0 0 0,1-1-1 0 0,-1 1 1 0 0,1-1 0 0 0,0 0 0 0 0,-1 1 0 0 0,1-1-1 0 0,0 0 1 0 0,0 1 0 0 0,0-1 0 0 0,0 0 0 0 0,0 0-1 0 0,1 0 1 0 0,-1 0 0 0 0,0 0 0 0 0,0 0 0 0 0,1 0-1 0 0,-1 0 1 0 0,1-1 0 0 0,-1 1 0 0 0,1 0 0 0 0,-1-1 0 0 0,1 1-1 0 0,0-1 1 0 0,-1 1 0 0 0,1-1 0 0 0,0 0 0 0 0,-1 0-1 0 0,1 1 1 0 0,0-1 0 0 0,-1 0 0 0 0,1 0 0 0 0,0 0-1 0 0,-1-1 1 0 0,1 1 0 0 0,0 0 0 0 0,2-1 0 0 0,2 2-662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123 111 6911 0 0,'-38'-17'-343'0'0,"-25"-38"4610"0"0,42 21-441 0 0,67 51-3742 0 0,-27 2-5358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44 1863 0 0,'13'47'4272'0'0,"-13"-46"-4200"0"0,1 0-1 0 0,-1-1 1 0 0,1 1-1 0 0,-1 0 1 0 0,1-1-1 0 0,-1 1 1 0 0,0 0-1 0 0,1-1 1 0 0,-1 1-1 0 0,0 0 1 0 0,1 0-1 0 0,-1-1 1 0 0,0 1-1 0 0,0 0 1 0 0,0 0-1 0 0,0-1 1 0 0,0 1-1 0 0,0 0 1 0 0,0 0-1 0 0,0 0 1 0 0,0-1-1 0 0,-1 1 1 0 0,1 0-1 0 0,0 0 0 0 0,0-1 1 0 0,-1 1-1 0 0,1 0 1 0 0,-1-1-1 0 0,1 1 1 0 0,0 0-1 0 0,-1-1 1 0 0,0 1-1 0 0,1-1 1 0 0,-1 1-1 0 0,1 0 1 0 0,-1-1-1 0 0,0 1 1 0 0,1-1-1 0 0,-1 0 1 0 0,0 1-1 0 0,0-1 1 0 0,1 1-1 0 0,-1-1 1 0 0,0 0-1 0 0,0 0 1 0 0,0 1-1 0 0,0-1 1 0 0,1 0-1 0 0,-1 0 1 0 0,0 0-1 0 0,0 0 1 0 0,0 0-1 0 0,0 0 0 0 0,0 0 1 0 0,0 0-1 0 0,1 0 1 0 0,-1 0-1 0 0,0 0 1 0 0,0 0-1 0 0,0-1 1 0 0,0 1-1 0 0,-74-39 233 0 0,73 38-276 0 0,1 0 0 0 0,-1 0 0 0 0,1 0 0 0 0,0 0-1 0 0,-1 0 1 0 0,1-1 0 0 0,0 1 0 0 0,0 0-1 0 0,0-1 1 0 0,0 1 0 0 0,0 0 0 0 0,0-1 0 0 0,0 1-1 0 0,1-1 1 0 0,-1 1 0 0 0,1-1 0 0 0,-1 0 0 0 0,1 1-1 0 0,-1-1 1 0 0,1 1 0 0 0,0-1 0 0 0,0 0 0 0 0,0 1-1 0 0,0-1 1 0 0,0 1 0 0 0,1-1 0 0 0,-1 0 0 0 0,0 1-1 0 0,1-1 1 0 0,0 1 0 0 0,-1-1 0 0 0,1 1 0 0 0,0-1-1 0 0,0 1 1 0 0,0-1 0 0 0,0 1 0 0 0,0 0 0 0 0,0-1-1 0 0,0 1 1 0 0,0 0 0 0 0,1 0 0 0 0,-1 0-1 0 0,0 0 1 0 0,1 0 0 0 0,-1 0 0 0 0,1 0 0 0 0,0 0-1 0 0,-1 1 1 0 0,1-1 0 0 0,0 0 0 0 0,-1 1 0 0 0,1-1-1 0 0,0 1 1 0 0,0 0 0 0 0,0-1 0 0 0,-1 1 0 0 0,4 0-1 0 0,1-3-55 0 0,2-4 28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22 4143 0 0,'0'-1'191'0'0,"0"-1"-11"0"0,2 1 228 0 0,1 0 0 0 0,-1 0 1 0 0,0 0-1 0 0,0 0 0 0 0,1 0 0 0 0,-1 1 0 0 0,0-1 1 0 0,1 1-1 0 0,-1 0 0 0 0,1 0 0 0 0,-1 0 0 0 0,0 0 1 0 0,1 0-1 0 0,-1 0 0 0 0,0 1 0 0 0,1-1 0 0 0,-1 1 1 0 0,0 0-1 0 0,4 1 0 0 0,33 13 1879 0 0,-36-14-2682 0 0,-1 0 414 0 0,0 0 0 0 0,0 0-1 0 0,0 1 1 0 0,0-1 0 0 0,0 1 0 0 0,0-1 0 0 0,0 1-1 0 0,-1-1 1 0 0,1 1 0 0 0,-1 0 0 0 0,1 0-1 0 0,-1 0 1 0 0,0 0 0 0 0,1 0 0 0 0,-1 0 0 0 0,0 0-1 0 0,-1 1 1 0 0,1-1 0 0 0,0 0 0 0 0,0 0-1 0 0,-1 1 1 0 0,0-1 0 0 0,1 1 0 0 0,-1-1 0 0 0,0 0-1 0 0,0 1 1 0 0,0-1 0 0 0,0 0 0 0 0,-1 1 0 0 0,1-1-1 0 0,-1 0 1 0 0,1 1 0 0 0,-1-1 0 0 0,0 0-1 0 0,0 0 1 0 0,0 1 0 0 0,0-1 0 0 0,0 0 0 0 0,-1 0-1 0 0,1 0 1 0 0,-1-1 0 0 0,1 1 0 0 0,-1 0-1 0 0,-3 3 1 0 0,3-4 641 0 0,1-1-646 0 0,1 0 1 0 0,0 0-1 0 0,-1 0 0 0 0,1 0 1 0 0,-1 0-1 0 0,1 0 0 0 0,0 0 0 0 0,-1 0 1 0 0,1 0-1 0 0,-1 0 0 0 0,1 0 1 0 0,0 0-1 0 0,-1 0 0 0 0,1-1 1 0 0,-1 1-1 0 0,1 0 0 0 0,0 0 1 0 0,-1 0-1 0 0,1-1 0 0 0,0 1 1 0 0,0 0-1 0 0,-1 0 0 0 0,1-1 1 0 0,0 1-1 0 0,-1 0 0 0 0,1-1 1 0 0,0 1-1 0 0,0 0 0 0 0,0-1 1 0 0,-1 1-1 0 0,1-1 0 0 0,0 1 0 0 0,0 0 1 0 0,0-1-1 0 0,0 1 0 0 0,0-1 1 0 0,0 1-1 0 0,0 0 0 0 0,0-1 1 0 0,0 1-1 0 0,0-1 0 0 0,0 1 1 0 0,0 0-1 0 0,0-1 0 0 0,0 1 1 0 0,0-1-1 0 0,0 1 0 0 0,0-1 1 0 0,0-2-16 0 0,-3-50 90 0 0,3 50-86 0 0,1 0-1 0 0,-1 0 1 0 0,0 0-1 0 0,1 1 1 0 0,-1-1-1 0 0,1 0 0 0 0,0 1 1 0 0,0-1-1 0 0,0 1 1 0 0,0-1-1 0 0,0 1 1 0 0,0-1-1 0 0,1 1 1 0 0,-1 0-1 0 0,1-1 1 0 0,0 1-1 0 0,0 0 0 0 0,0 0 1 0 0,0 0-1 0 0,0 0 1 0 0,3-1-1 0 0,-5 3-14 0 0,0 0-1 0 0,1 0 0 0 0,-1 0 0 0 0,0 0 1 0 0,1 0-1 0 0,-1 0 0 0 0,0 0 0 0 0,1 0 1 0 0,-1 0-1 0 0,0 0 0 0 0,1 0 0 0 0,-1 0 1 0 0,0 0-1 0 0,1 0 0 0 0,-1 1 1 0 0,0-1-1 0 0,0 0 0 0 0,1 0 0 0 0,-1 0 1 0 0,0 1-1 0 0,0-1 0 0 0,1 0 0 0 0,-1 0 1 0 0,0 1-1 0 0,0-1 0 0 0,0 0 0 0 0,1 0 1 0 0,-1 1-1 0 0,0-1 0 0 0,0 0 0 0 0,0 0 1 0 0,0 1-1 0 0,0-1 0 0 0,0 0 1 0 0,0 1-1 0 0,0-1 0 0 0,1 0 0 0 0,-1 1 1 0 0,0-1-1 0 0,0 0 0 0 0,0 1 0 0 0,-1-1 1 0 0,1 0-1 0 0,0 1 0 0 0,0-1 1 0 0,1 3-669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88 125 6911 0 0,'-2'0'37'0'0,"-1"0"-1"0"0,1-1 1 0 0,0 0-1 0 0,-1 0 1 0 0,1 1-1 0 0,0-2 1 0 0,0 1-1 0 0,0 0 1 0 0,0 0-1 0 0,0-1 0 0 0,0 1 1 0 0,0-1-1 0 0,0 0 1 0 0,0 1-1 0 0,1-1 1 0 0,-1 0-1 0 0,0 0 1 0 0,1-1-1 0 0,0 1 1 0 0,-1 0-1 0 0,1 0 1 0 0,0-1-1 0 0,0 1 0 0 0,0-1 1 0 0,0 1-1 0 0,1-1 1 0 0,-1 1-1 0 0,1-1 1 0 0,-1 0-1 0 0,1 1 1 0 0,0-1-1 0 0,0 0 1 0 0,0 1-1 0 0,0-1 1 0 0,0 1-1 0 0,0-1 0 0 0,1 0 1 0 0,-1 1-1 0 0,1-1 1 0 0,0 1-1 0 0,-1-1 1 0 0,1 1-1 0 0,0-1 1 0 0,1 1-1 0 0,-1-1 1 0 0,0 1-1 0 0,0 0 1 0 0,1 0-1 0 0,-1 0 0 0 0,1 0 1 0 0,2-2-1 0 0,-3 2-35 0 0,0 1-1 0 0,0 0 0 0 0,0 0 0 0 0,0-1 0 0 0,1 1 1 0 0,-1 0-1 0 0,0 0 0 0 0,1 0 0 0 0,-1 1 0 0 0,1-1 0 0 0,-1 0 1 0 0,0 0-1 0 0,1 1 0 0 0,0-1 0 0 0,-1 1 0 0 0,1 0 1 0 0,-1-1-1 0 0,1 1 0 0 0,-1 0 0 0 0,1 0 0 0 0,0 0 1 0 0,-1 0-1 0 0,1 0 0 0 0,-1 1 0 0 0,1-1 0 0 0,-1 0 1 0 0,1 1-1 0 0,-1-1 0 0 0,1 1 0 0 0,-1 0 0 0 0,1 0 1 0 0,-1-1-1 0 0,1 1 0 0 0,-1 0 0 0 0,0 0 0 0 0,0 0 1 0 0,1 1-1 0 0,-1-1 0 0 0,0 0 0 0 0,0 1 0 0 0,0-1 0 0 0,0 0 1 0 0,0 1-1 0 0,0-1 0 0 0,-1 1 0 0 0,1 0 0 0 0,0-1 1 0 0,-1 1-1 0 0,1-1 0 0 0,-1 1 0 0 0,1 0 0 0 0,-1 0 1 0 0,0-1-1 0 0,0 1 0 0 0,0 0 0 0 0,1 0 0 0 0,-2 0 1 0 0,1-1-1 0 0,0 1 0 0 0,0 0 0 0 0,-1 3 0 0 0,-4 2 213 0 0,-1-1-1 0 0,1 0 1 0 0,-1 0-1 0 0,0 0 1 0 0,0-1-1 0 0,-1 0 1 0 0,1 0-1 0 0,-1-1 1 0 0,0 0-1 0 0,0 0 1 0 0,0 0-1 0 0,-1-1 1 0 0,-7 2-1 0 0,-4-10 51 0 0,14 5-249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97 2303 0 0,'0'1'167'0'0,"0"1"-78"0"0,8 15 1152 0 0,-8-16-1141 0 0,1-1 0 0 0,-1 1 0 0 0,0-1 0 0 0,0 1 0 0 0,1-1 0 0 0,-1 0 0 0 0,0 1 1 0 0,0-1-1 0 0,1 1 0 0 0,-1-1 0 0 0,0 0 0 0 0,1 0 0 0 0,-1 1 0 0 0,0-1 0 0 0,1 0 0 0 0,-1 0 0 0 0,0 1 0 0 0,1-1 1 0 0,-1 0-1 0 0,0 0 0 0 0,1 0 0 0 0,-1 0 0 0 0,0 0 0 0 0,1 0 0 0 0,-1 0 0 0 0,1 0 0 0 0,-1 0 0 0 0,0 0 0 0 0,1-1 1 0 0,-1 1-1 0 0,0 0 0 0 0,1 0 0 0 0,-1 0 0 0 0,0-1 0 0 0,1 1 0 0 0,-1 0 0 0 0,0-1 0 0 0,1 1 0 0 0,5-19-60 0 0,-3 7 40 0 0,1-1-1 0 0,0 2 0 0 0,0-1 1 0 0,1 1-1 0 0,7-14 0 0 0,-11 23-69 0 0,0 0-1 0 0,0 1 1 0 0,0 0-1 0 0,0-1 1 0 0,0 1-1 0 0,0 0 1 0 0,0 0-1 0 0,0 0 1 0 0,0 0-1 0 0,0 0 1 0 0,0 0-1 0 0,1 0 1 0 0,-1 1-1 0 0,0-1 1 0 0,0 1-1 0 0,1 0 1 0 0,-1-1-1 0 0,0 1 1 0 0,0 0-1 0 0,1 0 1 0 0,-1 0-1 0 0,0 1 1 0 0,0-1 0 0 0,1 0-1 0 0,-1 1 1 0 0,0 0-1 0 0,0-1 1 0 0,0 1-1 0 0,1 0 1 0 0,-1 0-1 0 0,0 0 1 0 0,0 0-1 0 0,0 0 1 0 0,0 1-1 0 0,0-1 1 0 0,0 0-1 0 0,0 1 1 0 0,0-1-1 0 0,-1 1 1 0 0,1 0-1 0 0,0-1 1 0 0,0 1-1 0 0,-1 0 1 0 0,2 3-1 0 0,-2-3 27 0 0,1 0 0 0 0,0-1 0 0 0,-1 1 0 0 0,1 0 0 0 0,0 1 0 0 0,-1-1 0 0 0,0 0-1 0 0,1 0 1 0 0,-1 0 0 0 0,0 0 0 0 0,1 1 0 0 0,-1-1 0 0 0,0 0 0 0 0,0 0 0 0 0,0 1-1 0 0,0-1 1 0 0,-1 0 0 0 0,1 0 0 0 0,0 1 0 0 0,0-1 0 0 0,-1 0 0 0 0,1 0 0 0 0,-1 0-1 0 0,1 0 1 0 0,-1 0 0 0 0,0 0 0 0 0,1 0 0 0 0,-1 0 0 0 0,0 0 0 0 0,0 0 0 0 0,1-1-1 0 0,-1 1 1 0 0,0-1 0 0 0,0 1 0 0 0,0-1 0 0 0,-1 1 0 0 0,1-1 0 0 0,0 0 0 0 0,0 0-1 0 0,0 0 1 0 0,0 0 0 0 0,-1 0 0 0 0,1-1 0 0 0,0 1 0 0 0,0-1 0 0 0,-1 1 0 0 0,1-1-1 0 0,0 0 1 0 0,-1 1 0 0 0,1-1 0 0 0,0 0 0 0 0,-1-1 0 0 0,1 1 0 0 0,0 0 0 0 0,-1-1-1 0 0,1 1 1 0 0,0-1 0 0 0,0 0 0 0 0,-1 0 0 0 0,1 0 0 0 0,0 0 0 0 0,0 0 0 0 0,0 0-1 0 0,-2-2 1 0 0,-2-3 277 0 0,0 1 0 0 0,0 0 0 0 0,-1 1-1 0 0,1 0 1 0 0,-1 0 0 0 0,-8-3-1 0 0,-16-12 743 0 0,35 27-1851 0 0,4-4-3984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80 919 0 0,'-40'27'2818'0'0,"37"-24"-2544"0"0,0-1 1 0 0,-1 0 0 0 0,1 0-1 0 0,0 0 1 0 0,-1-1 0 0 0,1 0 0 0 0,-1 1-1 0 0,0-2 1 0 0,1 1 0 0 0,-1 0-1 0 0,0-1 1 0 0,1 0 0 0 0,-1 0-1 0 0,0 0 1 0 0,1-1 0 0 0,-7-1-1 0 0,9 1-164 0 0,0 1-1 0 0,-1-1 1 0 0,1 0-1 0 0,0 0 1 0 0,0 1-1 0 0,0-1 1 0 0,0 0-1 0 0,1 0 1 0 0,-1 0-1 0 0,0 0 1 0 0,0-1-1 0 0,0 1 1 0 0,1 0-1 0 0,-1 0 1 0 0,0 0-1 0 0,1-1 1 0 0,-1 1-1 0 0,1-1 1 0 0,-1 1-1 0 0,0-3 0 0 0,1 1-90 0 0,0-1-1 0 0,0 0 0 0 0,-1 1 0 0 0,2-1 0 0 0,-1 0 1 0 0,0 1-1 0 0,1-1 0 0 0,-1 0 0 0 0,1 1 0 0 0,0-1 1 0 0,0 1-1 0 0,1-4 0 0 0,0 4 9 0 0,-1-1 1 0 0,1 1-1 0 0,0 1 0 0 0,0-1 1 0 0,0 0-1 0 0,0 1 0 0 0,0-1 1 0 0,0 1-1 0 0,0 0 0 0 0,1-1 1 0 0,-1 2-1 0 0,1-1 0 0 0,-1 0 0 0 0,1 1 1 0 0,0-1-1 0 0,-1 1 0 0 0,1 0 1 0 0,5-1-1 0 0,-6 1-28 0 0,0 0-1 0 0,0 1 1 0 0,0-1-1 0 0,0 1 1 0 0,0 0-1 0 0,1 0 1 0 0,-1 0-1 0 0,0 0 1 0 0,0 0 0 0 0,0 0-1 0 0,1 1 1 0 0,-1-1-1 0 0,0 1 1 0 0,0 0-1 0 0,0 0 1 0 0,0 0-1 0 0,0 0 1 0 0,0 0-1 0 0,0 1 1 0 0,0-1 0 0 0,-1 1-1 0 0,1 0 1 0 0,0-1-1 0 0,0 1 1 0 0,1 3-1 0 0,-3-4 6 0 0,1 1 0 0 0,-1 0 1 0 0,0-1-1 0 0,0 1 0 0 0,0 0 0 0 0,0 0 0 0 0,0-1 0 0 0,0 1 0 0 0,0 0 0 0 0,0-1 0 0 0,0 1 0 0 0,-1 0 0 0 0,1-1 0 0 0,0 1 0 0 0,-1 0 0 0 0,1-1 0 0 0,-1 1 0 0 0,0-1 0 0 0,1 1 0 0 0,-1-1 1 0 0,0 1-1 0 0,0-1 0 0 0,0 0 0 0 0,0 1 0 0 0,0-1 0 0 0,0 0 0 0 0,0 0 0 0 0,0 0 0 0 0,0 0 0 0 0,0 0 0 0 0,0 0 0 0 0,0 0 0 0 0,-1-1 0 0 0,1 1 0 0 0,0 0 0 0 0,-1-1 0 0 0,1 1 1 0 0,-2-1-1 0 0,-22 7 292 0 0,25-7-296 0 0,0 0 0 0 0,0-1 0 0 0,-1 1 0 0 0,1 0 0 0 0,0 0 0 0 0,-1 0 0 0 0,1 0 0 0 0,0 0 0 0 0,0 0 0 0 0,-1-1 0 0 0,1 1 0 0 0,0 0 0 0 0,0 0 0 0 0,-1 0 0 0 0,1-1 0 0 0,0 1 0 0 0,0 0-1 0 0,0-1 1 0 0,-1 1 0 0 0,1 0 0 0 0,0 0 0 0 0,0-1 0 0 0,0 1 0 0 0,0 0 0 0 0,0-1 0 0 0,-1 1 0 0 0,1 0 0 0 0,0-1 0 0 0,0 1 0 0 0,0 0 0 0 0,0-1 0 0 0,0 1 0 0 0,0-1 0 0 0,0 1 0 0 0,0 0-1 0 0,0-1 1 0 0,0 1 0 0 0,0 0 0 0 0,0-1 0 0 0,0 1 0 0 0,0 0 0 0 0,1-1 0 0 0,-1 1 0 0 0,0-1 0 0 0,0 1 0 0 0,0 0 0 0 0,0 0 0 0 0,0-1 0 0 0,1 1 0 0 0,-1 0 0 0 0,0-1 0 0 0,0 1 0 0 0,0 0-1 0 0,1 0 1 0 0,-1-1 0 0 0,0 1 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91 3223 0 0,'0'-1'-8'0'0,"-1"-1"0"0"0,1 0-1 0 0,0 1 1 0 0,1-1-1 0 0,-1 1 1 0 0,0-1-1 0 0,0 0 1 0 0,0 1-1 0 0,0-1 1 0 0,1 1-1 0 0,-1-1 1 0 0,0 1-1 0 0,1-1 1 0 0,-1 1-1 0 0,1 0 1 0 0,-1-1-1 0 0,1 1 1 0 0,-1 0 0 0 0,1 0-1 0 0,-1 0 1 0 0,1-1-1 0 0,0 1 1 0 0,-1 0-1 0 0,1 0 1 0 0,0 1-1 0 0,-1-1 1 0 0,1 0-1 0 0,1-1 1 0 0,6-6 2084 0 0,-2 3-1860 0 0,0 0-144 0 0,-1-1-38 0 0,1 1 0 0 0,0 1 0 0 0,0-1 0 0 0,0 2 1 0 0,1-1-1 0 0,9-2 0 0 0,-16 7-28 0 0,1-1 0 0 0,-1 0 1 0 0,0 0-1 0 0,0 1 1 0 0,0-1-1 0 0,1 0 0 0 0,-1 1 1 0 0,0-1-1 0 0,0 0 0 0 0,0 1 1 0 0,0-1-1 0 0,0 0 1 0 0,0 1-1 0 0,1-1 0 0 0,-1 0 1 0 0,0 1-1 0 0,0-1 0 0 0,0 1 1 0 0,0-1-1 0 0,0 0 0 0 0,0 1 1 0 0,0-1-1 0 0,0 1 1 0 0,0-1-1 0 0,0 1 0 0 0,0-1 1 0 0,0 0-1 0 0,0 1 0 0 0,0-1 1 0 0,0 1-1 0 0,0-1 0 0 0,0 0 1 0 0,0 1-1 0 0,-1-1 1 0 0,1 1-1 0 0,0-1 0 0 0,0 0 1 0 0,0 1-1 0 0,0-1 0 0 0,0 0 1 0 0,0 1-1 0 0,-1-1 1 0 0,1 0-1 0 0,0 1 0 0 0,0-1 1 0 0,0 0-1 0 0,0 0 0 0 0,-1 0 1 0 0,1 1-1 0 0,0-1 0 0 0,0 0 1 0 0,0 0-1 0 0,-1 0 1 0 0,1 0-1 0 0,0 0 0 0 0,0 1 1 0 0,-1-1-1 0 0,-18 33 1414 0 0,15-26-1330 0 0,-37 46 792 0 0,39-51-731 0 0,0 0 0 0 0,0 0 0 0 0,0-1 0 0 0,0 1 0 0 0,0-1 0 0 0,0 0 0 0 0,0 0 0 0 0,0 0 0 0 0,0-1 0 0 0,-1 1 0 0 0,1-1 0 0 0,0 0 0 0 0,0 0 0 0 0,0-1 0 0 0,0 1 0 0 0,-1-1 0 0 0,1 0 0 0 0,0 0 0 0 0,0 0 0 0 0,0 0 0 0 0,0-1 0 0 0,-2-2 0 0 0,3 3-133 0 0,1 1 0 0 0,-1-1 1 0 0,1 0-1 0 0,0 0 0 0 0,-1 1 0 0 0,1-1 0 0 0,0 0 0 0 0,-1 0 0 0 0,1 0 0 0 0,0 0 0 0 0,0 0 0 0 0,-1 1 0 0 0,1-1 0 0 0,0 0 1 0 0,0 0-1 0 0,0 0 0 0 0,0 0 0 0 0,0 0 0 0 0,0 0 0 0 0,0 0 0 0 0,0 0 0 0 0,0-1 0 0 0,0 1 0 0 0,0 0 0 0 0,0 0 0 0 0,0 0 1 0 0,0 0-1 0 0,0 0 0 0 0,0 1 0 0 0,1-1 0 0 0,-1 0 0 0 0,0 0 0 0 0,0 0 0 0 0,1-1 0 0 0,12-27 25 0 0,-4 20-103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46 114 2303 0 0,'-1'1'109'0'0,"0"-1"-1"0"0,0 0 0 0 0,0 1 0 0 0,0-1 0 0 0,0 0 0 0 0,0 0 1 0 0,0 0-1 0 0,0 1 0 0 0,0-1 0 0 0,0 0 0 0 0,0 0 0 0 0,-1 0 1 0 0,1 0-1 0 0,0-1 0 0 0,0 1 0 0 0,0 0 0 0 0,0 0 0 0 0,0 0 0 0 0,0-1 1 0 0,0 1-1 0 0,0-1 0 0 0,0 1 0 0 0,0 0 0 0 0,0-1 0 0 0,0 1 1 0 0,0-1-1 0 0,1 0 0 0 0,-1 1 0 0 0,0-1 0 0 0,0 1 0 0 0,1-1 1 0 0,-4-3 2533 0 0,3-2-2178 0 0,0 3-438 0 0,0-1 1 0 0,1 1-1 0 0,-1 0 0 0 0,1 0 0 0 0,0-1 0 0 0,0 1 0 0 0,0 0 0 0 0,1 0 0 0 0,0-1 1 0 0,-1 1-1 0 0,1 0 0 0 0,0 0 0 0 0,1 0 0 0 0,-1 0 0 0 0,1 0 0 0 0,0 0 0 0 0,0 0 1 0 0,0 1-1 0 0,0-1 0 0 0,0 0 0 0 0,1 1 0 0 0,-1-1 0 0 0,1 1 0 0 0,0 0 0 0 0,0 0 1 0 0,6-4-1 0 0,-6 4-40 0 0,1 0 0 0 0,0 1 0 0 0,0-1 0 0 0,-1 0 0 0 0,1 1 0 0 0,0 0 0 0 0,0 0 0 0 0,1 0 0 0 0,-1 0 0 0 0,0 0 0 0 0,9 0 0 0 0,-12 1 10 0 0,0 0-1 0 0,0 0 1 0 0,-1 0-1 0 0,1 0 1 0 0,0 1 0 0 0,0-1-1 0 0,0 0 1 0 0,0 0 0 0 0,0 0-1 0 0,0 1 1 0 0,-1-1-1 0 0,1 0 1 0 0,0 1 0 0 0,0-1-1 0 0,0 1 1 0 0,-1-1 0 0 0,1 1-1 0 0,0-1 1 0 0,-1 1-1 0 0,1-1 1 0 0,0 1 0 0 0,0 0-1 0 0,-1 1 3 0 0,1-1-1 0 0,-1 1 0 0 0,1-1 1 0 0,-1 0-1 0 0,0 1 0 0 0,0-1 1 0 0,0 1-1 0 0,0-1 0 0 0,0 0 1 0 0,0 1-1 0 0,-1-1 1 0 0,1 1-1 0 0,0-1 0 0 0,-1 0 1 0 0,1 1-1 0 0,-2 1 0 0 0,-1 4 120 0 0,-1-1 0 0 0,0 0 0 0 0,0 1 0 0 0,0-2 0 0 0,-1 1-1 0 0,0 0 1 0 0,0-1 0 0 0,-1 0 0 0 0,0 0 0 0 0,0 0 0 0 0,0 0-1 0 0,-1-1 1 0 0,1 0 0 0 0,-1 0 0 0 0,-15 6 0 0 0,21-10-102 0 0,1 0 1 0 0,-1 0 0 0 0,1 0 0 0 0,-1 1 0 0 0,0-1 0 0 0,1 0-1 0 0,-1 0 1 0 0,1 0 0 0 0,-1 0 0 0 0,0 0 0 0 0,1 0 0 0 0,-1 0-1 0 0,1 0 1 0 0,-1 0 0 0 0,0 0 0 0 0,1 0 0 0 0,-1 0 0 0 0,1 0 0 0 0,-1 0-1 0 0,0-1 1 0 0,1 1 0 0 0,-1 0 0 0 0,1 0 0 0 0,-1-1 0 0 0,1 1-1 0 0,-1 0 1 0 0,1-1 0 0 0,-1 1 0 0 0,1 0 0 0 0,-1-1 0 0 0,1 1-1 0 0,0 0 1 0 0,-1-1 0 0 0,1 1 0 0 0,0-1 0 0 0,-1 1 0 0 0,1-1-1 0 0,0 1 1 0 0,-1 0 0 0 0,1-1 0 0 0,0 1 0 0 0,0-1 0 0 0,0 1-1 0 0,0-1 1 0 0,0 1 0 0 0,0-1 0 0 0,0 0 0 0 0,2-3-70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61 2303 0 0,'-2'0'211'0'0,"0"0"-1"0"0,0 0 0 0 0,0-1 0 0 0,0 1 0 0 0,0-1 0 0 0,0 1 0 0 0,0-1 1 0 0,0 0-1 0 0,0 0 0 0 0,0 0 0 0 0,0 0 0 0 0,0 0 0 0 0,0 0 0 0 0,1 0 1 0 0,-1 0-1 0 0,0-1 0 0 0,1 1 0 0 0,-1 0 0 0 0,1-1 0 0 0,-2-2 0 0 0,3 4-116 0 0,-1-1 0 0 0,1 0 0 0 0,-1 1 0 0 0,1-1 0 0 0,0 0 0 0 0,0 1 0 0 0,-1-1 0 0 0,1 0 0 0 0,0 0 1 0 0,0 1-1 0 0,0-1 0 0 0,0 0 0 0 0,0 0 0 0 0,0 1 0 0 0,0-1 0 0 0,0 0 0 0 0,0 0 0 0 0,1 1 0 0 0,-1-1 0 0 0,0 0 0 0 0,1-1 0 0 0,0 1-57 0 0,0 0 0 0 0,0 0 0 0 0,0 0 1 0 0,0 0-1 0 0,0 0 0 0 0,1 0 0 0 0,-1 0 1 0 0,0 0-1 0 0,0 0 0 0 0,1 1 0 0 0,-1-1 1 0 0,1 1-1 0 0,-1-1 0 0 0,1 1 0 0 0,2-1 1 0 0,-3 0-36 0 0,6-1 13 0 0,1 0 0 0 0,-1 1 0 0 0,1-1 0 0 0,0 1 0 0 0,12 0 0 0 0,-19 1-19 0 0,1 0 0 0 0,0 1-1 0 0,0-1 1 0 0,0 0 0 0 0,-1 1-1 0 0,1-1 1 0 0,0 1 0 0 0,-1-1-1 0 0,1 1 1 0 0,0 0 0 0 0,-1 0-1 0 0,1 0 1 0 0,-1 0 0 0 0,1 0-1 0 0,-1 0 1 0 0,0 0 0 0 0,1 0-1 0 0,-1 0 1 0 0,0 0 0 0 0,0 1-1 0 0,0-1 1 0 0,0 1 0 0 0,0-1-1 0 0,0 0 1 0 0,0 1 0 0 0,0 0-1 0 0,-1-1 1 0 0,1 1 0 0 0,0 1-1 0 0,-1 0 32 0 0,0 0 0 0 0,0 0 0 0 0,1 0-1 0 0,-2 0 1 0 0,1 0 0 0 0,0 0 0 0 0,-1 0-1 0 0,1-1 1 0 0,-1 1 0 0 0,0 0 0 0 0,0 0-1 0 0,0-1 1 0 0,-1 1 0 0 0,1 0 0 0 0,-1-1-1 0 0,1 1 1 0 0,-1-1 0 0 0,0 0 0 0 0,0 1-1 0 0,0-1 1 0 0,-1 0 0 0 0,-2 2 0 0 0,2-1 154 0 0,-1 0 0 0 0,0 0 1 0 0,1 0-1 0 0,-1-1 1 0 0,0 1-1 0 0,0-1 0 0 0,-1 0 1 0 0,1 0-1 0 0,-1 0 0 0 0,1-1 1 0 0,-1 0-1 0 0,1 1 1 0 0,-1-1-1 0 0,-6 0 0 0 0,10-1-159 0 0,1 0 0 0 0,-1 0 0 0 0,1 0 0 0 0,-1 0 0 0 0,1 0 0 0 0,-1 0 0 0 0,1 0-1 0 0,-1 0 1 0 0,1 0 0 0 0,0 0 0 0 0,-1-1 0 0 0,1 1 0 0 0,-1 0 0 0 0,1 0 0 0 0,-1 0 0 0 0,1-1-1 0 0,0 1 1 0 0,-1 0 0 0 0,1 0 0 0 0,-1-1 0 0 0,1 1 0 0 0,0 0 0 0 0,-1-1 0 0 0,1 1 0 0 0,0-1-1 0 0,0 1 1 0 0,-1 0 0 0 0,1-1 0 0 0,0 1 0 0 0,0-1 0 0 0,0 1 0 0 0,-1 0 0 0 0,1-1 0 0 0,0 1-1 0 0,0-1 1 0 0,0 1 0 0 0,0-1 0 0 0,0 0 0 0 0,4-17 185 0 0,-4 15-212 0 0,3-4-75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 1839 0 0,'4'-14'624'0'0,"13"-12"502"0"0,-7 22 53 0 0,-6 18 7159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94 1375 0 0,'-12'1'796'0'0,"10"-1"-441"0"0,-1 1 0 0 0,0-1 0 0 0,0 1 0 0 0,0-1 0 0 0,0 0 0 0 0,0 0 0 0 0,0 0 0 0 0,0-1 0 0 0,0 1 0 0 0,0 0 0 0 0,-5-2 0 0 0,4 0-57 0 0,-1 0-1 0 0,1 0 1 0 0,0-1-1 0 0,1 1 1 0 0,-1 0-1 0 0,1-1 1 0 0,-1 0-1 0 0,1 0 1 0 0,0 0-1 0 0,0 0 1 0 0,1 0-1 0 0,-3-4 1 0 0,3 5-270 0 0,0 0-1 0 0,1 0 1 0 0,-1-1 0 0 0,1 1 0 0 0,0 0 0 0 0,0-1 0 0 0,0 1-1 0 0,0-1 1 0 0,1 1 0 0 0,-1-1 0 0 0,1 1 0 0 0,0-1-1 0 0,-1 1 1 0 0,2-1 0 0 0,-1 1 0 0 0,0-1 0 0 0,1 1 0 0 0,1-5-1 0 0,0 6-35 0 0,0 0-1 0 0,-1 1 1 0 0,1-1-1 0 0,0 1 1 0 0,0-1-1 0 0,0 1 1 0 0,0 0-1 0 0,0 0 0 0 0,0 0 1 0 0,0 0-1 0 0,0 0 1 0 0,0 0-1 0 0,0 0 1 0 0,0 0-1 0 0,-1 0 1 0 0,1 1-1 0 0,0-1 1 0 0,0 1-1 0 0,0-1 0 0 0,0 1 1 0 0,-1-1-1 0 0,4 3 1 0 0,-1-2 7 0 0,0 0 1 0 0,0 0-1 0 0,-1 0 0 0 0,1 1 1 0 0,-1-1-1 0 0,1 1 0 0 0,-1 0 1 0 0,0 0-1 0 0,0 0 1 0 0,0 0-1 0 0,5 4 0 0 0,-8-4 13 0 0,1 0 0 0 0,-1 1 1 0 0,1-1-1 0 0,-1 0 0 0 0,0 1 0 0 0,0-1 0 0 0,0 0 0 0 0,-1 1 0 0 0,1-1 0 0 0,-1 0 0 0 0,0 1 0 0 0,1-1 0 0 0,-1 0 0 0 0,-1 0 0 0 0,1 0 0 0 0,0 0 0 0 0,-1 0 0 0 0,1 0 0 0 0,-1 0 1 0 0,0 0-1 0 0,0 0 0 0 0,0 0 0 0 0,0-1 0 0 0,-2 3 0 0 0,-4 2 136 0 0,0-1 1 0 0,0 1-1 0 0,-1-1 0 0 0,0-1 1 0 0,-15 7-1 0 0,13-7-84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55 3679 0 0,'2'-14'857'0'0,"-3"-9"4989"0"0,0 6-1911 0 0,-13 38-2581 0 0,-1 6-1316 0 0,-100 194 123 0 0,93-171-187 0 0,2 0-1 0 0,-23 86 1 0 0,42-132 21 0 0,-62 220-331 0 0,62-222 334 0 0,0 4-22 0 0,-1-1 0 0 0,0 0 0 0 0,-1 0 1 0 0,1 0-1 0 0,-1 0 0 0 0,0 0 1 0 0,-4 5-1 0 0,0-8-1161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16 1839 0 0,'-1'-3'-106'0'0,"-2"-5"1094"0"0,3 8-876 0 0,0-1 0 0 0,0 1 0 0 0,0 0 0 0 0,0 0 0 0 0,0 0 0 0 0,0-1 0 0 0,0 1 0 0 0,0 0 0 0 0,0 0 1 0 0,1 0-1 0 0,-1 0 0 0 0,0-1 0 0 0,0 1 0 0 0,0 0 0 0 0,0 0 0 0 0,0 0 0 0 0,0 0 0 0 0,0 0 0 0 0,0-1 1 0 0,0 1-1 0 0,1 0 0 0 0,-1 0 0 0 0,0 0 0 0 0,0 0 0 0 0,0 0 0 0 0,0 0 0 0 0,0 0 0 0 0,1 0 0 0 0,-1-1 0 0 0,0 1 1 0 0,0 0-1 0 0,0 0 0 0 0,0 0 0 0 0,1 0 0 0 0,-1 0 0 0 0,0 0 0 0 0,0 0 0 0 0,0 0 0 0 0,0 0 0 0 0,1 0 1 0 0,-1 0-1 0 0,0 0 0 0 0,3 4 437 0 0,9 18 314 0 0,0 0 0 0 0,9 24 0 0 0,9 18-548 0 0,-15-35-371 0 0,43 86-725 0 0,-52-100-2865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0 165 6447 0 0,'1'-2'174'0'0,"-1"0"0"0"0,1 1 0 0 0,0-1 0 0 0,0 1 0 0 0,0-1 0 0 0,0 1 0 0 0,0-1 0 0 0,0 1-1 0 0,0 0 1 0 0,0 0 0 0 0,0-1 0 0 0,1 1 0 0 0,1-1 0 0 0,3-4 257 0 0,43-47 2623 0 0,24-28-1782 0 0,-73 81-1273 0 0,0 0 0 0 0,0-1 0 0 0,0 1-1 0 0,0 0 1 0 0,0 0 0 0 0,0 0 0 0 0,0 0-1 0 0,0 0 1 0 0,0 0 0 0 0,0 0 0 0 0,0 0 0 0 0,0-1-1 0 0,0 1 1 0 0,0 0 0 0 0,0 0 0 0 0,0 0-1 0 0,0 0 1 0 0,0 0 0 0 0,0 0 0 0 0,0 0 0 0 0,0 0-1 0 0,0 0 1 0 0,0 0 0 0 0,0-1 0 0 0,1 1-1 0 0,-1 0 1 0 0,0 0 0 0 0,0 0 0 0 0,0 0-1 0 0,0 0 1 0 0,0 0 0 0 0,0 0 0 0 0,0 0 0 0 0,0 0-1 0 0,1 0 1 0 0,-1 0 0 0 0,0 0 0 0 0,0 0-1 0 0,0 0 1 0 0,0 0 0 0 0,0 0 0 0 0,0 0 0 0 0,0 0-1 0 0,0 0 1 0 0,1 0 0 0 0,-1 0 0 0 0,0 0-1 0 0,0 0 1 0 0,0 0 0 0 0,0 0 0 0 0,0 0 0 0 0,0 0-1 0 0,0 1 1 0 0,0-1 0 0 0,0 0 0 0 0,0 0-1 0 0,1 0 1 0 0,-1 0 0 0 0,0 0 0 0 0,0 0-1 0 0,0 0 1 0 0,0 0 0 0 0,0 0 0 0 0,0 0 0 0 0,0 0-1 0 0,0 1 1 0 0,0-1 0 0 0,-1 12-10 0 0,-5 14 7 0 0,-4-1 4 0 0,1 0 0 0 0,1 1 0 0 0,1 0 0 0 0,-5 43 0 0 0,11-68-1 0 0,1 1 0 0 0,0 0 1 0 0,0 0-1 0 0,0 0 1 0 0,0 0-1 0 0,0 0 0 0 0,0-1 1 0 0,1 1-1 0 0,-1 0 0 0 0,0 0 1 0 0,1 0-1 0 0,0-1 1 0 0,-1 1-1 0 0,2 2 0 0 0,1-1-99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2 3679 0 0,'0'0'79'0'0,"0"0"0"0"0,0 0-1 0 0,0-1 1 0 0,1 1 0 0 0,-1 0-1 0 0,0 0 1 0 0,0 0 0 0 0,0 0-1 0 0,0 0 1 0 0,0 0 0 0 0,0 0-1 0 0,0 0 1 0 0,0 0 0 0 0,1 0-1 0 0,-1 0 1 0 0,0 0 0 0 0,0 0-1 0 0,0 0 1 0 0,0 0 0 0 0,0 0-1 0 0,0 0 1 0 0,0 0 0 0 0,1 0-1 0 0,-1 0 1 0 0,0 0 0 0 0,0 0-1 0 0,0 0 1 0 0,0 0 0 0 0,0 0-1 0 0,0 0 1 0 0,0 0 0 0 0,1 0-1 0 0,-1 0 1 0 0,0 0 0 0 0,0 0-1 0 0,0 0 1 0 0,0 1 0 0 0,0-1-1 0 0,0 0 1 0 0,0 0-1 0 0,0 0 1 0 0,0 0 0 0 0,0 0-1 0 0,0 0 1 0 0,1 0 0 0 0,-1 0-1 0 0,0 1 1 0 0,0-1 0 0 0,0 0-1 0 0,0 0 1 0 0,0 0 0 0 0,-2 10 1574 0 0,-5 9-1256 0 0,7-18-290 0 0,-106 211 2221 0 0,77-157-1888 0 0,-167 318 2070 0 0,194-369-2622 0 0,1-2-34 0 0,0 0 1 0 0,0 0-1 0 0,0 0 1 0 0,-1 0-1 0 0,1 0 1 0 0,0 0-1 0 0,-3 3 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56 3223 0 0,'-3'-9'318'0'0,"-5"-13"-301"0"0,8 20 143 0 0,0 1-1 0 0,-1 0 0 0 0,1 0 0 0 0,0 0 1 0 0,0 0-1 0 0,0 0 0 0 0,0 0 0 0 0,0 0 1 0 0,0 0-1 0 0,0 0 0 0 0,1 0 0 0 0,-1 0 1 0 0,0 0-1 0 0,0-1 0 0 0,1 1 0 0 0,-1 0 0 0 0,1-1 1 0 0,0 2-84 0 0,-1-1 1 0 0,1 1-1 0 0,-1 0 1 0 0,1-1 0 0 0,-1 1-1 0 0,1 0 1 0 0,-1 0-1 0 0,1-1 1 0 0,0 1-1 0 0,-1 0 1 0 0,1 0-1 0 0,-1 0 1 0 0,1 0-1 0 0,0 0 1 0 0,-1 0 0 0 0,1 0-1 0 0,-1 0 1 0 0,1 0-1 0 0,0 0 1 0 0,-1 0-1 0 0,1 0 1 0 0,-1 0-1 0 0,1 1 1 0 0,-1-1 0 0 0,1 0-1 0 0,0 0 1 0 0,-1 1-1 0 0,1-1 1 0 0,-1 0-1 0 0,1 1 1 0 0,-1-1-1 0 0,1 0 1 0 0,0 1 0 0 0,16 15 601 0 0,-6 2-663 0 0,0-1 0 0 0,0 2 0 0 0,-2 0 0 0 0,0 0 0 0 0,-1 0-1 0 0,5 22 1 0 0,-3-12-129 0 0,25 50-1 0 0,-29-68 21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83 1839 0 0,'-1'1'307'0'0,"0"-1"-1"0"0,0 0 1 0 0,0 1-1 0 0,-1-1 0 0 0,1 0 1 0 0,0 1-1 0 0,0 0 0 0 0,0-1 1 0 0,0 1-1 0 0,-1 1 0 0 0,1-1-30 0 0,0 0-1 0 0,0-1 0 0 0,-1 1 0 0 0,1 0 0 0 0,0-1 0 0 0,0 1 1 0 0,0-1-1 0 0,0 1 0 0 0,-1-1 0 0 0,1 1 0 0 0,-2-1 0 0 0,3 0-145 0 0,-1 0-1 0 0,0 0 0 0 0,1 0 1 0 0,-1 0-1 0 0,0 0 0 0 0,0-1 1 0 0,1 1-1 0 0,-1 0 1 0 0,0 0-1 0 0,1-1 0 0 0,-1 1 1 0 0,0 0-1 0 0,1-1 0 0 0,-1 1 1 0 0,1-1-1 0 0,-1 1 0 0 0,1-1 1 0 0,-1 1-1 0 0,0-1 0 0 0,1 1 1 0 0,0-1-1 0 0,-1 0 0 0 0,0 0 1 0 0,0-1-61 0 0,1 0-1 0 0,-1 0 1 0 0,0 0 0 0 0,1 0 0 0 0,-1 0 0 0 0,1 1 0 0 0,0-1-1 0 0,0 0 1 0 0,0-3 0 0 0,0 1-97 0 0,0 1 0 0 0,0-1 1 0 0,1 1-1 0 0,-1-1 0 0 0,1 1 0 0 0,0-1 0 0 0,0 1 0 0 0,0 0 1 0 0,0-1-1 0 0,4-5 0 0 0,-4 7 15 0 0,0 1 1 0 0,1-1-1 0 0,-1 0 1 0 0,1 1-1 0 0,-1-1 1 0 0,1 1-1 0 0,0 0 1 0 0,-1-1-1 0 0,1 1 0 0 0,0 0 1 0 0,0 0-1 0 0,0 0 1 0 0,0 1-1 0 0,0-1 1 0 0,0 0-1 0 0,0 1 1 0 0,4-1-1 0 0,-5 1 11 0 0,1 0 0 0 0,-1 0 0 0 0,1 0-1 0 0,-1 1 1 0 0,0-1 0 0 0,1 0 0 0 0,-1 1 0 0 0,0 0 0 0 0,1-1-1 0 0,-1 1 1 0 0,0 0 0 0 0,1-1 0 0 0,-1 1 0 0 0,0 0 0 0 0,0 0-1 0 0,0 0 1 0 0,0 0 0 0 0,0 0 0 0 0,0 0 0 0 0,0 1 0 0 0,0-1-1 0 0,-1 0 1 0 0,1 0 0 0 0,0 1 0 0 0,-1-1 0 0 0,1 1 0 0 0,0 1-1 0 0,1 4 9 0 0,0 0 0 0 0,0 1-1 0 0,0 0 1 0 0,-1-1 0 0 0,0 1-1 0 0,-1 0 1 0 0,0 0 0 0 0,0-1-1 0 0,0 1 1 0 0,-1 0 0 0 0,0 0-1 0 0,-1-1 1 0 0,-3 12 0 0 0,-3 8 55 0 0,-2-1 1 0 0,-16 32-1 0 0,22-49-61 0 0,0-1 0 0 0,-1 0 0 0 0,1 0 0 0 0,-2 0 0 0 0,1 0 0 0 0,-1-1 0 0 0,-11 12 0 0 0,16-19-6 0 0,0 1 0 0 0,0-1-1 0 0,0 1 1 0 0,0-1-1 0 0,0 1 1 0 0,-1-1 0 0 0,1 0-1 0 0,0 1 1 0 0,0-1 0 0 0,0 0-1 0 0,0 0 1 0 0,0 0-1 0 0,-1 0 1 0 0,1 0 0 0 0,0 0-1 0 0,0 0 1 0 0,0 0 0 0 0,0-1-1 0 0,-1 1 1 0 0,1 0-1 0 0,0-1 1 0 0,0 1 0 0 0,0-1-1 0 0,0 1 1 0 0,0-1-1 0 0,0 0 1 0 0,0 1 0 0 0,0-1-1 0 0,0 0 1 0 0,-1-1 0 0 0,0 0-18 0 0,-1-1 0 0 0,1 1 0 0 0,0-1 0 0 0,0 1 0 0 0,1-1 0 0 0,-1 1 0 0 0,0-1 0 0 0,1 0 0 0 0,0 0 0 0 0,-2-6 0 0 0,2 9 24 0 0,1 0 0 0 0,0 0 0 0 0,0 0 0 0 0,0 0 0 0 0,0 0 0 0 0,0 0 0 0 0,0 0 0 0 0,0 0 0 0 0,0 0 0 0 0,0-1 0 0 0,0 1 0 0 0,0 0 0 0 0,0 0 0 0 0,0 0 0 0 0,0 0 0 0 0,0 0 0 0 0,0 0 0 0 0,0 0 0 0 0,0 0 0 0 0,0-1 0 0 0,0 1 0 0 0,0 0 0 0 0,0 0 0 0 0,0 0 0 0 0,0 0 0 0 0,0 0 0 0 0,0 0 0 0 0,1 0 0 0 0,-1 0 0 0 0,0-1 0 0 0,0 1 0 0 0,0 0 0 0 0,0 0 0 0 0,0 0 0 0 0,0 0 0 0 0,0 0 0 0 0,0 0 0 0 0,0 0 0 0 0,0 0 0 0 0,0 0 0 0 0,1 0 0 0 0,-1 0 0 0 0,0 0 0 0 0,0 0 0 0 0,0 0 0 0 0,0 0 0 0 0,0 0 0 0 0,0 0 0 0 0,8 2-17 0 0,8 9-31 0 0,-14-10 38 0 0,37 30 25 0 0,-31-24 6 0 0,0 0 0 0 0,1 0 1 0 0,15 8-1 0 0,-21-13-15 0 0,1-1 0 0 0,-1 1-1 0 0,0-1 1 0 0,1 0 0 0 0,-1 0 0 0 0,1-1-1 0 0,-1 1 1 0 0,1-1 0 0 0,-1 0 0 0 0,1 0 0 0 0,0 0-1 0 0,-1 0 1 0 0,1-1 0 0 0,-1 1 0 0 0,4-2-1 0 0,18-9-783 0 0,-14 2-3116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6911 0 0,'0'-1'13'0'0,"0"0"0"0"0,1 0 0 0 0,-1 1 0 0 0,0-1 0 0 0,0 0 0 0 0,1 1 0 0 0,-1-1 0 0 0,1 0-1 0 0,-1 1 1 0 0,0-1 0 0 0,1 0 0 0 0,-1 1 0 0 0,1-1 0 0 0,0 1 0 0 0,-1-1 0 0 0,1 1 0 0 0,-1-1 0 0 0,1 1-1 0 0,0 0 1 0 0,-1-1 0 0 0,1 1 0 0 0,0 0 0 0 0,-1-1 0 0 0,1 1 0 0 0,0 0 0 0 0,-1 0 0 0 0,3 0 0 0 0,26-5 513 0 0,-16 3 440 0 0,-1 0-510 0 0,157-28 2734 0 0,-115 23-2904 0 0,65 0 0 0 0,-105 7-290 0 0,83 3 14 0 0,-86-2-19 0 0,0 1-1 0 0,0 0 1 0 0,0 1-1 0 0,-1 0 1 0 0,1 0 0 0 0,16 9-1 0 0,-25-11 3 0 0,-1 0-1 0 0,1-1 0 0 0,0 1 1 0 0,-1 1-1 0 0,1-1 0 0 0,0 0 1 0 0,-1 0-1 0 0,1 1 0 0 0,-1-1 1 0 0,0 1-1 0 0,1-1 0 0 0,-1 1 1 0 0,0 0-1 0 0,0-1 0 0 0,0 1 1 0 0,0 0-1 0 0,0 0 0 0 0,0 0 1 0 0,0 3-1 0 0,-1-2 10 0 0,0-1 1 0 0,0 1-1 0 0,0 0 0 0 0,0-1 1 0 0,-1 1-1 0 0,1-1 0 0 0,-1 1 1 0 0,0-1-1 0 0,0 1 0 0 0,0-1 0 0 0,0 1 1 0 0,0-1-1 0 0,0 0 0 0 0,-3 4 1 0 0,-4 5 20 0 0,0 0 0 0 0,0-1 0 0 0,-1 0 1 0 0,0-1-1 0 0,-13 10 0 0 0,-54 38 233 0 0,71-53-238 0 0,-221 138 1621 0 0,149-96-1435 0 0,67-40-163 0 0,6-4 0 0 0,0 0 0 0 0,0 0 0 0 0,0 1 0 0 0,0 0 0 0 0,0 0 0 0 0,1 0 0 0 0,-1 0 0 0 0,-5 7 0 0 0,9-9-38 0 0,0-1 1 0 0,0 1-1 0 0,0-1 0 0 0,0 1 0 0 0,0-1 0 0 0,-1 0 0 0 0,1 1 1 0 0,0-1-1 0 0,0 1 0 0 0,0-1 0 0 0,0 1 0 0 0,0-1 0 0 0,0 1 1 0 0,1-1-1 0 0,-1 1 0 0 0,0-1 0 0 0,0 1 0 0 0,0-1 0 0 0,0 1 1 0 0,0-1-1 0 0,1 0 0 0 0,-1 1 0 0 0,0-1 0 0 0,0 1 1 0 0,1-1-1 0 0,-1 0 0 0 0,0 1 0 0 0,1-1 0 0 0,-1 0 0 0 0,0 1 1 0 0,1-1-1 0 0,-1 0 0 0 0,1 0 0 0 0,-1 1 0 0 0,0-1 0 0 0,1 0 1 0 0,-1 0-1 0 0,1 0 0 0 0,-1 1 0 0 0,0-1 0 0 0,2 0 0 0 0,19 5 144 0 0,153-3 237 0 0,-139-5-266 0 0,-1-1-1 0 0,69-18 0 0 0,-19-1-1357 0 0,-68 20-4224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 6911 0 0,'10'-5'344'0'0,"-1"-1"0"0"0,1 0 0 0 0,-1 0-1 0 0,0-1 1 0 0,0 0 0 0 0,12-14-1 0 0,-17 18-21 0 0,10-14 341 0 0,-11 13-525 0 0,0 0 0 0 0,1 1 0 0 0,-1-1-1 0 0,6-4 1 0 0,-8 10-143 0 0,-1 0 0 0 0,0 0 0 0 0,0 0 0 0 0,1 0 0 0 0,-1 0 0 0 0,-1 0 0 0 0,1-1 0 0 0,0 4 0 0 0,-1-3 2 0 0,1 4 3 0 0,-5 98-49 0 0,5-89 37 0 0,1 0-1 0 0,0 0 0 0 0,1 0 0 0 0,1-1 1 0 0,4 16-1 0 0,-3-19-94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68 4143 0 0,'0'0'319'0'0,"13"-3"2004"0"0,124-24 1088 0 0,70-7-2717 0 0,-198 33-685 0 0,0-1 0 0 0,0 2 0 0 0,0-1 0 0 0,0 1-1 0 0,18 3 1 0 0,-26-3-3 0 0,0 0 0 0 0,0 1 0 0 0,0-1 0 0 0,0 1 0 0 0,0-1 0 0 0,0 1 0 0 0,0 0-1 0 0,0-1 1 0 0,0 1 0 0 0,-1 0 0 0 0,1 0 0 0 0,0-1 0 0 0,0 1 0 0 0,-1 0 0 0 0,1 0 0 0 0,0 0-1 0 0,-1 0 1 0 0,1 0 0 0 0,-1 0 0 0 0,1 0 0 0 0,-1 0 0 0 0,1 0 0 0 0,-1 1 0 0 0,0-1 0 0 0,0 0-1 0 0,1 0 1 0 0,-1 0 0 0 0,0 0 0 0 0,0 0 0 0 0,0 1 0 0 0,0-1 0 0 0,0 0 0 0 0,-1 0 0 0 0,1 0-1 0 0,-1 2 1 0 0,1 2 25 0 0,-1 0-1 0 0,0 0 1 0 0,-1-1-1 0 0,1 1 1 0 0,-1-1-1 0 0,0 1 1 0 0,-3 5-1 0 0,-6 6-12 0 0,-1-1 0 0 0,-1 0 0 0 0,0-1 0 0 0,-24 22 0 0 0,-67 43 59 0 0,76-59-52 0 0,-62 43-25 0 0,32-25 0 0 0,-74 66 0 0 0,129-101 0 0 0,-19 20 0 0 0,21-22 0 0 0,0 0 0 0 0,0 0 0 0 0,0 0 0 0 0,1 0 0 0 0,-1 0 0 0 0,0 1 0 0 0,1-1 0 0 0,-1 0 0 0 0,1 0 0 0 0,-1 0 0 0 0,1 1 0 0 0,-1-1 0 0 0,1 0 0 0 0,0 1 0 0 0,0-1 0 0 0,0 0 0 0 0,0 1 0 0 0,0-1 0 0 0,0 0 0 0 0,0 2 0 0 0,0-2 2 0 0,1 0 0 0 0,-1 0 0 0 0,1-1-1 0 0,-1 1 1 0 0,1 0 0 0 0,-1 0 0 0 0,1-1 0 0 0,0 1-1 0 0,-1-1 1 0 0,1 1 0 0 0,0 0 0 0 0,0-1 0 0 0,-1 1-1 0 0,1-1 1 0 0,0 0 0 0 0,0 1 0 0 0,0-1 0 0 0,0 0-1 0 0,0 1 1 0 0,-1-1 0 0 0,1 0 0 0 0,0 0-1 0 0,1 0 1 0 0,21 1 471 0 0,-22-1-445 0 0,120-12 2437 0 0,-20 1-1908 0 0,-66 8-501 0 0,-1-2 1 0 0,0-2 0 0 0,55-17-1 0 0,-54 13-261 0 0,-27 9 58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53 1839 0 0,'-7'0'825'0'0,"0"0"436"0"0,1 1-1 0 0,0-2 1 0 0,-1 1 0 0 0,-10-3 0 0 0,16 3-1170 0 0,0-1-1 0 0,0 1 0 0 0,0 0 1 0 0,1 0-1 0 0,-1-1 1 0 0,0 1-1 0 0,0 0 1 0 0,1-1-1 0 0,-1 1 1 0 0,0-1-1 0 0,1 1 1 0 0,-1-1-1 0 0,0 1 1 0 0,1-1-1 0 0,-1 1 1 0 0,1-1-1 0 0,-1 0 1 0 0,1 1-1 0 0,-1-1 1 0 0,1 0-1 0 0,0 0 1 0 0,-1 1-1 0 0,1-1 1 0 0,0 0-1 0 0,-1 0 1 0 0,1 0-1 0 0,0 1 1 0 0,0-1-1 0 0,0 0 0 0 0,0 0 1 0 0,-1 0-1 0 0,1 0 1 0 0,0 1-1 0 0,1-1 1 0 0,-1 0-1 0 0,0 0 1 0 0,0 0-1 0 0,0 0 1 0 0,0 1-1 0 0,1-1 1 0 0,-1 0-1 0 0,0 0 1 0 0,1 0-1 0 0,-1 1 1 0 0,0-1-1 0 0,2-1 1 0 0,-2 1-99 0 0,1 0 1 0 0,0 0 0 0 0,-1-1-1 0 0,1 1 1 0 0,0 0 0 0 0,0 0-1 0 0,0 0 1 0 0,0 0 0 0 0,0 1 0 0 0,0-1-1 0 0,0 0 1 0 0,0 0 0 0 0,0 1-1 0 0,0-1 1 0 0,0 0 0 0 0,0 1-1 0 0,0-1 1 0 0,1 1 0 0 0,-1 0 0 0 0,0-1-1 0 0,0 1 1 0 0,1 0 0 0 0,-1 0-1 0 0,0 0 1 0 0,0 0 0 0 0,1 0-1 0 0,-1 0 1 0 0,0 0 0 0 0,1 0-1 0 0,-1 1 1 0 0,0-1 0 0 0,0 0 0 0 0,0 1-1 0 0,3 0 1 0 0,-2 0 1 0 0,0 0-1 0 0,0 0 1 0 0,-1 0-1 0 0,1 0 1 0 0,0 1-1 0 0,0-1 1 0 0,0 0 0 0 0,-1 1-1 0 0,1-1 1 0 0,-1 1-1 0 0,1 0 1 0 0,-1 0 0 0 0,0-1-1 0 0,1 1 1 0 0,-1 0-1 0 0,0 0 1 0 0,0 0-1 0 0,0 0 1 0 0,1 5 0 0 0,-2-2 9 0 0,0 0 0 0 0,0 0 0 0 0,0 1 0 0 0,-1-1 0 0 0,0 0-1 0 0,0 0 1 0 0,0 1 0 0 0,0-1 0 0 0,-1 0 0 0 0,0 0 0 0 0,0 0 0 0 0,0-1 0 0 0,-4 8 0 0 0,-4 5-5 0 0,-1-1 0 0 0,-15 18-1 0 0,2-9-14 0 0,23-24 17 0 0,0 0 0 0 0,0 1 0 0 0,0-1 0 0 0,-1-1 0 0 0,1 1 0 0 0,0 0 0 0 0,-1 0 0 0 0,1 0 1 0 0,0-1-1 0 0,-1 1 0 0 0,1-1 0 0 0,-1 1 0 0 0,1-1 0 0 0,-1 0 0 0 0,1 1 0 0 0,-1-1 0 0 0,1 0 0 0 0,-1 0 0 0 0,-1 0 0 0 0,1-3 0 0 0,2 3 0 0 0,0-1 0 0 0,1 1 0 0 0,-1 0 0 0 0,0 0 0 0 0,1-1 0 0 0,-1 1 0 0 0,0 0 0 0 0,1-1 0 0 0,-1 1 0 0 0,1 0 0 0 0,-1 0 0 0 0,0 0 0 0 0,1 0 0 0 0,-1-1 0 0 0,1 1 0 0 0,-1 0 0 0 0,1 0 0 0 0,-1 0 0 0 0,1 0 0 0 0,-1 0 0 0 0,0 0 0 0 0,2 0 0 0 0,18-2 0 0 0,0 1 0 0 0,0 1 0 0 0,1 1 0 0 0,27 5 0 0 0,-40-5-40 0 0,0 0 0 0 0,0 0 0 0 0,8-1 0 0 0,1-2-3314 0 0,-5-1-652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4143 0 0,'0'-1'319'0'0,"0"0"-135"0"0,1 1 129 0 0,0 0 0 0 0,0 0 0 0 0,0-1 0 0 0,0 1 0 0 0,-1 0 0 0 0,1 0 0 0 0,0 0 0 0 0,0 0 0 0 0,0 0 0 0 0,0 0 0 0 0,0 1 0 0 0,0-1 0 0 0,0 0 0 0 0,0 0 0 0 0,0 1 1 0 0,0-1-1 0 0,-1 0 0 0 0,1 1 0 0 0,0-1 0 0 0,0 1 0 0 0,1 0 0 0 0,18 12 298 0 0,-1 0 0 0 0,0 1 1 0 0,27 28-1 0 0,-14-9-468 0 0,29 40-1 0 0,133 146-375 0 0,-177-201-902 0 0,-13-13-3489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2 1839 0 0,'-1'0'42'0'0,"1"-1"-1"0"0,0 1 0 0 0,0 0 0 0 0,-1 0 0 0 0,1 0 0 0 0,0 0 0 0 0,0 0 0 0 0,-1 0 1 0 0,1 0-1 0 0,0 0 0 0 0,-1 0 0 0 0,1 0 0 0 0,0 0 0 0 0,0 0 0 0 0,-1 0 0 0 0,1 0 1 0 0,0 0-1 0 0,0 0 0 0 0,-1 0 0 0 0,1 0 0 0 0,0 0 0 0 0,0 0 0 0 0,-1 0 0 0 0,1 0 1 0 0,0 1-1 0 0,0-1 0 0 0,-1 0 0 0 0,1 0 0 0 0,0 0 0 0 0,0 0 0 0 0,0 1 0 0 0,-1-1 1 0 0,1 0-1 0 0,0 0 0 0 0,0 0 0 0 0,0 1 0 0 0,0-1 0 0 0,-1 0 0 0 0,1 1 0 0 0,-7 11 1231 0 0,6-10-1141 0 0,-132 240 5949 0 0,101-190-4883 0 0,9-16-449 0 0,2 2-1 0 0,-19 44 1 0 0,39-79-738 0 0,0-1-1 0 0,0 1 1 0 0,0 0 0 0 0,0-1-1 0 0,1 1 1 0 0,-1 4-1 0 0,1-7-16 0 0,0 1-1 0 0,0-1 1 0 0,0 1-1 0 0,0-1 1 0 0,0 0-1 0 0,0 1 1 0 0,0-1-1 0 0,1 1 1 0 0,-1-1-1 0 0,0 1 0 0 0,0-1 1 0 0,0 1-1 0 0,0-1 1 0 0,1 0-1 0 0,-1 1 1 0 0,0-1-1 0 0,0 1 1 0 0,1-1-1 0 0,-1 0 1 0 0,0 1-1 0 0,1-1 0 0 0,-1 0 1 0 0,0 0-1 0 0,1 1 1 0 0,-1-1-1 0 0,1 0 1 0 0,-1 0-1 0 0,0 1 1 0 0,1-1-1 0 0,-1 0 1 0 0,1 0-1 0 0,-1 0 0 0 0,1 0 1 0 0,-1 0-1 0 0,0 0 1 0 0,1 0-1 0 0,-1 0 1 0 0,1 0-1 0 0,-1 0 1 0 0,1 0-1 0 0,-1 0 0 0 0,1 0 1 0 0,-1 0-1 0 0,0 0 1 0 0,1-1-1 0 0,5 0-56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0 132 919 0 0,'22'-14'6880'0'0,"4"-5"-3693"0"0,57-50-1400 0 0,-75 61-1715 0 0,-6 6-75 0 0,-1 0-1 0 0,1 0 0 0 0,0 0 1 0 0,0 0-1 0 0,0 0 0 0 0,0 1 0 0 0,0-1 1 0 0,1 1-1 0 0,-1 0 0 0 0,0-1 0 0 0,5 0 1 0 0,-6 2 1 0 0,-1 0 0 0 0,0 0 1 0 0,0 0-1 0 0,0 1 1 0 0,0-1-1 0 0,1 0 1 0 0,-1 0-1 0 0,0 1 0 0 0,0-1 1 0 0,0 0-1 0 0,0 0 1 0 0,0 1-1 0 0,0-1 0 0 0,1 0 1 0 0,-1 1-1 0 0,0-1 1 0 0,0 0-1 0 0,0 0 1 0 0,0 1-1 0 0,0-1 0 0 0,0 0 1 0 0,0 1-1 0 0,0-1 1 0 0,0 0-1 0 0,0 1 0 0 0,-1-1 1 0 0,1 0-1 0 0,0 0 1 0 0,0 1-1 0 0,0-1 1 0 0,0 0-1 0 0,0 0 0 0 0,0 1 1 0 0,-1-1-1 0 0,1 0 1 0 0,-6 15-23 0 0,6-13 23 0 0,-15 33 16 0 0,7-17 7 0 0,0 1 0 0 0,1 0 0 0 0,1 0 0 0 0,1 1 0 0 0,0 0-1 0 0,-2 26 1 0 0,7-34-104 0 0,0 1 0 0 0,1-1-1 0 0,4 24 1 0 0,-2-24-85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2759 0 0,'1'4'469'0'0,"1"0"0"0"0,-1-1-1 0 0,1 1 1 0 0,0-1 0 0 0,2 5-1 0 0,17 24 1241 0 0,45 56 0 0 0,-27-44-1277 0 0,80 67 0 0 0,52 53 762 0 0,-166-158-1380 0 0,0 0 1 0 0,-1 0-1 0 0,1 0 0 0 0,3 9 0 0 0,-4-7-3445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11 3679 0 0,'0'-1'51'0'0,"0"1"-1"0"0,0-1 1 0 0,0 1-1 0 0,0-1 1 0 0,0 1-1 0 0,-1-1 1 0 0,1 1-1 0 0,0 0 1 0 0,0-1-1 0 0,-1 1 1 0 0,1-1-1 0 0,0 1 1 0 0,-1 0-1 0 0,1-1 1 0 0,0 1-1 0 0,-1 0 1 0 0,1-1-1 0 0,0 1 1 0 0,-1 0-1 0 0,1-1 1 0 0,-1 1-1 0 0,1 0 1 0 0,0 0-1 0 0,-1 0 0 0 0,1-1 1 0 0,-1 1-1 0 0,1 0 1 0 0,-1 0-1 0 0,1 0 1 0 0,-1 0-1 0 0,1 0 1 0 0,-1 0-1 0 0,1 0 1 0 0,-1 0-1 0 0,-13 13 3125 0 0,11-10-2877 0 0,-11 15 552 0 0,1 0 0 0 0,1 1-1 0 0,-12 26 1 0 0,-17 25-485 0 0,-11 2-335 0 0,30-44-8 0 0,1 2 0 0 0,1 0 1 0 0,2 1-1 0 0,-17 39 1 0 0,28-50-155 0 0,6-12-3472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35 919 0 0,'0'1'189'0'0,"0"-1"0"0"0,0 1 0 0 0,0-1 0 0 0,0 1-1 0 0,0-1 1 0 0,0 1 0 0 0,0-1 0 0 0,0 0 0 0 0,-1 1-1 0 0,1-1 1 0 0,0 1 0 0 0,0-1 0 0 0,0 0 0 0 0,-1 1-1 0 0,1-1 1 0 0,0 1 0 0 0,0-1 0 0 0,-1 0-1 0 0,1 1 1 0 0,0-1 0 0 0,-1 0 0 0 0,1 0 0 0 0,0 1-1 0 0,-1-1 1 0 0,1 0 0 0 0,0 0 0 0 0,-1 1 0 0 0,1-1-1 0 0,-1 0 1 0 0,1 0 0 0 0,-1 0 0 0 0,1 0 0 0 0,0 0-1 0 0,-1 0 1 0 0,1 0 0 0 0,-1 0 0 0 0,1 0-1 0 0,-1 0 1 0 0,-18 4 3857 0 0,18-4-4997 0 0,0 0 995 0 0,1 0 0 0 0,-1 0 0 0 0,1-1 0 0 0,-1 1 0 0 0,1 0 0 0 0,-1 0 0 0 0,1 0 0 0 0,0 0 0 0 0,-1-1 0 0 0,1 1 0 0 0,-1 0 0 0 0,1 0 0 0 0,0-1 0 0 0,-1 1 0 0 0,1 0 0 0 0,-1-1 0 0 0,1 1 0 0 0,0 0 0 0 0,-1-1 0 0 0,1 1 0 0 0,0 0 0 0 0,0-1 0 0 0,-1 1 0 0 0,1-1 0 0 0,0 1 0 0 0,0-1 0 0 0,0 1 0 0 0,0-1 0 0 0,-1 1 0 0 0,1 0 0 0 0,0-1 1 0 0,0 1-1 0 0,0-1 0 0 0,0 1 0 0 0,0-1 0 0 0,0 1 0 0 0,0-1 0 0 0,0 1 0 0 0,0-2 0 0 0,5-16 281 0 0,-5 17-332 0 0,1 0 0 0 0,0 0-1 0 0,-1 0 1 0 0,1 0 0 0 0,0 0-1 0 0,0 0 1 0 0,-1 0 0 0 0,1 0-1 0 0,0 0 1 0 0,0 0 0 0 0,0 1 0 0 0,0-1-1 0 0,0 0 1 0 0,0 1 0 0 0,0-1-1 0 0,1 1 1 0 0,-1-1 0 0 0,0 1-1 0 0,0-1 1 0 0,0 1 0 0 0,0 0-1 0 0,1 0 1 0 0,-1-1 0 0 0,0 1-1 0 0,0 0 1 0 0,1 0 0 0 0,-1 0 0 0 0,0 1-1 0 0,0-1 1 0 0,0 0 0 0 0,3 1-1 0 0,-3-1 1 0 0,0 1 0 0 0,1 0-1 0 0,-1 0 1 0 0,0-1 0 0 0,0 1-1 0 0,0 0 1 0 0,1 0 0 0 0,-1 0-1 0 0,0 0 1 0 0,0 0 0 0 0,0 1-1 0 0,-1-1 1 0 0,1 0 0 0 0,0 0-1 0 0,0 1 1 0 0,0-1 0 0 0,-1 0-1 0 0,1 1 1 0 0,-1-1 0 0 0,1 1-1 0 0,-1-1 1 0 0,0 1 0 0 0,1-1-1 0 0,-1 1 1 0 0,0-1 0 0 0,0 3-1 0 0,0 4 8 0 0,-1 0 0 0 0,0 0 0 0 0,0 0 0 0 0,-1 0 0 0 0,0-1 0 0 0,-3 11 0 0 0,-22 42 0 0 0,10-24 0 0 0,16-34 4 0 0,0 0 0 0 0,0 1 0 0 0,0-1-1 0 0,0 1 1 0 0,0-1 0 0 0,0 1 0 0 0,1-1 0 0 0,0 1-1 0 0,-1 0 1 0 0,1-1 0 0 0,0 1 0 0 0,0 0-1 0 0,0-1 1 0 0,1 1 0 0 0,-1 0 0 0 0,0-1 0 0 0,1 1-1 0 0,0-1 1 0 0,0 1 0 0 0,-1-1 0 0 0,1 1-1 0 0,1-1 1 0 0,-1 0 0 0 0,0 1 0 0 0,1-1 0 0 0,-1 0-1 0 0,3 3 1 0 0,-1-2-1 0 0,1 0 0 0 0,0 0 0 0 0,0 0 0 0 0,0 0 0 0 0,0 0 0 0 0,1-1 0 0 0,-1 0 0 0 0,1 0 0 0 0,-1 0 0 0 0,1-1-1 0 0,0 1 1 0 0,9 0 0 0 0,15 2-477 0 0,35-2-1 0 0,-58-2-3912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1 3223 0 0,'-14'1'3968'0'0,"12"3"-3100"0"0,1-2-608 0 0,1-1 0 0 0,-1 0 0 0 0,1 1 0 0 0,0-1 0 0 0,-1 0 0 0 0,1 3 0 0 0,2 28 378 0 0,1 0 0 0 0,2-1-1 0 0,11 43 1 0 0,6 35 467 0 0,-13 15-1200 0 0,-5-49 33 0 0,3-29-90 0 0,-4-35 45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13 123 1375 0 0,'0'0'26'0'0,"-1"0"-1"0"0,0-1 1 0 0,0 1-1 0 0,0 0 0 0 0,0 0 1 0 0,1-1-1 0 0,-1 1 0 0 0,0-1 1 0 0,0 1-1 0 0,0-1 0 0 0,1 1 1 0 0,-1-1-1 0 0,0 1 0 0 0,-1-3 202 0 0,2 3-160 0 0,0-1 0 0 0,0 1 1 0 0,0 0-1 0 0,1-7 1208 0 0,0 7-1207 0 0,1-2 230 0 0,0 0 1 0 0,0 0 0 0 0,0 0-1 0 0,1 0 1 0 0,-1 0 0 0 0,1 0-1 0 0,4-1 1 0 0,17-8 356 0 0,0 2 0 0 0,2 1 0 0 0,43-9-1 0 0,-17 5-192 0 0,-12 2-494 0 0,1 1-1 0 0,0 3 0 0 0,61-2 1 0 0,-84 9-3174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72 2303 0 0,'171'-46'5560'0'0,"-54"25"-6633"0"0,-99 16 554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1 227 3223 0 0,'72'-83'3029'0'0,"-61"69"-2942"0"0,0-2 0 0 0,-2 1 0 0 0,0-1 0 0 0,7-18 0 0 0,4-14-260 0 0,-25 58 142 0 0,1 1 0 0 0,0 0 0 0 0,0 0 0 0 0,1 0 0 0 0,0 1-1 0 0,-1 16 1 0 0,4-23 83 0 0,-1 1-1 0 0,1-1 0 0 0,0 0 0 0 0,0 0 0 0 0,1 0 0 0 0,0 1 0 0 0,0-1 0 0 0,0 0 1 0 0,0 0-1 0 0,1 0 0 0 0,0 0 0 0 0,0 0 0 0 0,0-1 0 0 0,0 1 0 0 0,1-1 0 0 0,0 1 1 0 0,3 4-1 0 0,-3-7 42 0 0,0 1 1 0 0,0-1-1 0 0,0 0 1 0 0,0 0-1 0 0,0 0 0 0 0,0 0 1 0 0,1 0-1 0 0,-1-1 1 0 0,1 1-1 0 0,-1-1 1 0 0,1 0-1 0 0,-1 0 1 0 0,1-1-1 0 0,0 1 1 0 0,-1-1-1 0 0,1 0 1 0 0,0 0-1 0 0,0 0 0 0 0,6-1 1 0 0,-2-1-123 0 0,0 1 0 0 0,1-1-1 0 0,-1-1 1 0 0,0 1 0 0 0,0-2 0 0 0,0 1 0 0 0,12-8 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31 2759 0 0,'-12'-12'2752'0'0,"8"8"-1864"0"0,1-1-192 0 0,6-3 608 0 0,1 7-656 0 0,3 1-648 0 0,5 1-192 0 0,2 7 0 0 0,5-3-8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52 1375 0 0,'-3'21'682'0'0,"0"-1"0"0"0,1 1-1 0 0,1 34 1 0 0,-3 30 410 0 0,-3-47 1557 0 0,11-54-1269 0 0,-2 10-1295 0 0,36-129 581 0 0,-34 121-733 0 0,2 0 0 0 0,0 1 0 0 0,0 0 0 0 0,1 1 1 0 0,1-1-1 0 0,0 1 0 0 0,15-16 0 0 0,-22 27 62 0 0,0-1 0 0 0,0 1-1 0 0,0 0 1 0 0,0 0 0 0 0,0 0 0 0 0,1 0-1 0 0,-1 0 1 0 0,0 0 0 0 0,1 0-1 0 0,-1 0 1 0 0,1 1 0 0 0,-1-1 0 0 0,1 1-1 0 0,-1-1 1 0 0,1 1 0 0 0,-1-1-1 0 0,1 1 1 0 0,0 0 0 0 0,-1 0 0 0 0,1 0-1 0 0,2 0 1 0 0,-3 1 8 0 0,0-1 0 0 0,0 1 0 0 0,1 0 0 0 0,-1-1 0 0 0,0 1 0 0 0,0 0 0 0 0,0 0 0 0 0,-1 0 0 0 0,1 0 0 0 0,0 0 0 0 0,0 0 0 0 0,0 0 0 0 0,-1 1 0 0 0,1-1 0 0 0,0 0 0 0 0,-1 0 0 0 0,1 1 0 0 0,-1-1 0 0 0,0 0 1 0 0,1 1-1 0 0,-1-1 0 0 0,0 0 0 0 0,0 1 0 0 0,0-1 0 0 0,0 0 0 0 0,0 2 0 0 0,1 18 2 0 0,-3 28 1 0 0,0-38 1 0 0,1 0 0 0 0,1 1 0 0 0,0-1 0 0 0,1 1 0 0 0,-1-1 0 0 0,2 0 0 0 0,0 1 0 0 0,6 20 0 0 0,-7-30-6 0 0,0 0 1 0 0,-1 0-1 0 0,1 0 0 0 0,0 0 0 0 0,1-1 0 0 0,-1 1 0 0 0,0 0 0 0 0,0-1 0 0 0,1 1 0 0 0,-1-1 0 0 0,0 1 0 0 0,1-1 0 0 0,0 0 1 0 0,-1 0-1 0 0,1 1 0 0 0,0-1 0 0 0,-1 0 0 0 0,1-1 0 0 0,3 2 0 0 0,-2-1 0 0 0,0-1-1 0 0,0 1 1 0 0,0-1-1 0 0,0 0 1 0 0,0 0-1 0 0,-1-1 0 0 0,1 1 1 0 0,0 0-1 0 0,0-1 1 0 0,0 0-1 0 0,0 0 1 0 0,2-1-1 0 0,4-2 0 0 0,-1 0-1 0 0,-1 0 1 0 0,1-1-1 0 0,-1 0 1 0 0,1-1-1 0 0,-1 0 1 0 0,10-11-1 0 0,-6 2-33 0 0,0-1-1 0 0,-2 0 0 0 0,1-1 1 0 0,-2 0-1 0 0,10-27 0 0 0,-17 43 35 0 0,4-16 0 0 0,-5 16 0 0 0,1 1 0 0 0,-1-1 0 0 0,0 0 0 0 0,0 0 0 0 0,0 0 0 0 0,0 0 0 0 0,0 1 0 0 0,0-1 0 0 0,0 0 0 0 0,0 0 0 0 0,0 0 0 0 0,0 1 0 0 0,0-1 0 0 0,0 0 0 0 0,0 0 0 0 0,-1 0 0 0 0,1-1 0 0 0,-7 5 91 0 0,6-2-93 0 0,0 0-1 0 0,0 0 1 0 0,0 0-1 0 0,1 0 1 0 0,-1 1-1 0 0,0-1 1 0 0,1 0-1 0 0,-1 1 1 0 0,1-1-1 0 0,0 0 1 0 0,-1 1-1 0 0,1-1 1 0 0,0 0-1 0 0,0 4 1 0 0,-1 5 15 0 0,1 0 1 0 0,0 0 0 0 0,0 1-1 0 0,1-1 1 0 0,1 0-1 0 0,0 0 1 0 0,0 0 0 0 0,0 0-1 0 0,2 0 1 0 0,-1-1 0 0 0,9 17-1 0 0,-10-22 34 0 0,0 0 0 0 0,0 0 1 0 0,1 0-1 0 0,0 0 0 0 0,0 0 0 0 0,0-1 0 0 0,0 1 0 0 0,1-1 0 0 0,-1 0 0 0 0,1 0 0 0 0,0 0 1 0 0,-1-1-1 0 0,1 1 0 0 0,0-1 0 0 0,1 0 0 0 0,-1 0 0 0 0,0 0 0 0 0,1-1 0 0 0,-1 0 0 0 0,0 0 1 0 0,1 0-1 0 0,0 0 0 0 0,-1-1 0 0 0,1 0 0 0 0,-1 0 0 0 0,1 0 0 0 0,8-1 0 0 0,-3-2 23 0 0,1 0-1 0 0,-1-1 0 0 0,1 0 1 0 0,-1-1-1 0 0,0 0 0 0 0,0-1 1 0 0,-1 0-1 0 0,0 0 0 0 0,13-11 1 0 0,-9 6-204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45 27 3679 0 0,'-11'-6'160'0'0,"5"3"40"0"0,0-1-200 0 0,-16-9 4440 0 0,27 13-3968 0 0,5 4-8 0 0,6 4-336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 1 3223 0 0,'-3'16'288'0'0,"-7"42"1248"0"0,-5 86 0 0 0,14-126-1427 0 0,1 0-1 0 0,1 0 1 0 0,1 0 0 0 0,0 0-1 0 0,1 0 1 0 0,1-1 0 0 0,0 1 0 0 0,2-1-1 0 0,8 21 1 0 0,-11-33 32 0 0,-1 0 0 0 0,1 0 0 0 0,0-1 0 0 0,0 0 0 0 0,0 1 0 0 0,1-1 0 0 0,0-1 0 0 0,-1 1 0 0 0,1 0 0 0 0,1-1 0 0 0,-1 0 0 0 0,5 3 0 0 0,-2-3 102 0 0,-1 1 1 0 0,1-2-1 0 0,0 1 1 0 0,1-1-1 0 0,-1 0 1 0 0,0 0-1 0 0,13 0 1 0 0,-6-1 26 0 0,1-1 0 0 0,-1-1 0 0 0,0 0 0 0 0,0-2 0 0 0,0 1 0 0 0,0-2 0 0 0,-1 0 0 0 0,19-7 0 0 0,-16 3-456 0 0,-1 0 0 0 0,1 0 1 0 0,-1-2-1 0 0,15-11 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54 3223 0 0,'0'-4'288'0'0,"1"3"-288"0"0,8-4 1632 0 0,-3 1-752 0 0,4-2 8 0 0,6-2-152 0 0,3 1-24 0 0,2 0-8 0 0,0 1 0 0 0,0 3-600 0 0,0 2-104 0 0,1 1 0 0 0,-4-2-96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0 126 3855 0 0,'10'2'224'0'0,"0"-1"0"0"0,0 1-1 0 0,-1-2 1 0 0,1 1 0 0 0,0-2-1 0 0,14-1 1 0 0,-17 1 24 0 0,1 0 1 0 0,-1-1 0 0 0,1 0 0 0 0,-1 0-1 0 0,0-1 1 0 0,0 0 0 0 0,0-1 0 0 0,12-7-1 0 0,-16 8-148 0 0,1 0-1 0 0,-1-1 1 0 0,0 1-1 0 0,0-1 0 0 0,0 0 1 0 0,0 0-1 0 0,0 0 1 0 0,-1 0-1 0 0,4-8 1 0 0,-6 10-99 0 0,1 1 1 0 0,0 0 0 0 0,-1 0 0 0 0,0-1 0 0 0,1 1 0 0 0,-1 0 0 0 0,0-1 0 0 0,1 1 0 0 0,-1-1 0 0 0,0 1 0 0 0,0 0-1 0 0,0-1 1 0 0,0 1 0 0 0,0 0 0 0 0,-1-1 0 0 0,1 1 0 0 0,0-1 0 0 0,-1 1 0 0 0,1 0 0 0 0,0 0 0 0 0,-1-1 0 0 0,0 1-1 0 0,1 0 1 0 0,-1 0 0 0 0,0-1 0 0 0,1 1 0 0 0,-1 0 0 0 0,0 0 0 0 0,0 0 0 0 0,0 0 0 0 0,0 0 0 0 0,0 0 0 0 0,0 1-1 0 0,0-1 1 0 0,0 0 0 0 0,0 0 0 0 0,-3 0 0 0 0,-1-1-13 0 0,0 0 0 0 0,0 1 0 0 0,-1 0 0 0 0,1 0 0 0 0,0 0-1 0 0,-1 1 1 0 0,1 0 0 0 0,-1 0 0 0 0,1 0 0 0 0,0 1 0 0 0,-1-1 0 0 0,1 2 0 0 0,0-1 0 0 0,0 0 0 0 0,-1 1 0 0 0,1 0-1 0 0,0 0 1 0 0,1 1 0 0 0,-1 0 0 0 0,-6 4 0 0 0,7-4 14 0 0,0-1 1 0 0,1 1-1 0 0,0 0 1 0 0,-1 0-1 0 0,1 1 0 0 0,0-1 1 0 0,1 1-1 0 0,-1-1 0 0 0,0 1 1 0 0,1 0-1 0 0,0 0 1 0 0,0 0-1 0 0,0 0 0 0 0,0 1 1 0 0,1-1-1 0 0,0 1 0 0 0,0-1 1 0 0,0 1-1 0 0,0-1 0 0 0,0 1 1 0 0,1-1-1 0 0,0 1 1 0 0,0 0-1 0 0,0-1 0 0 0,1 6 1 0 0,2 4 172 0 0,0-1 0 0 0,1 0 0 0 0,1 0-1 0 0,-1 0 1 0 0,2-1 0 0 0,0 1 0 0 0,10 15 0 0 0,-11-21 9 0 0,0 0 0 0 0,1 0-1 0 0,-1-1 1 0 0,2 1 0 0 0,-1-1 0 0 0,0-1-1 0 0,1 1 1 0 0,0-1 0 0 0,0-1 0 0 0,0 1-1 0 0,1-1 1 0 0,12 5 0 0 0,-5-4 1 0 0,1-1 0 0 0,0-1 1 0 0,-1 0-1 0 0,1-1 0 0 0,1 0 0 0 0,-1-2 0 0 0,0 0 0 0 0,0-1 1 0 0,0 0-1 0 0,0-1 0 0 0,0-1 0 0 0,0-1 0 0 0,15-6 1 0 0,-1 0-281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291 0 1375 0 0,'-11'5'284'0'0,"0"0"0"0"0,0 0 0 0 0,0 1 0 0 0,1 0-1 0 0,-14 11 1 0 0,11-8-193 0 0,-5 4 143 0 0,1 1 1 0 0,0 0-1 0 0,0 2 1 0 0,2 0-1 0 0,0 0 1 0 0,0 2 0 0 0,-21 35-1 0 0,29-41-194 0 0,0 0 0 0 0,1 0-1 0 0,1 1 1 0 0,0-1 0 0 0,1 1 0 0 0,0 0 0 0 0,1 0-1 0 0,0 1 1 0 0,1-1 0 0 0,0 1 0 0 0,1-1 0 0 0,1 1-1 0 0,0 0 1 0 0,3 22 0 0 0,-2-30-29 0 0,0-1-1 0 0,0 1 1 0 0,1 0 0 0 0,0-1 0 0 0,0 1-1 0 0,0-1 1 0 0,1 0 0 0 0,-1 0-1 0 0,1 0 1 0 0,0 0 0 0 0,1-1-1 0 0,-1 1 1 0 0,1-1 0 0 0,0 0 0 0 0,0 0-1 0 0,0 0 1 0 0,9 6 0 0 0,-5-5 42 0 0,0-1 1 0 0,0 0-1 0 0,1-1 1 0 0,-1 0-1 0 0,1 0 1 0 0,0-1-1 0 0,0 0 1 0 0,-1-1-1 0 0,1 1 1 0 0,11-2-1 0 0,4 0 238 0 0,1-1 0 0 0,-1-1 0 0 0,0-2 0 0 0,-1 0 0 0 0,1-2 0 0 0,-1-1 0 0 0,44-19 0 0 0,-44 16-331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79 41 1839 0 0,'-2'1'73'0'0,"0"0"-1"0"0,1 0 0 0 0,-1 0 0 0 0,0 0 0 0 0,0 0 0 0 0,0 1 0 0 0,1-1 0 0 0,-1 1 0 0 0,0 0 0 0 0,1-1 0 0 0,-1 1 0 0 0,1 0 0 0 0,0 0 0 0 0,0 0 0 0 0,0 0 0 0 0,-2 2 1 0 0,-13 37 1586 0 0,14-36-1598 0 0,0 2 117 0 0,0 0 0 0 0,0 0 0 0 0,1 0 0 0 0,0 1 0 0 0,0-1 0 0 0,1 0 0 0 0,0 1 0 0 0,0-1 0 0 0,0 0 1 0 0,1 1-1 0 0,0-1 0 0 0,0 0 0 0 0,1 0 0 0 0,5 13 0 0 0,-6-15-152 0 0,1-1-1 0 0,1 1 1 0 0,-1-1 0 0 0,1 0 0 0 0,0 0-1 0 0,-1 0 1 0 0,2 0 0 0 0,-1-1-1 0 0,0 1 1 0 0,1-1 0 0 0,-1 0 0 0 0,1 0-1 0 0,0 0 1 0 0,0 0 0 0 0,0-1-1 0 0,0 0 1 0 0,1 0 0 0 0,-1 0 0 0 0,1 0-1 0 0,-1-1 1 0 0,1 0 0 0 0,8 2-1 0 0,-5-3 28 0 0,1 1 0 0 0,-1-2 0 0 0,1 1 0 0 0,-1-1 0 0 0,0 0 0 0 0,1-1 0 0 0,-1 0 0 0 0,0 0 0 0 0,0-1 0 0 0,0 0 0 0 0,0 0-1 0 0,14-10 1 0 0,-15 9-11 0 0,-1 0-1 0 0,-1-1 1 0 0,1 1-1 0 0,0-1 1 0 0,-1-1-1 0 0,0 1 1 0 0,0-1-1 0 0,-1 0 1 0 0,1 0-1 0 0,-1 0 1 0 0,-1-1-1 0 0,1 1 1 0 0,-1-1-1 0 0,0 0 1 0 0,3-11-1 0 0,-5 14-34 0 0,0 0-1 0 0,-1 0 0 0 0,0 0 0 0 0,1 0 0 0 0,-1 0 0 0 0,0 0 0 0 0,-1 1 1 0 0,1-1-1 0 0,-1 0 0 0 0,0 0 0 0 0,0 0 0 0 0,-1-4 0 0 0,-1 1 19 0 0,0 1 1 0 0,0 0-1 0 0,0 0 0 0 0,-1 1 0 0 0,1-1 0 0 0,-9-8 0 0 0,5 7 1 0 0,0-1 0 0 0,0 2-1 0 0,-1-1 1 0 0,0 1-1 0 0,0 0 1 0 0,-1 1 0 0 0,1 0-1 0 0,-1 0 1 0 0,-12-4-1 0 0,14 8-59 0 0,0-1-1 0 0,0 1 1 0 0,0 1-1 0 0,0-1 1 0 0,0 1-1 0 0,0 0 1 0 0,0 1-1 0 0,0 0 0 0 0,1 0 1 0 0,-1 0-1 0 0,0 1 1 0 0,0 0-1 0 0,1 1 1 0 0,-1-1-1 0 0,1 1 1 0 0,0 1-1 0 0,0-1 1 0 0,0 1-1 0 0,0 0 0 0 0,0 1 1 0 0,1-1-1 0 0,0 1 1 0 0,0 0-1 0 0,0 0 1 0 0,1 1-1 0 0,-1 0 1 0 0,1 0-1 0 0,0 0 1 0 0,1 0-1 0 0,0 0 0 0 0,0 1 1 0 0,-3 8-1 0 0,1 5-3121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0 322 3223 0 0,'10'19'-1113'0'0,"-2"0"1525"0"0,-2 1 1 0 0,0 1-1 0 0,-1-1 0 0 0,3 32 0 0 0,0 1 366 0 0,-7-50-648 0 0,-1 0 0 0 0,1 1 1 0 0,0-1-1 0 0,0 0 0 0 0,0 0 1 0 0,0 0-1 0 0,1 0 0 0 0,-1 0 0 0 0,1 0 1 0 0,1 2-1 0 0,-2-4-120 0 0,-1-1-1 0 0,0 0 1 0 0,0 0-1 0 0,0 0 0 0 0,1 0 1 0 0,-1 0-1 0 0,0 0 1 0 0,0 0-1 0 0,0 0 1 0 0,1 0-1 0 0,-1 0 1 0 0,0 0-1 0 0,0 0 1 0 0,0 0-1 0 0,1 0 1 0 0,-1 0-1 0 0,0 0 1 0 0,0 0-1 0 0,1 0 1 0 0,-1 0-1 0 0,0 0 1 0 0,0 0-1 0 0,0 0 1 0 0,1 0-1 0 0,-1-1 1 0 0,0 1-1 0 0,0 0 1 0 0,0 0-1 0 0,0 0 1 0 0,1 0-1 0 0,-1 0 0 0 0,0-1 1 0 0,0 1-1 0 0,0 0 1 0 0,0 0-1 0 0,0 0 1 0 0,0-1-1 0 0,1 1 1 0 0,-1 0-1 0 0,0 0 1 0 0,0 0-1 0 0,0-1 1 0 0,0 1-1 0 0,0 0 1 0 0,0-1-1 0 0,5-12 23 0 0,-4 11 3 0 0,15-54-50 0 0,11-58 0 0 0,-10 36-137 0 0,-13 62 102 0 0,0 1-1 0 0,11-25 1 0 0,-13 35 30 0 0,1 0 0 0 0,-1 0 1 0 0,1 0-1 0 0,0 0 0 0 0,1 1 1 0 0,-1-1-1 0 0,1 1 0 0 0,0 0 1 0 0,0 0-1 0 0,8-7 0 0 0,-11 11 15 0 0,-1 0-1 0 0,1-1 0 0 0,-1 1 0 0 0,1 0 1 0 0,0-1-1 0 0,-1 1 0 0 0,1 0 1 0 0,-1 0-1 0 0,1-1 0 0 0,-1 1 0 0 0,1 0 1 0 0,0 0-1 0 0,-1 0 0 0 0,1 0 0 0 0,0 0 1 0 0,-1 0-1 0 0,1 0 0 0 0,-1 0 0 0 0,1 0 1 0 0,0 0-1 0 0,-1 0 0 0 0,1 1 0 0 0,-1-1 1 0 0,1 0-1 0 0,-1 0 0 0 0,1 1 1 0 0,0 0-1 0 0,0 0 2 0 0,0 0 1 0 0,0 0 0 0 0,0 0 0 0 0,0 0-1 0 0,0 0 1 0 0,-1 1 0 0 0,1-1 0 0 0,0 0-1 0 0,-1 1 1 0 0,1-1 0 0 0,0 3-1 0 0,1 5 18 0 0,-1 0 0 0 0,0 0-1 0 0,0 10 1 0 0,-1-17-13 0 0,1 27 26 0 0,1-1 0 0 0,1 1 0 0 0,12 46 1 0 0,-12-65 2 0 0,0 0 1 0 0,1-1 0 0 0,0 1 0 0 0,1-1 0 0 0,10 16 0 0 0,-12-20-14 0 0,1 0 0 0 0,1 0 1 0 0,-1-1-1 0 0,1 1 0 0 0,-1-1 0 0 0,1 0 0 0 0,0 0 1 0 0,1-1-1 0 0,-1 1 0 0 0,8 2 0 0 0,-11-5 8 0 0,1 0-1 0 0,0 0 1 0 0,-1 0-1 0 0,1 0 1 0 0,0-1-1 0 0,0 1 1 0 0,0-1-1 0 0,0 0 1 0 0,0 0-1 0 0,-1 0 1 0 0,1 0-1 0 0,0-1 1 0 0,0 1-1 0 0,0-1 1 0 0,3-1-1 0 0,-1 0 70 0 0,-1 0 0 0 0,0 0-1 0 0,0 0 1 0 0,1-1-1 0 0,-1 0 1 0 0,-1 0 0 0 0,1 0-1 0 0,5-6 1 0 0,0-1 109 0 0,-1-1 0 0 0,0-1 0 0 0,0 1 0 0 0,-1-2 0 0 0,9-20 0 0 0,-11 19-223 0 0,0-1 0 0 0,0 1 0 0 0,4-31 0 0 0,0-46-60 0 0,-4-108-390 0 0,-5 179 428 0 0,-7 46 42 0 0,2 11 0 0 0,0 68 0 0 0,5-63 0 0 0,-1-32 28 0 0,0 14 1 0 0,1 1 0 0 0,1-1 0 0 0,5 32-1 0 0,-4-49 28 0 0,-1 1 0 0 0,2 0-1 0 0,-1-1 1 0 0,1 1-1 0 0,0-1 1 0 0,0 0-1 0 0,1 0 1 0 0,0 0-1 0 0,0 0 1 0 0,1-1-1 0 0,0 0 1 0 0,0 0-1 0 0,0 0 1 0 0,8 6-1 0 0,-6-6 26 0 0,2-1-1 0 0,-1 1 0 0 0,1-1 1 0 0,-1-1-1 0 0,1 0 0 0 0,0 0 1 0 0,1-1-1 0 0,-1 0 0 0 0,1-1 1 0 0,-1 0-1 0 0,1 0 1 0 0,0-1-1 0 0,-1 0 0 0 0,1-1 1 0 0,0-1-1 0 0,0 1 0 0 0,-1-1 1 0 0,1-1-1 0 0,0 0 0 0 0,-1 0 1 0 0,1-1-1 0 0,16-8 0 0 0,-9 3-224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1 113 6911 0 0,'3'-3'608'0'0,"0"0"-480"0"0,0 0-128 0 0,0 1 0 0 0,1 1 0 0 0,2-2 88 0 0,5-5-88 0 0,8-3 80 0 0,6-1 608 0 0,5-3 120 0 0,1 1 24 0 0,-2 3 8 0 0,1 2-696 0 0,-1 0-144 0 0,-1 3 0 0 0,-2 3-4464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3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1 109 1375 0 0,'0'11'464'0'0,"2"0"-1"0"0,-1 0 0 0 0,7 19 0 0 0,-2-4-68 0 0,33 136 1612 0 0,-36-141-443 0 0,-6-31-711 0 0,-2-19-430 0 0,1-1 0 0 0,1 1-1 0 0,1-1 1 0 0,2 1 0 0 0,3-33-1 0 0,-2 51-367 0 0,0 0-1 0 0,1 0 0 0 0,0 0 0 0 0,1 1 1 0 0,0-1-1 0 0,1 0 0 0 0,5-12 1 0 0,-6 18-57 0 0,-1 1 1 0 0,0 0-1 0 0,1 0 1 0 0,0 0-1 0 0,0 1 1 0 0,0-1-1 0 0,0 1 1 0 0,1-1 0 0 0,-1 1-1 0 0,1 0 1 0 0,-1 1-1 0 0,1-1 1 0 0,0 1-1 0 0,0-1 1 0 0,1 1-1 0 0,-1 1 1 0 0,0-1 0 0 0,1 0-1 0 0,5 0 1 0 0,2 0-93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57 23 1839 0 0,'-5'4'165'0'0,"0"1"-1"0"0,1 0 1 0 0,0 0-1 0 0,0 0 0 0 0,0 0 1 0 0,1 1-1 0 0,-1 0 0 0 0,1 0 1 0 0,0 0-1 0 0,1 0 0 0 0,0 0 1 0 0,-3 12-1 0 0,2-9 25 0 0,2 1-1 0 0,-1-1 1 0 0,1 0 0 0 0,0 0-1 0 0,1 0 1 0 0,0 1 0 0 0,1-1-1 0 0,2 16 1 0 0,-1-18-136 0 0,0 0 0 0 0,0 0 1 0 0,1-1-1 0 0,0 1 0 0 0,0-1 0 0 0,0 0 0 0 0,1 1 1 0 0,0-2-1 0 0,0 1 0 0 0,0 0 0 0 0,1-1 0 0 0,0 0 1 0 0,0 0-1 0 0,0 0 0 0 0,1-1 0 0 0,-1 0 0 0 0,1 0 1 0 0,0 0-1 0 0,0-1 0 0 0,8 3 0 0 0,-9-3-4 0 0,1-2 0 0 0,-1 1 0 0 0,1-1 0 0 0,-1 1 0 0 0,1-2 0 0 0,-1 1 0 0 0,1-1 0 0 0,-1 1-1 0 0,1-2 1 0 0,-1 1 0 0 0,1-1 0 0 0,0 0 0 0 0,-1 0 0 0 0,1 0 0 0 0,-1-1 0 0 0,0 0 0 0 0,0 0 0 0 0,1 0 0 0 0,-1-1 0 0 0,-1 0 0 0 0,1 0 0 0 0,0 0 0 0 0,-1-1 0 0 0,1 1-1 0 0,4-6 1 0 0,-2 1 64 0 0,0 0 0 0 0,0-1 0 0 0,0 0 0 0 0,-1 0-1 0 0,0-1 1 0 0,-1 0 0 0 0,0 0 0 0 0,0 0 0 0 0,4-18 0 0 0,-7 22-49 0 0,-1 1 0 0 0,0 0 0 0 0,0-1 0 0 0,-1 1 0 0 0,1-1 0 0 0,-1 0 0 0 0,0 1 0 0 0,-1-1-1 0 0,1 1 1 0 0,-1-1 0 0 0,0 1 0 0 0,0-1 0 0 0,-1 1 0 0 0,0 0 0 0 0,1 0 0 0 0,-2-1 0 0 0,1 1 0 0 0,-1 1 0 0 0,1-1 0 0 0,-1 0 0 0 0,-5-5 0 0 0,3 4-41 0 0,1 1 0 0 0,-1 1 0 0 0,1-1 0 0 0,-1 1-1 0 0,0 0 1 0 0,-1 0 0 0 0,1 1 0 0 0,-1-1 0 0 0,0 1 0 0 0,1 0-1 0 0,-1 1 1 0 0,0 0 0 0 0,-1 0 0 0 0,1 0 0 0 0,0 1 0 0 0,0 0-1 0 0,-1 0 1 0 0,1 0 0 0 0,-1 1 0 0 0,1 0 0 0 0,-1 1-1 0 0,1-1 1 0 0,0 1 0 0 0,-1 0 0 0 0,1 1 0 0 0,0 0 0 0 0,0 0-1 0 0,0 0 1 0 0,0 1 0 0 0,0 0 0 0 0,0 0 0 0 0,1 1 0 0 0,-8 5-1 0 0,-1 4-840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0 343 1519 0 0,'1'1'26'0'0,"0"0"-1"0"0,0 0 0 0 0,0 0 0 0 0,0-1 0 0 0,0 1 0 0 0,0 0 0 0 0,0-1 0 0 0,0 1 1 0 0,0-1-1 0 0,0 1 0 0 0,1-1 0 0 0,-1 0 0 0 0,0 1 0 0 0,0-1 0 0 0,0 0 0 0 0,1 0 0 0 0,-1 0 1 0 0,0 0-1 0 0,0 0 0 0 0,0 0 0 0 0,0 0 0 0 0,3-1 0 0 0,31-6 887 0 0,-31 6-800 0 0,10-3 106 0 0,-1 0 1 0 0,0-1 0 0 0,0 0-1 0 0,-1-2 1 0 0,0 1 0 0 0,0-1-1 0 0,0-1 1 0 0,-1 0 0 0 0,0-1-1 0 0,0 0 1 0 0,11-13 0 0 0,-14 13-147 0 0,0-1 1 0 0,-1 1 0 0 0,0-1-1 0 0,-1-1 1 0 0,0 1 0 0 0,0-1-1 0 0,-1 0 1 0 0,0-1 0 0 0,-1 1-1 0 0,-1-1 1 0 0,1 0 0 0 0,-2 0-1 0 0,3-19 1 0 0,-5 28-64 0 0,1-1 0 0 0,-1 0 0 0 0,0 1-1 0 0,-1-1 1 0 0,1 0 0 0 0,-1 1 0 0 0,1-1 0 0 0,-1 1 0 0 0,0-1-1 0 0,0 1 1 0 0,-1-1 0 0 0,1 1 0 0 0,-1 0 0 0 0,-2-5 0 0 0,3 6 0 0 0,-1 0 0 0 0,1 1 1 0 0,-1-1-1 0 0,0 1 0 0 0,1-1 0 0 0,-1 1 1 0 0,0 0-1 0 0,0 0 0 0 0,0 0 1 0 0,0 0-1 0 0,0 0 0 0 0,0 0 1 0 0,0 0-1 0 0,0 1 0 0 0,0-1 1 0 0,0 1-1 0 0,0-1 0 0 0,0 1 1 0 0,-1 0-1 0 0,1 0 0 0 0,0 0 0 0 0,0 0 1 0 0,0 1-1 0 0,-4 0 0 0 0,0 0 3 0 0,1 1 1 0 0,-1-1-1 0 0,0 1 0 0 0,1 1 0 0 0,-1-1 0 0 0,1 1 0 0 0,0 0 0 0 0,-1 0 0 0 0,1 1 0 0 0,1-1 0 0 0,-6 6 1 0 0,4-3-5 0 0,0 1 1 0 0,1 0 0 0 0,-1 0 0 0 0,1 0-1 0 0,1 1 1 0 0,-8 15 0 0 0,4-3 11 0 0,1-1 0 0 0,1 1-1 0 0,1 1 1 0 0,1-1 0 0 0,-3 40 0 0 0,5-36 51 0 0,1 0 0 0 0,2 0 1 0 0,0-1-1 0 0,1 1 0 0 0,2 0 1 0 0,9 37-1 0 0,-10-50 96 0 0,0-1-1 0 0,1 1 0 0 0,0-1 1 0 0,1 0-1 0 0,0 0 0 0 0,0-1 1 0 0,1 1-1 0 0,0-1 1 0 0,1-1-1 0 0,0 1 0 0 0,0-1 1 0 0,0 0-1 0 0,1-1 1 0 0,1 0-1 0 0,-1 0 0 0 0,13 7 1 0 0,-12-10-146 0 0,0 0 0 0 0,1-1 0 0 0,0 0 0 0 0,-1-1 0 0 0,1 0 0 0 0,0 0 0 0 0,0-1 0 0 0,0 0 0 0 0,0-1 1 0 0,16-2-1 0 0,-6-1-35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3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7 726 2759 0 0,'-6'21'6940'0'0,"16"-29"-6168"0"0,148-148 2504 0 0,-1-4-2898 0 0,143-189 0 0 0,-287 333-386 0 0,-8 9 0 0 0,0 0 0 0 0,1 0 0 0 0,0 0 0 0 0,0 1 0 0 0,0 0 0 0 0,1 1 0 0 0,6-6 0 0 0,-7 9-136 0 0,-5 4-172 0 0,3 6-80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5 2303 0 0,'-11'-5'8448'0'0,"72"125"-6280"0"0,-34-62-1616 0 0,3-1 0 0 0,3-1 0 0 0,62 83 0 0 0,-21-47-52 0 0,65 80 111 0 0,-124-155-485 0 0,0-1 1 0 0,0-1-1 0 0,29 21 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33 1 3223 0 0,'1'8'3439'0'0,"6"83"-1234"0"0,-6 126 1 0 0,-2-198-2063 0 0,-4 169 680 0 0,-5 228 592 0 0,-3-244-657 0 0,7-116-596 0 0,0 85-1 0 0,21 548-449 0 0,-23-359-1304 0 0,6-260 1443 0 0,3-2 144 0 0,10 77-1 0 0,-2-27 6 0 0,-2-44-21 0 0,2-1 0 0 0,29 116-1 0 0,40 174-137 0 0,-61-276 24 0 0,-13-66-1019 0 0,10 29 1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44 8 1839 0 0,'-3'-8'6228'0'0,"-1"25"-5124"0"0,5 32-202 0 0,-1-13-584 0 0,0 204 1181 0 0,2-107-1360 0 0,-12 187 63 0 0,-2-199-201 0 0,5-51-79 0 0,1 95-1 0 0,16-33 155 0 0,-1-38-20 0 0,-7-5 308 0 0,-10 105 0 0 0,0-56-100 0 0,3 295 48 0 0,15-131-186 0 0,-7-252-110 0 0,0 0 140 0 0,8 198 394 0 0,-12-188-563 0 0,-2-1-1 0 0,-11 69 1 0 0,6-61 31 0 0,3 0-1 0 0,5 114 1 0 0,2-67-7 0 0,1-81-3996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126 130 6447 0 0,'-77'-36'3201'0'0,"29"-5"2132"0"0,49 36-5176 0 0,1 1 0 0 0,0 0 0 0 0,0 0 0 0 0,0 0 0 0 0,0 1 0 0 0,0 0 0 0 0,0 0 0 0 0,0 0 0 0 0,0 1 0 0 0,1-1 0 0 0,-1 2 0 0 0,0-1 0 0 0,1 1 0 0 0,-1 0 0 0 0,0 0 0 0 0,1 0 0 0 0,-1 1 0 0 0,0 0 0 0 0,1 0 0 0 0,-1 1 0 0 0,3 1 0 0 0,-3-2-191 0 0,10 11-1252 0 0,49 44-4846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23 3679 0 0,'0'-2'199'0'0,"-1"1"-1"0"0,0 0 0 0 0,1 0 1 0 0,-1-1-1 0 0,0 1 0 0 0,0 0 1 0 0,0 0-1 0 0,0 0 0 0 0,0 0 1 0 0,0 0-1 0 0,0 0 0 0 0,-1 1 1 0 0,1-1-1 0 0,0 0 0 0 0,-1 0 0 0 0,1 1 1 0 0,0-1-1 0 0,-1 0 0 0 0,1 1 1 0 0,-1 0-1 0 0,1-1 0 0 0,-1 1 1 0 0,1 0-1 0 0,-1-1 0 0 0,1 1 1 0 0,-1 0-1 0 0,1 0 0 0 0,-1 0 1 0 0,-29 16 7232 0 0,-14 36-7143 0 0,44-51-288 0 0,0 1 0 0 0,0-1-1 0 0,0 0 1 0 0,0 0 0 0 0,0 1 0 0 0,1-1 0 0 0,-1 0-1 0 0,0 1 1 0 0,1-1 0 0 0,0 1 0 0 0,-1-1 0 0 0,1 1-1 0 0,0-1 1 0 0,0 1 0 0 0,0-1 0 0 0,0 1 0 0 0,0-1-1 0 0,0 1 1 0 0,0-1 0 0 0,1 0 0 0 0,-1 1 0 0 0,1-1-1 0 0,-1 1 1 0 0,1-1 0 0 0,0 0 0 0 0,-1 1 0 0 0,1-1-1 0 0,0 0 1 0 0,0 1 0 0 0,0-1 0 0 0,0 0 0 0 0,0 0-1 0 0,1 0 1 0 0,-1 0 0 0 0,0 0 0 0 0,0 0 0 0 0,1 0-1 0 0,-1 0 1 0 0,1-1 0 0 0,-1 1 0 0 0,1 0 0 0 0,-1-1 0 0 0,1 1-1 0 0,0-1 1 0 0,-1 1 0 0 0,1-1 0 0 0,0 0 0 0 0,-1 0-1 0 0,1 1 1 0 0,0-1 0 0 0,-1 0 0 0 0,1 0 0 0 0,0 0-1 0 0,-1-1 1 0 0,1 1 0 0 0,0 0 0 0 0,2-1 0 0 0,2 2-662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123 111 6911 0 0,'-38'-17'-343'0'0,"-25"-38"4610"0"0,42 21-441 0 0,67 51-3742 0 0,-27 2-5358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44 1863 0 0,'13'47'4272'0'0,"-13"-46"-4200"0"0,1 0-1 0 0,-1-1 1 0 0,1 1-1 0 0,-1 0 1 0 0,1-1-1 0 0,-1 1 1 0 0,0 0-1 0 0,1-1 1 0 0,-1 1-1 0 0,0 0 1 0 0,1 0-1 0 0,-1-1 1 0 0,0 1-1 0 0,0 0 1 0 0,0 0-1 0 0,0-1 1 0 0,0 1-1 0 0,0 0 1 0 0,0 0-1 0 0,0 0 1 0 0,0-1-1 0 0,-1 1 1 0 0,1 0-1 0 0,0 0 0 0 0,0-1 1 0 0,-1 1-1 0 0,1 0 1 0 0,-1-1-1 0 0,1 1 1 0 0,0 0-1 0 0,-1-1 1 0 0,0 1-1 0 0,1-1 1 0 0,-1 1-1 0 0,1 0 1 0 0,-1-1-1 0 0,0 1 1 0 0,1-1-1 0 0,-1 0 1 0 0,0 1-1 0 0,0-1 1 0 0,1 1-1 0 0,-1-1 1 0 0,0 0-1 0 0,0 0 1 0 0,0 1-1 0 0,0-1 1 0 0,1 0-1 0 0,-1 0 1 0 0,0 0-1 0 0,0 0 1 0 0,0 0-1 0 0,0 0 0 0 0,0 0 1 0 0,0 0-1 0 0,1 0 1 0 0,-1 0-1 0 0,0 0 1 0 0,0 0-1 0 0,0-1 1 0 0,0 1-1 0 0,-74-39 233 0 0,73 38-276 0 0,1 0 0 0 0,-1 0 0 0 0,1 0 0 0 0,0 0-1 0 0,-1 0 1 0 0,1-1 0 0 0,0 1 0 0 0,0 0-1 0 0,0-1 1 0 0,0 1 0 0 0,0 0 0 0 0,0-1 0 0 0,0 1-1 0 0,1-1 1 0 0,-1 1 0 0 0,1-1 0 0 0,-1 0 0 0 0,1 1-1 0 0,-1-1 1 0 0,1 1 0 0 0,0-1 0 0 0,0 0 0 0 0,0 1-1 0 0,0-1 1 0 0,0 1 0 0 0,1-1 0 0 0,-1 0 0 0 0,0 1-1 0 0,1-1 1 0 0,0 1 0 0 0,-1-1 0 0 0,1 1 0 0 0,0-1-1 0 0,0 1 1 0 0,0-1 0 0 0,0 1 0 0 0,0 0 0 0 0,0-1-1 0 0,0 1 1 0 0,0 0 0 0 0,1 0 0 0 0,-1 0-1 0 0,0 0 1 0 0,1 0 0 0 0,-1 0 0 0 0,1 0 0 0 0,0 0-1 0 0,-1 1 1 0 0,1-1 0 0 0,0 0 0 0 0,-1 1 0 0 0,1-1-1 0 0,0 1 1 0 0,0 0 0 0 0,0-1 0 0 0,-1 1 0 0 0,4 0-1 0 0,1-3-55 0 0,2-4 28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22 4143 0 0,'0'-1'191'0'0,"0"-1"-11"0"0,2 1 228 0 0,1 0 0 0 0,-1 0 1 0 0,0 0-1 0 0,0 0 0 0 0,1 0 0 0 0,-1 1 0 0 0,0-1 1 0 0,1 1-1 0 0,-1 0 0 0 0,1 0 0 0 0,-1 0 0 0 0,0 0 1 0 0,1 0-1 0 0,-1 0 0 0 0,0 1 0 0 0,1-1 0 0 0,-1 1 1 0 0,0 0-1 0 0,4 1 0 0 0,33 13 1879 0 0,-36-14-2682 0 0,-1 0 414 0 0,0 0 0 0 0,0 0-1 0 0,0 1 1 0 0,0-1 0 0 0,0 1 0 0 0,0-1 0 0 0,0 1-1 0 0,-1-1 1 0 0,1 1 0 0 0,-1 0 0 0 0,1 0-1 0 0,-1 0 1 0 0,0 0 0 0 0,1 0 0 0 0,-1 0 0 0 0,0 0-1 0 0,-1 1 1 0 0,1-1 0 0 0,0 0 0 0 0,0 0-1 0 0,-1 1 1 0 0,0-1 0 0 0,1 1 0 0 0,-1-1 0 0 0,0 0-1 0 0,0 1 1 0 0,0-1 0 0 0,0 0 0 0 0,-1 1 0 0 0,1-1-1 0 0,-1 0 1 0 0,1 1 0 0 0,-1-1 0 0 0,0 0-1 0 0,0 0 1 0 0,0 1 0 0 0,0-1 0 0 0,0 0 0 0 0,-1 0-1 0 0,1 0 1 0 0,-1-1 0 0 0,1 1 0 0 0,-1 0-1 0 0,-3 3 1 0 0,3-4 641 0 0,1-1-646 0 0,1 0 1 0 0,0 0-1 0 0,-1 0 0 0 0,1 0 1 0 0,-1 0-1 0 0,1 0 0 0 0,0 0 0 0 0,-1 0 1 0 0,1 0-1 0 0,-1 0 0 0 0,1 0 1 0 0,0 0-1 0 0,-1 0 0 0 0,1-1 1 0 0,-1 1-1 0 0,1 0 0 0 0,0 0 1 0 0,-1 0-1 0 0,1-1 0 0 0,0 1 1 0 0,0 0-1 0 0,-1 0 0 0 0,1-1 1 0 0,0 1-1 0 0,-1 0 0 0 0,1-1 1 0 0,0 1-1 0 0,0 0 0 0 0,0-1 1 0 0,-1 1-1 0 0,1-1 0 0 0,0 1 0 0 0,0 0 1 0 0,0-1-1 0 0,0 1 0 0 0,0-1 1 0 0,0 1-1 0 0,0 0 0 0 0,0-1 1 0 0,0 1-1 0 0,0-1 0 0 0,0 1 1 0 0,0 0-1 0 0,0-1 0 0 0,0 1 1 0 0,0-1-1 0 0,0 1 0 0 0,0-1 1 0 0,0-2-16 0 0,-3-50 90 0 0,3 50-86 0 0,1 0-1 0 0,-1 0 1 0 0,0 0-1 0 0,1 1 1 0 0,-1-1-1 0 0,1 0 0 0 0,0 1 1 0 0,0-1-1 0 0,0 1 1 0 0,0-1-1 0 0,0 1 1 0 0,0-1-1 0 0,1 1 1 0 0,-1 0-1 0 0,1-1 1 0 0,0 1-1 0 0,0 0 0 0 0,0 0 1 0 0,0 0-1 0 0,0 0 1 0 0,3-1-1 0 0,-5 3-14 0 0,0 0-1 0 0,1 0 0 0 0,-1 0 0 0 0,0 0 1 0 0,1 0-1 0 0,-1 0 0 0 0,0 0 0 0 0,1 0 1 0 0,-1 0-1 0 0,0 0 0 0 0,1 0 0 0 0,-1 0 1 0 0,0 0-1 0 0,1 0 0 0 0,-1 1 1 0 0,0-1-1 0 0,0 0 0 0 0,1 0 0 0 0,-1 0 1 0 0,0 1-1 0 0,0-1 0 0 0,1 0 0 0 0,-1 0 1 0 0,0 1-1 0 0,0-1 0 0 0,0 0 0 0 0,1 0 1 0 0,-1 1-1 0 0,0-1 0 0 0,0 0 0 0 0,0 0 1 0 0,0 1-1 0 0,0-1 0 0 0,0 0 1 0 0,0 1-1 0 0,0-1 0 0 0,1 0 0 0 0,-1 1 1 0 0,0-1-1 0 0,0 0 0 0 0,0 1 0 0 0,-1-1 1 0 0,1 0-1 0 0,0 1 0 0 0,0-1 1 0 0,1 3-669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88 125 6911 0 0,'-2'0'37'0'0,"-1"0"-1"0"0,1-1 1 0 0,0 0-1 0 0,-1 0 1 0 0,1 1-1 0 0,0-2 1 0 0,0 1-1 0 0,0 0 1 0 0,0 0-1 0 0,0-1 0 0 0,0 1 1 0 0,0-1-1 0 0,0 0 1 0 0,0 1-1 0 0,1-1 1 0 0,-1 0-1 0 0,0 0 1 0 0,1-1-1 0 0,0 1 1 0 0,-1 0-1 0 0,1 0 1 0 0,0-1-1 0 0,0 1 0 0 0,0-1 1 0 0,0 1-1 0 0,1-1 1 0 0,-1 1-1 0 0,1-1 1 0 0,-1 0-1 0 0,1 1 1 0 0,0-1-1 0 0,0 0 1 0 0,0 1-1 0 0,0-1 1 0 0,0 1-1 0 0,0-1 0 0 0,1 0 1 0 0,-1 1-1 0 0,1-1 1 0 0,0 1-1 0 0,-1-1 1 0 0,1 1-1 0 0,0-1 1 0 0,1 1-1 0 0,-1-1 1 0 0,0 1-1 0 0,0 0 1 0 0,1 0-1 0 0,-1 0 0 0 0,1 0 1 0 0,2-2-1 0 0,-3 2-35 0 0,0 1-1 0 0,0 0 0 0 0,0 0 0 0 0,0-1 0 0 0,1 1 1 0 0,-1 0-1 0 0,0 0 0 0 0,1 0 0 0 0,-1 1 0 0 0,1-1 0 0 0,-1 0 1 0 0,0 0-1 0 0,1 1 0 0 0,0-1 0 0 0,-1 1 0 0 0,1 0 1 0 0,-1-1-1 0 0,1 1 0 0 0,-1 0 0 0 0,1 0 0 0 0,0 0 1 0 0,-1 0-1 0 0,1 0 0 0 0,-1 1 0 0 0,1-1 0 0 0,-1 0 1 0 0,1 1-1 0 0,-1-1 0 0 0,1 1 0 0 0,-1 0 0 0 0,1 0 1 0 0,-1-1-1 0 0,1 1 0 0 0,-1 0 0 0 0,0 0 0 0 0,0 0 1 0 0,1 1-1 0 0,-1-1 0 0 0,0 0 0 0 0,0 1 0 0 0,0-1 0 0 0,0 0 1 0 0,0 1-1 0 0,0-1 0 0 0,-1 1 0 0 0,1 0 0 0 0,0-1 1 0 0,-1 1-1 0 0,1-1 0 0 0,-1 1 0 0 0,1 0 0 0 0,-1 0 1 0 0,0-1-1 0 0,0 1 0 0 0,0 0 0 0 0,1 0 0 0 0,-2 0 1 0 0,1-1-1 0 0,0 1 0 0 0,0 0 0 0 0,-1 3 0 0 0,-4 2 213 0 0,-1-1-1 0 0,1 0 1 0 0,-1 0-1 0 0,0 0 1 0 0,0-1-1 0 0,-1 0 1 0 0,1 0-1 0 0,-1-1 1 0 0,0 0-1 0 0,0 0 1 0 0,0 0-1 0 0,-1-1 1 0 0,-7 2-1 0 0,-4-10 51 0 0,14 5-249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97 2303 0 0,'0'1'167'0'0,"0"1"-78"0"0,8 15 1152 0 0,-8-16-1141 0 0,1-1 0 0 0,-1 1 0 0 0,0-1 0 0 0,0 1 0 0 0,1-1 0 0 0,-1 0 0 0 0,0 1 1 0 0,0-1-1 0 0,1 1 0 0 0,-1-1 0 0 0,0 0 0 0 0,1 0 0 0 0,-1 1 0 0 0,0-1 0 0 0,1 0 0 0 0,-1 0 0 0 0,0 1 0 0 0,1-1 1 0 0,-1 0-1 0 0,0 0 0 0 0,1 0 0 0 0,-1 0 0 0 0,0 0 0 0 0,1 0 0 0 0,-1 0 0 0 0,1 0 0 0 0,-1 0 0 0 0,0 0 0 0 0,1-1 1 0 0,-1 1-1 0 0,0 0 0 0 0,1 0 0 0 0,-1 0 0 0 0,0-1 0 0 0,1 1 0 0 0,-1 0 0 0 0,0-1 0 0 0,1 1 0 0 0,5-19-60 0 0,-3 7 40 0 0,1-1-1 0 0,0 2 0 0 0,0-1 1 0 0,1 1-1 0 0,7-14 0 0 0,-11 23-69 0 0,0 0-1 0 0,0 1 1 0 0,0 0-1 0 0,0-1 1 0 0,0 1-1 0 0,0 0 1 0 0,0 0-1 0 0,0 0 1 0 0,0 0-1 0 0,0 0 1 0 0,0 0-1 0 0,1 0 1 0 0,-1 1-1 0 0,0-1 1 0 0,0 1-1 0 0,1 0 1 0 0,-1-1-1 0 0,0 1 1 0 0,0 0-1 0 0,1 0 1 0 0,-1 0-1 0 0,0 1 1 0 0,0-1 0 0 0,1 0-1 0 0,-1 1 1 0 0,0 0-1 0 0,0-1 1 0 0,0 1-1 0 0,1 0 1 0 0,-1 0-1 0 0,0 0 1 0 0,0 0-1 0 0,0 0 1 0 0,0 1-1 0 0,0-1 1 0 0,0 0-1 0 0,0 1 1 0 0,0-1-1 0 0,-1 1 1 0 0,1 0-1 0 0,0-1 1 0 0,0 1-1 0 0,-1 0 1 0 0,2 3-1 0 0,-2-3 27 0 0,1 0 0 0 0,0-1 0 0 0,-1 1 0 0 0,1 0 0 0 0,0 1 0 0 0,-1-1 0 0 0,0 0-1 0 0,1 0 1 0 0,-1 0 0 0 0,0 0 0 0 0,1 1 0 0 0,-1-1 0 0 0,0 0 0 0 0,0 0 0 0 0,0 1-1 0 0,0-1 1 0 0,-1 0 0 0 0,1 0 0 0 0,0 1 0 0 0,0-1 0 0 0,-1 0 0 0 0,1 0 0 0 0,-1 0-1 0 0,1 0 1 0 0,-1 0 0 0 0,0 0 0 0 0,1 0 0 0 0,-1 0 0 0 0,0 0 0 0 0,0 0 0 0 0,1-1-1 0 0,-1 1 1 0 0,0-1 0 0 0,0 1 0 0 0,0-1 0 0 0,-1 1 0 0 0,1-1 0 0 0,0 0 0 0 0,0 0-1 0 0,0 0 1 0 0,0 0 0 0 0,-1 0 0 0 0,1-1 0 0 0,0 1 0 0 0,0-1 0 0 0,-1 1 0 0 0,1-1-1 0 0,0 0 1 0 0,-1 1 0 0 0,1-1 0 0 0,0 0 0 0 0,-1-1 0 0 0,1 1 0 0 0,0 0 0 0 0,-1-1-1 0 0,1 1 1 0 0,0-1 0 0 0,0 0 0 0 0,-1 0 0 0 0,1 0 0 0 0,0 0 0 0 0,0 0 0 0 0,0 0-1 0 0,-2-2 1 0 0,-2-3 277 0 0,0 1 0 0 0,0 0 0 0 0,-1 1-1 0 0,1 0 1 0 0,-1 0 0 0 0,-8-3-1 0 0,-16-12 743 0 0,35 27-1851 0 0,4-4-3984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80 919 0 0,'-40'27'2818'0'0,"37"-24"-2544"0"0,0-1 1 0 0,-1 0 0 0 0,1 0-1 0 0,0 0 1 0 0,-1-1 0 0 0,1 0 0 0 0,-1 1-1 0 0,0-2 1 0 0,1 1 0 0 0,-1 0-1 0 0,0-1 1 0 0,1 0 0 0 0,-1 0-1 0 0,0 0 1 0 0,1-1 0 0 0,-7-1-1 0 0,9 1-164 0 0,0 1-1 0 0,-1-1 1 0 0,1 0-1 0 0,0 0 1 0 0,0 1-1 0 0,0-1 1 0 0,0 0-1 0 0,1 0 1 0 0,-1 0-1 0 0,0 0 1 0 0,0-1-1 0 0,0 1 1 0 0,1 0-1 0 0,-1 0 1 0 0,0 0-1 0 0,1-1 1 0 0,-1 1-1 0 0,1-1 1 0 0,-1 1-1 0 0,0-3 0 0 0,1 1-90 0 0,0-1-1 0 0,0 0 0 0 0,-1 1 0 0 0,2-1 0 0 0,-1 0 1 0 0,0 1-1 0 0,1-1 0 0 0,-1 0 0 0 0,1 1 0 0 0,0-1 1 0 0,0 1-1 0 0,1-4 0 0 0,0 4 9 0 0,-1-1 1 0 0,1 1-1 0 0,0 1 0 0 0,0-1 1 0 0,0 0-1 0 0,0 1 0 0 0,0-1 1 0 0,0 1-1 0 0,0 0 0 0 0,1-1 1 0 0,-1 2-1 0 0,1-1 0 0 0,-1 0 0 0 0,1 1 1 0 0,0-1-1 0 0,-1 1 0 0 0,1 0 1 0 0,5-1-1 0 0,-6 1-28 0 0,0 0-1 0 0,0 1 1 0 0,0-1-1 0 0,0 1 1 0 0,0 0-1 0 0,1 0 1 0 0,-1 0-1 0 0,0 0 1 0 0,0 0 0 0 0,0 0-1 0 0,1 1 1 0 0,-1-1-1 0 0,0 1 1 0 0,0 0-1 0 0,0 0 1 0 0,0 0-1 0 0,0 0 1 0 0,0 0-1 0 0,0 1 1 0 0,0-1 0 0 0,-1 1-1 0 0,1 0 1 0 0,0-1-1 0 0,0 1 1 0 0,1 3-1 0 0,-3-4 6 0 0,1 1 0 0 0,-1 0 1 0 0,0-1-1 0 0,0 1 0 0 0,0 0 0 0 0,0 0 0 0 0,0-1 0 0 0,0 1 0 0 0,0 0 0 0 0,0-1 0 0 0,0 1 0 0 0,-1 0 0 0 0,1-1 0 0 0,0 1 0 0 0,-1 0 0 0 0,1-1 0 0 0,-1 1 0 0 0,0-1 0 0 0,1 1 0 0 0,-1-1 1 0 0,0 1-1 0 0,0-1 0 0 0,0 0 0 0 0,0 1 0 0 0,0-1 0 0 0,0 0 0 0 0,0 0 0 0 0,0 0 0 0 0,0 0 0 0 0,0 0 0 0 0,0 0 0 0 0,0 0 0 0 0,-1-1 0 0 0,1 1 0 0 0,0 0 0 0 0,-1-1 0 0 0,1 1 1 0 0,-2-1-1 0 0,-22 7 292 0 0,25-7-296 0 0,0 0 0 0 0,0-1 0 0 0,-1 1 0 0 0,1 0 0 0 0,0 0 0 0 0,-1 0 0 0 0,1 0 0 0 0,0 0 0 0 0,0 0 0 0 0,-1-1 0 0 0,1 1 0 0 0,0 0 0 0 0,0 0 0 0 0,-1 0 0 0 0,1-1 0 0 0,0 1 0 0 0,0 0-1 0 0,0-1 1 0 0,-1 1 0 0 0,1 0 0 0 0,0 0 0 0 0,0-1 0 0 0,0 1 0 0 0,0 0 0 0 0,0-1 0 0 0,-1 1 0 0 0,1 0 0 0 0,0-1 0 0 0,0 1 0 0 0,0 0 0 0 0,0-1 0 0 0,0 1 0 0 0,0-1 0 0 0,0 1 0 0 0,0 0-1 0 0,0-1 1 0 0,0 1 0 0 0,0 0 0 0 0,0-1 0 0 0,0 1 0 0 0,0 0 0 0 0,1-1 0 0 0,-1 1 0 0 0,0-1 0 0 0,0 1 0 0 0,0 0 0 0 0,0 0 0 0 0,0-1 0 0 0,1 1 0 0 0,-1 0 0 0 0,0-1 0 0 0,0 1 0 0 0,0 0-1 0 0,1 0 1 0 0,-1-1 0 0 0,0 1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91 3223 0 0,'0'-1'-8'0'0,"-1"-1"0"0"0,1 0-1 0 0,0 1 1 0 0,1-1-1 0 0,-1 1 1 0 0,0-1-1 0 0,0 0 1 0 0,0 1-1 0 0,0-1 1 0 0,1 1-1 0 0,-1-1 1 0 0,0 1-1 0 0,1-1 1 0 0,-1 1-1 0 0,1 0 1 0 0,-1-1-1 0 0,1 1 1 0 0,-1 0 0 0 0,1 0-1 0 0,-1 0 1 0 0,1-1-1 0 0,0 1 1 0 0,-1 0-1 0 0,1 0 1 0 0,0 1-1 0 0,-1-1 1 0 0,1 0-1 0 0,1-1 1 0 0,6-6 2084 0 0,-2 3-1860 0 0,0 0-144 0 0,-1-1-38 0 0,1 1 0 0 0,0 1 0 0 0,0-1 0 0 0,0 2 1 0 0,1-1-1 0 0,9-2 0 0 0,-16 7-28 0 0,1-1 0 0 0,-1 0 1 0 0,0 0-1 0 0,0 1 1 0 0,0-1-1 0 0,1 0 0 0 0,-1 1 1 0 0,0-1-1 0 0,0 0 0 0 0,0 1 1 0 0,0-1-1 0 0,0 0 1 0 0,0 1-1 0 0,1-1 0 0 0,-1 0 1 0 0,0 1-1 0 0,0-1 0 0 0,0 1 1 0 0,0-1-1 0 0,0 0 0 0 0,0 1 1 0 0,0-1-1 0 0,0 1 1 0 0,0-1-1 0 0,0 1 0 0 0,0-1 1 0 0,0 0-1 0 0,0 1 0 0 0,0-1 1 0 0,0 1-1 0 0,0-1 0 0 0,0 0 1 0 0,0 1-1 0 0,-1-1 1 0 0,1 1-1 0 0,0-1 0 0 0,0 0 1 0 0,0 1-1 0 0,0-1 0 0 0,0 0 1 0 0,0 1-1 0 0,-1-1 1 0 0,1 0-1 0 0,0 1 0 0 0,0-1 1 0 0,0 0-1 0 0,0 0 0 0 0,-1 0 1 0 0,1 1-1 0 0,0-1 0 0 0,0 0 1 0 0,0 0-1 0 0,-1 0 1 0 0,1 0-1 0 0,0 0 0 0 0,0 1 1 0 0,-1-1-1 0 0,-18 33 1414 0 0,15-26-1330 0 0,-37 46 792 0 0,39-51-731 0 0,0 0 0 0 0,0 0 0 0 0,0-1 0 0 0,0 1 0 0 0,0-1 0 0 0,0 0 0 0 0,0 0 0 0 0,0 0 0 0 0,0-1 0 0 0,-1 1 0 0 0,1-1 0 0 0,0 0 0 0 0,0 0 0 0 0,0-1 0 0 0,0 1 0 0 0,-1-1 0 0 0,1 0 0 0 0,0 0 0 0 0,0 0 0 0 0,0 0 0 0 0,0-1 0 0 0,-2-2 0 0 0,3 3-133 0 0,1 1 0 0 0,-1-1 1 0 0,1 0-1 0 0,0 0 0 0 0,-1 1 0 0 0,1-1 0 0 0,0 0 0 0 0,-1 0 0 0 0,1 0 0 0 0,0 0 0 0 0,0 0 0 0 0,-1 1 0 0 0,1-1 0 0 0,0 0 1 0 0,0 0-1 0 0,0 0 0 0 0,0 0 0 0 0,0 0 0 0 0,0 0 0 0 0,0 0 0 0 0,0 0 0 0 0,0-1 0 0 0,0 1 0 0 0,0 0 0 0 0,0 0 0 0 0,0 0 1 0 0,0 0-1 0 0,0 0 0 0 0,0 1 0 0 0,1-1 0 0 0,-1 0 0 0 0,0 0 0 0 0,0 0 0 0 0,1-1 0 0 0,12-27 25 0 0,-4 20-103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46 114 2303 0 0,'-1'1'109'0'0,"0"-1"-1"0"0,0 0 0 0 0,0 1 0 0 0,0-1 0 0 0,0 0 0 0 0,0 0 1 0 0,0 0-1 0 0,0 1 0 0 0,0-1 0 0 0,0 0 0 0 0,0 0 0 0 0,-1 0 1 0 0,1 0-1 0 0,0-1 0 0 0,0 1 0 0 0,0 0 0 0 0,0 0 0 0 0,0 0 0 0 0,0-1 1 0 0,0 1-1 0 0,0-1 0 0 0,0 1 0 0 0,0 0 0 0 0,0-1 0 0 0,0 1 1 0 0,0-1-1 0 0,1 0 0 0 0,-1 1 0 0 0,0-1 0 0 0,0 1 0 0 0,1-1 1 0 0,-4-3 2533 0 0,3-2-2178 0 0,0 3-438 0 0,0-1 1 0 0,1 1-1 0 0,-1 0 0 0 0,1 0 0 0 0,0-1 0 0 0,0 1 0 0 0,0 0 0 0 0,1 0 0 0 0,0-1 1 0 0,-1 1-1 0 0,1 0 0 0 0,0 0 0 0 0,1 0 0 0 0,-1 0 0 0 0,1 0 0 0 0,0 0 0 0 0,0 0 1 0 0,0 1-1 0 0,0-1 0 0 0,0 0 0 0 0,1 1 0 0 0,-1-1 0 0 0,1 1 0 0 0,0 0 0 0 0,0 0 1 0 0,6-4-1 0 0,-6 4-40 0 0,1 0 0 0 0,0 1 0 0 0,0-1 0 0 0,-1 0 0 0 0,1 1 0 0 0,0 0 0 0 0,0 0 0 0 0,1 0 0 0 0,-1 0 0 0 0,0 0 0 0 0,9 0 0 0 0,-12 1 10 0 0,0 0-1 0 0,0 0 1 0 0,-1 0-1 0 0,1 0 1 0 0,0 1 0 0 0,0-1-1 0 0,0 0 1 0 0,0 0 0 0 0,0 0-1 0 0,0 1 1 0 0,-1-1-1 0 0,1 0 1 0 0,0 1 0 0 0,0-1-1 0 0,0 1 1 0 0,-1-1 0 0 0,1 1-1 0 0,0-1 1 0 0,-1 1-1 0 0,1-1 1 0 0,0 1 0 0 0,0 0-1 0 0,-1 1 3 0 0,1-1-1 0 0,-1 1 0 0 0,1-1 1 0 0,-1 0-1 0 0,0 1 0 0 0,0-1 1 0 0,0 1-1 0 0,0-1 0 0 0,0 0 1 0 0,0 1-1 0 0,-1-1 1 0 0,1 1-1 0 0,0-1 0 0 0,-1 0 1 0 0,1 1-1 0 0,-2 1 0 0 0,-1 4 120 0 0,-1-1 0 0 0,0 0 0 0 0,0 1 0 0 0,0-2 0 0 0,-1 1-1 0 0,0 0 1 0 0,0-1 0 0 0,-1 0 0 0 0,0 0 0 0 0,0 0 0 0 0,0 0-1 0 0,-1-1 1 0 0,1 0 0 0 0,-1 0 0 0 0,-15 6 0 0 0,21-10-102 0 0,1 0 1 0 0,-1 0 0 0 0,1 0 0 0 0,-1 1 0 0 0,0-1 0 0 0,1 0-1 0 0,-1 0 1 0 0,1 0 0 0 0,-1 0 0 0 0,0 0 0 0 0,1 0 0 0 0,-1 0-1 0 0,1 0 1 0 0,-1 0 0 0 0,0 0 0 0 0,1 0 0 0 0,-1 0 0 0 0,1 0 0 0 0,-1 0-1 0 0,0-1 1 0 0,1 1 0 0 0,-1 0 0 0 0,1 0 0 0 0,-1-1 0 0 0,1 1-1 0 0,-1 0 1 0 0,1-1 0 0 0,-1 1 0 0 0,1 0 0 0 0,-1-1 0 0 0,1 1-1 0 0,0 0 1 0 0,-1-1 0 0 0,1 1 0 0 0,0-1 0 0 0,-1 1 0 0 0,1-1-1 0 0,0 1 1 0 0,-1 0 0 0 0,1-1 0 0 0,0 1 0 0 0,0-1 0 0 0,0 1-1 0 0,0-1 1 0 0,0 1 0 0 0,0-1 0 0 0,0 0 0 0 0,2-3-70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61 2303 0 0,'-2'0'211'0'0,"0"0"-1"0"0,0 0 0 0 0,0-1 0 0 0,0 1 0 0 0,0-1 0 0 0,0 1 0 0 0,0-1 1 0 0,0 0-1 0 0,0 0 0 0 0,0 0 0 0 0,0 0 0 0 0,0 0 0 0 0,0 0 0 0 0,1 0 1 0 0,-1 0-1 0 0,0-1 0 0 0,1 1 0 0 0,-1 0 0 0 0,1-1 0 0 0,-2-2 0 0 0,3 4-116 0 0,-1-1 0 0 0,1 0 0 0 0,-1 1 0 0 0,1-1 0 0 0,0 0 0 0 0,0 1 0 0 0,-1-1 0 0 0,1 0 0 0 0,0 0 1 0 0,0 1-1 0 0,0-1 0 0 0,0 0 0 0 0,0 0 0 0 0,0 1 0 0 0,0-1 0 0 0,0 0 0 0 0,0 0 0 0 0,1 1 0 0 0,-1-1 0 0 0,0 0 0 0 0,1-1 0 0 0,0 1-57 0 0,0 0 0 0 0,0 0 0 0 0,0 0 1 0 0,0 0-1 0 0,0 0 0 0 0,1 0 0 0 0,-1 0 1 0 0,0 0-1 0 0,0 0 0 0 0,1 1 0 0 0,-1-1 1 0 0,1 1-1 0 0,-1-1 0 0 0,1 1 0 0 0,2-1 1 0 0,-3 0-36 0 0,6-1 13 0 0,1 0 0 0 0,-1 1 0 0 0,1-1 0 0 0,0 1 0 0 0,12 0 0 0 0,-19 1-19 0 0,1 0 0 0 0,0 1-1 0 0,0-1 1 0 0,0 0 0 0 0,-1 1-1 0 0,1-1 1 0 0,0 1 0 0 0,-1-1-1 0 0,1 1 1 0 0,0 0 0 0 0,-1 0-1 0 0,1 0 1 0 0,-1 0 0 0 0,1 0-1 0 0,-1 0 1 0 0,0 0 0 0 0,1 0-1 0 0,-1 0 1 0 0,0 0 0 0 0,0 1-1 0 0,0-1 1 0 0,0 1 0 0 0,0-1-1 0 0,0 0 1 0 0,0 1 0 0 0,0 0-1 0 0,-1-1 1 0 0,1 1 0 0 0,0 1-1 0 0,-1 0 32 0 0,0 0 0 0 0,0 0 0 0 0,1 0-1 0 0,-2 0 1 0 0,1 0 0 0 0,0 0 0 0 0,-1 0-1 0 0,1-1 1 0 0,-1 1 0 0 0,0 0 0 0 0,0 0-1 0 0,0-1 1 0 0,-1 1 0 0 0,1 0 0 0 0,-1-1-1 0 0,1 1 1 0 0,-1-1 0 0 0,0 0 0 0 0,0 1-1 0 0,0-1 1 0 0,-1 0 0 0 0,-2 2 0 0 0,2-1 154 0 0,-1 0 0 0 0,0 0 1 0 0,1 0-1 0 0,-1-1 1 0 0,0 1-1 0 0,0-1 0 0 0,-1 0 1 0 0,1 0-1 0 0,-1 0 0 0 0,1-1 1 0 0,-1 0-1 0 0,1 1 1 0 0,-1-1-1 0 0,-6 0 0 0 0,10-1-159 0 0,1 0 0 0 0,-1 0 0 0 0,1 0 0 0 0,-1 0 0 0 0,1 0 0 0 0,-1 0 0 0 0,1 0-1 0 0,-1 0 1 0 0,1 0 0 0 0,0 0 0 0 0,-1-1 0 0 0,1 1 0 0 0,-1 0 0 0 0,1 0 0 0 0,-1 0 0 0 0,1-1-1 0 0,0 1 1 0 0,-1 0 0 0 0,1 0 0 0 0,-1-1 0 0 0,1 1 0 0 0,0 0 0 0 0,-1-1 0 0 0,1 1 0 0 0,0-1-1 0 0,0 1 1 0 0,-1 0 0 0 0,1-1 0 0 0,0 1 0 0 0,0-1 0 0 0,0 1 0 0 0,-1 0 0 0 0,1-1 0 0 0,0 1-1 0 0,0-1 1 0 0,0 1 0 0 0,0-1 0 0 0,0 0 0 0 0,4-17 185 0 0,-4 15-212 0 0,3-4-75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 1839 0 0,'4'-14'624'0'0,"13"-12"502"0"0,-7 22 53 0 0,-6 18 7159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94 1375 0 0,'-12'1'796'0'0,"10"-1"-441"0"0,-1 1 0 0 0,0-1 0 0 0,0 1 0 0 0,0-1 0 0 0,0 0 0 0 0,0 0 0 0 0,0 0 0 0 0,0-1 0 0 0,0 1 0 0 0,0 0 0 0 0,-5-2 0 0 0,4 0-57 0 0,-1 0-1 0 0,1 0 1 0 0,0-1-1 0 0,1 1 1 0 0,-1 0-1 0 0,1-1 1 0 0,-1 0-1 0 0,1 0 1 0 0,0 0-1 0 0,0 0 1 0 0,1 0-1 0 0,-3-4 1 0 0,3 5-270 0 0,0 0-1 0 0,1 0 1 0 0,-1-1 0 0 0,1 1 0 0 0,0 0 0 0 0,0-1 0 0 0,0 1-1 0 0,0-1 1 0 0,1 1 0 0 0,-1-1 0 0 0,1 1 0 0 0,0-1-1 0 0,-1 1 1 0 0,2-1 0 0 0,-1 1 0 0 0,0-1 0 0 0,1 1 0 0 0,1-5-1 0 0,0 6-35 0 0,0 0-1 0 0,-1 1 1 0 0,1-1-1 0 0,0 1 1 0 0,0-1-1 0 0,0 1 1 0 0,0 0-1 0 0,0 0 0 0 0,0 0 1 0 0,0 0-1 0 0,0 0 1 0 0,0 0-1 0 0,0 0 1 0 0,0 0-1 0 0,-1 0 1 0 0,1 1-1 0 0,0-1 1 0 0,0 1-1 0 0,0-1 0 0 0,0 1 1 0 0,-1-1-1 0 0,4 3 1 0 0,-1-2 7 0 0,0 0 1 0 0,0 0-1 0 0,-1 0 0 0 0,1 1 1 0 0,-1-1-1 0 0,1 1 0 0 0,-1 0 1 0 0,0 0-1 0 0,0 0 1 0 0,0 0-1 0 0,5 4 0 0 0,-8-4 13 0 0,1 0 0 0 0,-1 1 1 0 0,1-1-1 0 0,-1 0 0 0 0,0 1 0 0 0,0-1 0 0 0,0 0 0 0 0,-1 1 0 0 0,1-1 0 0 0,-1 0 0 0 0,0 1 0 0 0,1-1 0 0 0,-1 0 0 0 0,-1 0 0 0 0,1 0 0 0 0,0 0 0 0 0,-1 0 0 0 0,1 0 0 0 0,-1 0 1 0 0,0 0-1 0 0,0 0 0 0 0,0 0 0 0 0,0-1 0 0 0,-2 3 0 0 0,-4 2 136 0 0,0-1 1 0 0,0 1-1 0 0,-1-1 0 0 0,0-1 1 0 0,-15 7-1 0 0,13-7-84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6911 0 0,'0'-1'13'0'0,"0"0"0"0"0,1 0 0 0 0,-1 1 0 0 0,0-1 0 0 0,0 0 0 0 0,1 1 0 0 0,-1-1 0 0 0,1 0-1 0 0,-1 1 1 0 0,0-1 0 0 0,1 0 0 0 0,-1 1 0 0 0,1-1 0 0 0,0 1 0 0 0,-1-1 0 0 0,1 1 0 0 0,-1-1 0 0 0,1 1-1 0 0,0 0 1 0 0,-1-1 0 0 0,1 1 0 0 0,0 0 0 0 0,-1-1 0 0 0,1 1 0 0 0,0 0 0 0 0,-1 0 0 0 0,3 0 0 0 0,26-5 513 0 0,-16 3 440 0 0,-1 0-510 0 0,157-28 2734 0 0,-115 23-2904 0 0,65 0 0 0 0,-105 7-290 0 0,83 3 14 0 0,-86-2-19 0 0,0 1-1 0 0,0 0 1 0 0,0 1-1 0 0,-1 0 1 0 0,1 0 0 0 0,16 9-1 0 0,-25-11 3 0 0,-1 0-1 0 0,1-1 0 0 0,0 1 1 0 0,-1 1-1 0 0,1-1 0 0 0,0 0 1 0 0,-1 0-1 0 0,1 1 0 0 0,-1-1 1 0 0,0 1-1 0 0,1-1 0 0 0,-1 1 1 0 0,0 0-1 0 0,0-1 0 0 0,0 1 1 0 0,0 0-1 0 0,0 0 0 0 0,0 0 1 0 0,0 3-1 0 0,-1-2 10 0 0,0-1 1 0 0,0 1-1 0 0,0 0 0 0 0,0-1 1 0 0,-1 1-1 0 0,1-1 0 0 0,-1 1 1 0 0,0-1-1 0 0,0 1 0 0 0,0-1 0 0 0,0 1 1 0 0,0-1-1 0 0,0 0 0 0 0,-3 4 1 0 0,-4 5 20 0 0,0 0 0 0 0,0-1 0 0 0,-1 0 1 0 0,0-1-1 0 0,-13 10 0 0 0,-54 38 233 0 0,71-53-238 0 0,-221 138 1621 0 0,149-96-1435 0 0,67-40-163 0 0,6-4 0 0 0,0 0 0 0 0,0 0 0 0 0,0 1 0 0 0,0 0 0 0 0,0 0 0 0 0,1 0 0 0 0,-1 0 0 0 0,-5 7 0 0 0,9-9-38 0 0,0-1 1 0 0,0 1-1 0 0,0-1 0 0 0,0 1 0 0 0,0-1 0 0 0,-1 0 0 0 0,1 1 1 0 0,0-1-1 0 0,0 1 0 0 0,0-1 0 0 0,0 1 0 0 0,0-1 0 0 0,0 1 1 0 0,1-1-1 0 0,-1 1 0 0 0,0-1 0 0 0,0 1 0 0 0,0-1 0 0 0,0 1 1 0 0,0-1-1 0 0,1 0 0 0 0,-1 1 0 0 0,0-1 0 0 0,0 1 1 0 0,1-1-1 0 0,-1 0 0 0 0,0 1 0 0 0,1-1 0 0 0,-1 0 0 0 0,0 1 1 0 0,1-1-1 0 0,-1 0 0 0 0,1 0 0 0 0,-1 1 0 0 0,0-1 0 0 0,1 0 1 0 0,-1 0-1 0 0,1 0 0 0 0,-1 1 0 0 0,0-1 0 0 0,2 0 0 0 0,19 5 144 0 0,153-3 237 0 0,-139-5-266 0 0,-1-1-1 0 0,69-18 0 0 0,-19-1-1357 0 0,-68 20-4224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 6911 0 0,'10'-5'344'0'0,"-1"-1"0"0"0,1 0 0 0 0,-1 0-1 0 0,0-1 1 0 0,0 0 0 0 0,12-14-1 0 0,-17 18-21 0 0,10-14 341 0 0,-11 13-525 0 0,0 0 0 0 0,1 1 0 0 0,-1-1-1 0 0,6-4 1 0 0,-8 10-143 0 0,-1 0 0 0 0,0 0 0 0 0,0 0 0 0 0,1 0 0 0 0,-1 0 0 0 0,-1 0 0 0 0,1-1 0 0 0,0 4 0 0 0,-1-3 2 0 0,1 4 3 0 0,-5 98-49 0 0,5-89 37 0 0,1 0-1 0 0,0 0 0 0 0,1 0 0 0 0,1-1 1 0 0,4 16-1 0 0,-3-19-94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68 4143 0 0,'0'0'319'0'0,"13"-3"2004"0"0,124-24 1088 0 0,70-7-2717 0 0,-198 33-685 0 0,0-1 0 0 0,0 2 0 0 0,0-1 0 0 0,0 1-1 0 0,18 3 1 0 0,-26-3-3 0 0,0 0 0 0 0,0 1 0 0 0,0-1 0 0 0,0 1 0 0 0,0-1 0 0 0,0 1 0 0 0,0 0-1 0 0,0-1 1 0 0,0 1 0 0 0,-1 0 0 0 0,1 0 0 0 0,0-1 0 0 0,0 1 0 0 0,-1 0 0 0 0,1 0 0 0 0,0 0-1 0 0,-1 0 1 0 0,1 0 0 0 0,-1 0 0 0 0,1 0 0 0 0,-1 0 0 0 0,1 0 0 0 0,-1 1 0 0 0,0-1 0 0 0,0 0-1 0 0,1 0 1 0 0,-1 0 0 0 0,0 0 0 0 0,0 0 0 0 0,0 1 0 0 0,0-1 0 0 0,0 0 0 0 0,-1 0 0 0 0,1 0-1 0 0,-1 2 1 0 0,1 2 25 0 0,-1 0-1 0 0,0 0 1 0 0,-1-1-1 0 0,1 1 1 0 0,-1-1-1 0 0,0 1 1 0 0,-3 5-1 0 0,-6 6-12 0 0,-1-1 0 0 0,-1 0 0 0 0,0-1 0 0 0,-24 22 0 0 0,-67 43 59 0 0,76-59-52 0 0,-62 43-25 0 0,32-25 0 0 0,-74 66 0 0 0,129-101 0 0 0,-19 20 0 0 0,21-22 0 0 0,0 0 0 0 0,0 0 0 0 0,0 0 0 0 0,1 0 0 0 0,-1 0 0 0 0,0 1 0 0 0,1-1 0 0 0,-1 0 0 0 0,1 0 0 0 0,-1 0 0 0 0,1 1 0 0 0,-1-1 0 0 0,1 0 0 0 0,0 1 0 0 0,0-1 0 0 0,0 0 0 0 0,0 1 0 0 0,0-1 0 0 0,0 0 0 0 0,0 2 0 0 0,0-2 2 0 0,1 0 0 0 0,-1 0 0 0 0,1-1-1 0 0,-1 1 1 0 0,1 0 0 0 0,-1 0 0 0 0,1-1 0 0 0,0 1-1 0 0,-1-1 1 0 0,1 1 0 0 0,0 0 0 0 0,0-1 0 0 0,-1 1-1 0 0,1-1 1 0 0,0 0 0 0 0,0 1 0 0 0,0-1 0 0 0,0 0-1 0 0,0 1 1 0 0,-1-1 0 0 0,1 0 0 0 0,0 0-1 0 0,1 0 1 0 0,21 1 471 0 0,-22-1-445 0 0,120-12 2437 0 0,-20 1-1908 0 0,-66 8-501 0 0,-1-2 1 0 0,0-2 0 0 0,55-17-1 0 0,-54 13-261 0 0,-27 9 58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53 1839 0 0,'-7'0'825'0'0,"0"0"436"0"0,1 1-1 0 0,0-2 1 0 0,-1 1 0 0 0,-10-3 0 0 0,16 3-1170 0 0,0-1-1 0 0,0 1 0 0 0,0 0 1 0 0,1 0-1 0 0,-1-1 1 0 0,0 1-1 0 0,0 0 1 0 0,1-1-1 0 0,-1 1 1 0 0,0-1-1 0 0,1 1 1 0 0,-1-1-1 0 0,0 1 1 0 0,1-1-1 0 0,-1 1 1 0 0,1-1-1 0 0,-1 0 1 0 0,1 1-1 0 0,-1-1 1 0 0,1 0-1 0 0,0 0 1 0 0,-1 1-1 0 0,1-1 1 0 0,0 0-1 0 0,-1 0 1 0 0,1 0-1 0 0,0 1 1 0 0,0-1-1 0 0,0 0 0 0 0,0 0 1 0 0,-1 0-1 0 0,1 0 1 0 0,0 1-1 0 0,1-1 1 0 0,-1 0-1 0 0,0 0 1 0 0,0 0-1 0 0,0 0 1 0 0,0 1-1 0 0,1-1 1 0 0,-1 0-1 0 0,0 0 1 0 0,1 0-1 0 0,-1 1 1 0 0,0-1-1 0 0,2-1 1 0 0,-2 1-99 0 0,1 0 1 0 0,0 0 0 0 0,-1-1-1 0 0,1 1 1 0 0,0 0 0 0 0,0 0-1 0 0,0 0 1 0 0,0 0 0 0 0,0 1 0 0 0,0-1-1 0 0,0 0 1 0 0,0 0 0 0 0,0 1-1 0 0,0-1 1 0 0,0 0 0 0 0,0 1-1 0 0,0-1 1 0 0,1 1 0 0 0,-1 0 0 0 0,0-1-1 0 0,0 1 1 0 0,1 0 0 0 0,-1 0-1 0 0,0 0 1 0 0,0 0 0 0 0,1 0-1 0 0,-1 0 1 0 0,0 0 0 0 0,1 0-1 0 0,-1 1 1 0 0,0-1 0 0 0,0 0 0 0 0,0 1-1 0 0,3 0 1 0 0,-2 0 1 0 0,0 0-1 0 0,0 0 1 0 0,-1 0-1 0 0,1 0 1 0 0,0 1-1 0 0,0-1 1 0 0,0 0 0 0 0,-1 1-1 0 0,1-1 1 0 0,-1 1-1 0 0,1 0 1 0 0,-1 0 0 0 0,0-1-1 0 0,1 1 1 0 0,-1 0-1 0 0,0 0 1 0 0,0 0-1 0 0,0 0 1 0 0,1 5 0 0 0,-2-2 9 0 0,0 0 0 0 0,0 0 0 0 0,0 1 0 0 0,-1-1 0 0 0,0 0-1 0 0,0 0 1 0 0,0 1 0 0 0,0-1 0 0 0,-1 0 0 0 0,0 0 0 0 0,0 0 0 0 0,0-1 0 0 0,-4 8 0 0 0,-4 5-5 0 0,-1-1 0 0 0,-15 18-1 0 0,2-9-14 0 0,23-24 17 0 0,0 0 0 0 0,0 1 0 0 0,0-1 0 0 0,-1-1 0 0 0,1 1 0 0 0,0 0 0 0 0,-1 0 0 0 0,1 0 1 0 0,0-1-1 0 0,-1 1 0 0 0,1-1 0 0 0,-1 1 0 0 0,1-1 0 0 0,-1 0 0 0 0,1 1 0 0 0,-1-1 0 0 0,1 0 0 0 0,-1 0 0 0 0,-1 0 0 0 0,1-3 0 0 0,2 3 0 0 0,0-1 0 0 0,1 1 0 0 0,-1 0 0 0 0,0 0 0 0 0,1-1 0 0 0,-1 1 0 0 0,0 0 0 0 0,1-1 0 0 0,-1 1 0 0 0,1 0 0 0 0,-1 0 0 0 0,0 0 0 0 0,1 0 0 0 0,-1-1 0 0 0,1 1 0 0 0,-1 0 0 0 0,1 0 0 0 0,-1 0 0 0 0,1 0 0 0 0,-1 0 0 0 0,0 0 0 0 0,2 0 0 0 0,18-2 0 0 0,0 1 0 0 0,0 1 0 0 0,1 1 0 0 0,27 5 0 0 0,-40-5-40 0 0,0 0 0 0 0,0 0 0 0 0,8-1 0 0 0,1-2-3314 0 0,-5-1-652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4143 0 0,'0'-1'319'0'0,"0"0"-135"0"0,1 1 129 0 0,0 0 0 0 0,0 0 0 0 0,0-1 0 0 0,0 1 0 0 0,-1 0 0 0 0,1 0 0 0 0,0 0 0 0 0,0 0 0 0 0,0 0 0 0 0,0 0 0 0 0,0 1 0 0 0,0-1 0 0 0,0 0 0 0 0,0 0 0 0 0,0 1 1 0 0,0-1-1 0 0,-1 0 0 0 0,1 1 0 0 0,0-1 0 0 0,0 1 0 0 0,1 0 0 0 0,18 12 298 0 0,-1 0 0 0 0,0 1 1 0 0,27 28-1 0 0,-14-9-468 0 0,29 40-1 0 0,133 146-375 0 0,-177-201-902 0 0,-13-13-3489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2 1839 0 0,'-1'0'42'0'0,"1"-1"-1"0"0,0 1 0 0 0,0 0 0 0 0,-1 0 0 0 0,1 0 0 0 0,0 0 0 0 0,0 0 0 0 0,-1 0 1 0 0,1 0-1 0 0,0 0 0 0 0,-1 0 0 0 0,1 0 0 0 0,0 0 0 0 0,0 0 0 0 0,-1 0 0 0 0,1 0 1 0 0,0 0-1 0 0,0 0 0 0 0,-1 0 0 0 0,1 0 0 0 0,0 0 0 0 0,0 0 0 0 0,-1 0 0 0 0,1 0 1 0 0,0 1-1 0 0,0-1 0 0 0,-1 0 0 0 0,1 0 0 0 0,0 0 0 0 0,0 0 0 0 0,0 1 0 0 0,-1-1 1 0 0,1 0-1 0 0,0 0 0 0 0,0 0 0 0 0,0 1 0 0 0,0-1 0 0 0,-1 0 0 0 0,1 1 0 0 0,-7 11 1231 0 0,6-10-1141 0 0,-132 240 5949 0 0,101-190-4883 0 0,9-16-449 0 0,2 2-1 0 0,-19 44 1 0 0,39-79-738 0 0,0-1-1 0 0,0 1 1 0 0,0 0 0 0 0,0-1-1 0 0,1 1 1 0 0,-1 4-1 0 0,1-7-16 0 0,0 1-1 0 0,0-1 1 0 0,0 1-1 0 0,0-1 1 0 0,0 0-1 0 0,0 1 1 0 0,0-1-1 0 0,1 1 1 0 0,-1-1-1 0 0,0 1 0 0 0,0-1 1 0 0,0 1-1 0 0,0-1 1 0 0,1 0-1 0 0,-1 1 1 0 0,0-1-1 0 0,0 1 1 0 0,1-1-1 0 0,-1 0 1 0 0,0 1-1 0 0,1-1 0 0 0,-1 0 1 0 0,0 0-1 0 0,1 1 1 0 0,-1-1-1 0 0,1 0 1 0 0,-1 0-1 0 0,0 1 1 0 0,1-1-1 0 0,-1 0 1 0 0,1 0-1 0 0,-1 0 0 0 0,1 0 1 0 0,-1 0-1 0 0,0 0 1 0 0,1 0-1 0 0,-1 0 1 0 0,1 0-1 0 0,-1 0 1 0 0,1 0-1 0 0,-1 0 0 0 0,1 0 1 0 0,-1 0-1 0 0,0 0 1 0 0,1-1-1 0 0,5 0-56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0 132 919 0 0,'22'-14'6880'0'0,"4"-5"-3693"0"0,57-50-1400 0 0,-75 61-1715 0 0,-6 6-75 0 0,-1 0-1 0 0,1 0 0 0 0,0 0 1 0 0,0 0-1 0 0,0 0 0 0 0,0 1 0 0 0,0-1 1 0 0,1 1-1 0 0,-1 0 0 0 0,0-1 0 0 0,5 0 1 0 0,-6 2 1 0 0,-1 0 0 0 0,0 0 1 0 0,0 0-1 0 0,0 1 1 0 0,0-1-1 0 0,1 0 1 0 0,-1 0-1 0 0,0 1 0 0 0,0-1 1 0 0,0 0-1 0 0,0 0 1 0 0,0 1-1 0 0,0-1 0 0 0,1 0 1 0 0,-1 1-1 0 0,0-1 1 0 0,0 0-1 0 0,0 0 1 0 0,0 1-1 0 0,0-1 0 0 0,0 0 1 0 0,0 1-1 0 0,0-1 1 0 0,0 0-1 0 0,0 1 0 0 0,-1-1 1 0 0,1 0-1 0 0,0 0 1 0 0,0 1-1 0 0,0-1 1 0 0,0 0-1 0 0,0 0 0 0 0,0 1 1 0 0,-1-1-1 0 0,1 0 1 0 0,-6 15-23 0 0,6-13 23 0 0,-15 33 16 0 0,7-17 7 0 0,0 1 0 0 0,1 0 0 0 0,1 0 0 0 0,1 1 0 0 0,0 0-1 0 0,-2 26 1 0 0,7-34-104 0 0,0 1 0 0 0,1-1-1 0 0,4 24 1 0 0,-2-24-85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2759 0 0,'1'4'469'0'0,"1"0"0"0"0,-1-1-1 0 0,1 1 1 0 0,0-1 0 0 0,2 5-1 0 0,17 24 1241 0 0,45 56 0 0 0,-27-44-1277 0 0,80 67 0 0 0,52 53 762 0 0,-166-158-1380 0 0,0 0 1 0 0,-1 0-1 0 0,1 0 0 0 0,3 9 0 0 0,-4-7-3445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11 3679 0 0,'0'-1'51'0'0,"0"1"-1"0"0,0-1 1 0 0,0 1-1 0 0,0-1 1 0 0,0 1-1 0 0,-1-1 1 0 0,1 1-1 0 0,0 0 1 0 0,0-1-1 0 0,-1 1 1 0 0,1-1-1 0 0,0 1 1 0 0,-1 0-1 0 0,1-1 1 0 0,0 1-1 0 0,-1 0 1 0 0,1-1-1 0 0,0 1 1 0 0,-1 0-1 0 0,1-1 1 0 0,-1 1-1 0 0,1 0 1 0 0,0 0-1 0 0,-1 0 0 0 0,1-1 1 0 0,-1 1-1 0 0,1 0 1 0 0,-1 0-1 0 0,1 0 1 0 0,-1 0-1 0 0,1 0 1 0 0,-1 0-1 0 0,1 0 1 0 0,-1 0-1 0 0,-13 13 3125 0 0,11-10-2877 0 0,-11 15 552 0 0,1 0 0 0 0,1 1-1 0 0,-12 26 1 0 0,-17 25-485 0 0,-11 2-335 0 0,30-44-8 0 0,1 2 0 0 0,1 0 1 0 0,2 1-1 0 0,-17 39 1 0 0,28-50-155 0 0,6-12-3472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35 919 0 0,'0'1'189'0'0,"0"-1"0"0"0,0 1 0 0 0,0-1 0 0 0,0 1-1 0 0,0-1 1 0 0,0 1 0 0 0,0-1 0 0 0,0 0 0 0 0,-1 1-1 0 0,1-1 1 0 0,0 1 0 0 0,0-1 0 0 0,0 0 0 0 0,-1 1-1 0 0,1-1 1 0 0,0 1 0 0 0,0-1 0 0 0,-1 0-1 0 0,1 1 1 0 0,0-1 0 0 0,-1 0 0 0 0,1 0 0 0 0,0 1-1 0 0,-1-1 1 0 0,1 0 0 0 0,0 0 0 0 0,-1 1 0 0 0,1-1-1 0 0,-1 0 1 0 0,1 0 0 0 0,-1 0 0 0 0,1 0 0 0 0,0 0-1 0 0,-1 0 1 0 0,1 0 0 0 0,-1 0 0 0 0,1 0-1 0 0,-1 0 1 0 0,-18 4 3857 0 0,18-4-4997 0 0,0 0 995 0 0,1 0 0 0 0,-1 0 0 0 0,1-1 0 0 0,-1 1 0 0 0,1 0 0 0 0,-1 0 0 0 0,1 0 0 0 0,0 0 0 0 0,-1-1 0 0 0,1 1 0 0 0,-1 0 0 0 0,1 0 0 0 0,0-1 0 0 0,-1 1 0 0 0,1 0 0 0 0,-1-1 0 0 0,1 1 0 0 0,0 0 0 0 0,-1-1 0 0 0,1 1 0 0 0,0 0 0 0 0,0-1 0 0 0,-1 1 0 0 0,1-1 0 0 0,0 1 0 0 0,0-1 0 0 0,0 1 0 0 0,0-1 0 0 0,-1 1 0 0 0,1 0 0 0 0,0-1 1 0 0,0 1-1 0 0,0-1 0 0 0,0 1 0 0 0,0-1 0 0 0,0 1 0 0 0,0-1 0 0 0,0 1 0 0 0,0-2 0 0 0,5-16 281 0 0,-5 17-332 0 0,1 0 0 0 0,0 0-1 0 0,-1 0 1 0 0,1 0 0 0 0,0 0-1 0 0,0 0 1 0 0,-1 0 0 0 0,1 0-1 0 0,0 0 1 0 0,0 0 0 0 0,0 1 0 0 0,0-1-1 0 0,0 0 1 0 0,0 1 0 0 0,0-1-1 0 0,1 1 1 0 0,-1-1 0 0 0,0 1-1 0 0,0-1 1 0 0,0 1 0 0 0,0 0-1 0 0,1 0 1 0 0,-1-1 0 0 0,0 1-1 0 0,0 0 1 0 0,1 0 0 0 0,-1 0 0 0 0,0 1-1 0 0,0-1 1 0 0,0 0 0 0 0,3 1-1 0 0,-3-1 1 0 0,0 1 0 0 0,1 0-1 0 0,-1 0 1 0 0,0-1 0 0 0,0 1-1 0 0,0 0 1 0 0,1 0 0 0 0,-1 0-1 0 0,0 0 1 0 0,0 0 0 0 0,0 1-1 0 0,-1-1 1 0 0,1 0 0 0 0,0 0-1 0 0,0 1 1 0 0,0-1 0 0 0,-1 0-1 0 0,1 1 1 0 0,-1-1 0 0 0,1 1-1 0 0,-1-1 1 0 0,0 1 0 0 0,1-1-1 0 0,-1 1 1 0 0,0-1 0 0 0,0 3-1 0 0,0 4 8 0 0,-1 0 0 0 0,0 0 0 0 0,0 0 0 0 0,-1 0 0 0 0,0-1 0 0 0,-3 11 0 0 0,-22 42 0 0 0,10-24 0 0 0,16-34 4 0 0,0 0 0 0 0,0 1 0 0 0,0-1-1 0 0,0 1 1 0 0,0-1 0 0 0,0 1 0 0 0,1-1 0 0 0,0 1-1 0 0,-1 0 1 0 0,1-1 0 0 0,0 1 0 0 0,0 0-1 0 0,0-1 1 0 0,1 1 0 0 0,-1 0 0 0 0,0-1 0 0 0,1 1-1 0 0,0-1 1 0 0,0 1 0 0 0,-1-1 0 0 0,1 1-1 0 0,1-1 1 0 0,-1 0 0 0 0,0 1 0 0 0,1-1 0 0 0,-1 0-1 0 0,3 3 1 0 0,-1-2-1 0 0,1 0 0 0 0,0 0 0 0 0,0 0 0 0 0,0 0 0 0 0,0 0 0 0 0,1-1 0 0 0,-1 0 0 0 0,1 0 0 0 0,-1 0 0 0 0,1-1-1 0 0,0 1 1 0 0,9 0 0 0 0,15 2-477 0 0,35-2-1 0 0,-58-2-3912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1 3223 0 0,'-14'1'3968'0'0,"12"3"-3100"0"0,1-2-608 0 0,1-1 0 0 0,-1 0 0 0 0,1 1 0 0 0,0-1 0 0 0,-1 0 0 0 0,1 3 0 0 0,2 28 378 0 0,1 0 0 0 0,2-1-1 0 0,11 43 1 0 0,6 35 467 0 0,-13 15-1200 0 0,-5-49 33 0 0,3-29-90 0 0,-4-35 45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13 123 1375 0 0,'0'0'26'0'0,"-1"0"-1"0"0,0-1 1 0 0,0 1-1 0 0,0 0 0 0 0,0 0 1 0 0,1-1-1 0 0,-1 1 0 0 0,0-1 1 0 0,0 1-1 0 0,0-1 0 0 0,1 1 1 0 0,-1-1-1 0 0,0 1 0 0 0,-1-3 202 0 0,2 3-160 0 0,0-1 0 0 0,0 1 1 0 0,0 0-1 0 0,1-7 1208 0 0,0 7-1207 0 0,1-2 230 0 0,0 0 1 0 0,0 0 0 0 0,0 0-1 0 0,1 0 1 0 0,-1 0 0 0 0,1 0-1 0 0,4-1 1 0 0,17-8 356 0 0,0 2 0 0 0,2 1 0 0 0,43-9-1 0 0,-17 5-192 0 0,-12 2-494 0 0,1 1-1 0 0,0 3 0 0 0,61-2 1 0 0,-84 9-3174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72 2303 0 0,'171'-46'5560'0'0,"-54"25"-6633"0"0,-99 16 554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1 227 3223 0 0,'72'-83'3029'0'0,"-61"69"-2942"0"0,0-2 0 0 0,-2 1 0 0 0,0-1 0 0 0,7-18 0 0 0,4-14-260 0 0,-25 58 142 0 0,1 1 0 0 0,0 0 0 0 0,0 0 0 0 0,1 0 0 0 0,0 1-1 0 0,-1 16 1 0 0,4-23 83 0 0,-1 1-1 0 0,1-1 0 0 0,0 0 0 0 0,0 0 0 0 0,1 0 0 0 0,0 1 0 0 0,0-1 0 0 0,0 0 1 0 0,0 0-1 0 0,1 0 0 0 0,0 0 0 0 0,0 0 0 0 0,0-1 0 0 0,0 1 0 0 0,1-1 0 0 0,0 1 1 0 0,3 4-1 0 0,-3-7 42 0 0,0 1 1 0 0,0-1-1 0 0,0 0 1 0 0,0 0-1 0 0,0 0 0 0 0,0 0 1 0 0,1 0-1 0 0,-1-1 1 0 0,1 1-1 0 0,-1-1 1 0 0,1 0-1 0 0,-1 0 1 0 0,1-1-1 0 0,0 1 1 0 0,-1-1-1 0 0,1 0 1 0 0,0 0-1 0 0,0 0 0 0 0,6-1 1 0 0,-2-1-123 0 0,0 1 0 0 0,1-1-1 0 0,-1-1 1 0 0,0 1 0 0 0,0-2 0 0 0,0 1 0 0 0,12-8 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31 2759 0 0,'-12'-12'2752'0'0,"8"8"-1864"0"0,1-1-192 0 0,6-3 608 0 0,1 7-656 0 0,3 1-648 0 0,5 1-192 0 0,2 7 0 0 0,5-3-8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52 1375 0 0,'-3'21'682'0'0,"0"-1"0"0"0,1 1-1 0 0,1 34 1 0 0,-3 30 410 0 0,-3-47 1557 0 0,11-54-1269 0 0,-2 10-1295 0 0,36-129 581 0 0,-34 121-733 0 0,2 0 0 0 0,0 1 0 0 0,0 0 0 0 0,1 1 1 0 0,1-1-1 0 0,0 1 0 0 0,15-16 0 0 0,-22 27 62 0 0,0-1 0 0 0,0 1-1 0 0,0 0 1 0 0,0 0 0 0 0,0 0 0 0 0,1 0-1 0 0,-1 0 1 0 0,0 0 0 0 0,1 0-1 0 0,-1 0 1 0 0,1 1 0 0 0,-1-1 0 0 0,1 1-1 0 0,-1-1 1 0 0,1 1 0 0 0,-1-1-1 0 0,1 1 1 0 0,0 0 0 0 0,-1 0 0 0 0,1 0-1 0 0,2 0 1 0 0,-3 1 8 0 0,0-1 0 0 0,0 1 0 0 0,1 0 0 0 0,-1-1 0 0 0,0 1 0 0 0,0 0 0 0 0,0 0 0 0 0,-1 0 0 0 0,1 0 0 0 0,0 0 0 0 0,0 0 0 0 0,0 0 0 0 0,-1 1 0 0 0,1-1 0 0 0,0 0 0 0 0,-1 0 0 0 0,1 1 0 0 0,-1-1 0 0 0,0 0 1 0 0,1 1-1 0 0,-1-1 0 0 0,0 0 0 0 0,0 1 0 0 0,0-1 0 0 0,0 0 0 0 0,0 2 0 0 0,1 18 2 0 0,-3 28 1 0 0,0-38 1 0 0,1 0 0 0 0,1 1 0 0 0,0-1 0 0 0,1 1 0 0 0,-1-1 0 0 0,2 0 0 0 0,0 1 0 0 0,6 20 0 0 0,-7-30-6 0 0,0 0 1 0 0,-1 0-1 0 0,1 0 0 0 0,0 0 0 0 0,1-1 0 0 0,-1 1 0 0 0,0 0 0 0 0,0-1 0 0 0,1 1 0 0 0,-1-1 0 0 0,0 1 0 0 0,1-1 0 0 0,0 0 1 0 0,-1 0-1 0 0,1 1 0 0 0,0-1 0 0 0,-1 0 0 0 0,1-1 0 0 0,3 2 0 0 0,-2-1 0 0 0,0-1-1 0 0,0 1 1 0 0,0-1-1 0 0,0 0 1 0 0,0 0-1 0 0,-1-1 0 0 0,1 1 1 0 0,0 0-1 0 0,0-1 1 0 0,0 0-1 0 0,0 0 1 0 0,2-1-1 0 0,4-2 0 0 0,-1 0-1 0 0,-1 0 1 0 0,1-1-1 0 0,-1 0 1 0 0,1-1-1 0 0,-1 0 1 0 0,10-11-1 0 0,-6 2-33 0 0,0-1-1 0 0,-2 0 0 0 0,1-1 1 0 0,-2 0-1 0 0,10-27 0 0 0,-17 43 35 0 0,4-16 0 0 0,-5 16 0 0 0,1 1 0 0 0,-1-1 0 0 0,0 0 0 0 0,0 0 0 0 0,0 0 0 0 0,0 0 0 0 0,0 1 0 0 0,0-1 0 0 0,0 0 0 0 0,0 0 0 0 0,0 0 0 0 0,0 1 0 0 0,0-1 0 0 0,0 0 0 0 0,0 0 0 0 0,-1 0 0 0 0,1-1 0 0 0,-7 5 91 0 0,6-2-93 0 0,0 0-1 0 0,0 0 1 0 0,0 0-1 0 0,1 0 1 0 0,-1 1-1 0 0,0-1 1 0 0,1 0-1 0 0,-1 1 1 0 0,1-1-1 0 0,0 0 1 0 0,-1 1-1 0 0,1-1 1 0 0,0 0-1 0 0,0 4 1 0 0,-1 5 15 0 0,1 0 1 0 0,0 0 0 0 0,0 1-1 0 0,1-1 1 0 0,1 0-1 0 0,0 0 1 0 0,0 0 0 0 0,0 0-1 0 0,2 0 1 0 0,-1-1 0 0 0,9 17-1 0 0,-10-22 34 0 0,0 0 0 0 0,0 0 1 0 0,1 0-1 0 0,0 0 0 0 0,0 0 0 0 0,0-1 0 0 0,0 1 0 0 0,1-1 0 0 0,-1 0 0 0 0,1 0 0 0 0,0 0 1 0 0,-1-1-1 0 0,1 1 0 0 0,0-1 0 0 0,1 0 0 0 0,-1 0 0 0 0,0 0 0 0 0,1-1 0 0 0,-1 0 0 0 0,0 0 1 0 0,1 0-1 0 0,0 0 0 0 0,-1-1 0 0 0,1 0 0 0 0,-1 0 0 0 0,1 0 0 0 0,8-1 0 0 0,-3-2 23 0 0,1 0-1 0 0,-1-1 0 0 0,1 0 1 0 0,-1-1-1 0 0,0 0 0 0 0,0-1 1 0 0,-1 0-1 0 0,0 0 0 0 0,13-11 1 0 0,-9 6-204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45 27 3679 0 0,'-11'-6'160'0'0,"5"3"40"0"0,0-1-200 0 0,-16-9 4440 0 0,27 13-3968 0 0,5 4-8 0 0,6 4-336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 1 3223 0 0,'-3'16'288'0'0,"-7"42"1248"0"0,-5 86 0 0 0,14-126-1427 0 0,1 0-1 0 0,1 0 1 0 0,1 0 0 0 0,0 0-1 0 0,1 0 1 0 0,1-1 0 0 0,0 1 0 0 0,2-1-1 0 0,8 21 1 0 0,-11-33 32 0 0,-1 0 0 0 0,1 0 0 0 0,0-1 0 0 0,0 0 0 0 0,0 1 0 0 0,1-1 0 0 0,0-1 0 0 0,-1 1 0 0 0,1 0 0 0 0,1-1 0 0 0,-1 0 0 0 0,5 3 0 0 0,-2-3 102 0 0,-1 1 1 0 0,1-2-1 0 0,0 1 1 0 0,1-1-1 0 0,-1 0 1 0 0,0 0-1 0 0,13 0 1 0 0,-6-1 26 0 0,1-1 0 0 0,-1-1 0 0 0,0 0 0 0 0,0-2 0 0 0,0 1 0 0 0,0-2 0 0 0,-1 0 0 0 0,19-7 0 0 0,-16 3-456 0 0,-1 0 0 0 0,1 0 1 0 0,-1-2-1 0 0,15-11 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54 3223 0 0,'0'-4'288'0'0,"1"3"-288"0"0,8-4 1632 0 0,-3 1-752 0 0,4-2 8 0 0,6-2-152 0 0,3 1-24 0 0,2 0-8 0 0,0 1 0 0 0,0 3-600 0 0,0 2-104 0 0,1 1 0 0 0,-4-2-96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0 126 3855 0 0,'10'2'224'0'0,"0"-1"0"0"0,0 1-1 0 0,-1-2 1 0 0,1 1 0 0 0,0-2-1 0 0,14-1 1 0 0,-17 1 24 0 0,1 0 1 0 0,-1-1 0 0 0,1 0 0 0 0,-1 0-1 0 0,0-1 1 0 0,0 0 0 0 0,0-1 0 0 0,12-7-1 0 0,-16 8-148 0 0,1 0-1 0 0,-1-1 1 0 0,0 1-1 0 0,0-1 0 0 0,0 0 1 0 0,0 0-1 0 0,0 0 1 0 0,-1 0-1 0 0,4-8 1 0 0,-6 10-99 0 0,1 1 1 0 0,0 0 0 0 0,-1 0 0 0 0,0-1 0 0 0,1 1 0 0 0,-1 0 0 0 0,0-1 0 0 0,1 1 0 0 0,-1-1 0 0 0,0 1 0 0 0,0 0-1 0 0,0-1 1 0 0,0 1 0 0 0,0 0 0 0 0,-1-1 0 0 0,1 1 0 0 0,0-1 0 0 0,-1 1 0 0 0,1 0 0 0 0,0 0 0 0 0,-1-1 0 0 0,0 1-1 0 0,1 0 1 0 0,-1 0 0 0 0,0-1 0 0 0,1 1 0 0 0,-1 0 0 0 0,0 0 0 0 0,0 0 0 0 0,0 0 0 0 0,0 0 0 0 0,0 0 0 0 0,0 1-1 0 0,0-1 1 0 0,0 0 0 0 0,0 0 0 0 0,-3 0 0 0 0,-1-1-13 0 0,0 0 0 0 0,0 1 0 0 0,-1 0 0 0 0,1 0 0 0 0,0 0-1 0 0,-1 1 1 0 0,1 0 0 0 0,-1 0 0 0 0,1 0 0 0 0,0 1 0 0 0,-1-1 0 0 0,1 2 0 0 0,0-1 0 0 0,0 0 0 0 0,-1 1 0 0 0,1 0-1 0 0,0 0 1 0 0,1 1 0 0 0,-1 0 0 0 0,-6 4 0 0 0,7-4 14 0 0,0-1 1 0 0,1 1-1 0 0,0 0 1 0 0,-1 0-1 0 0,1 1 0 0 0,0-1 1 0 0,1 1-1 0 0,-1-1 0 0 0,0 1 1 0 0,1 0-1 0 0,0 0 1 0 0,0 0-1 0 0,0 0 0 0 0,0 1 1 0 0,1-1-1 0 0,0 1 0 0 0,0-1 1 0 0,0 1-1 0 0,0-1 0 0 0,0 1 1 0 0,1-1-1 0 0,0 1 1 0 0,0 0-1 0 0,0-1 0 0 0,1 6 1 0 0,2 4 172 0 0,0-1 0 0 0,1 0 0 0 0,1 0-1 0 0,-1 0 1 0 0,2-1 0 0 0,0 1 0 0 0,10 15 0 0 0,-11-21 9 0 0,0 0 0 0 0,1 0-1 0 0,-1-1 1 0 0,2 1 0 0 0,-1-1 0 0 0,0-1-1 0 0,1 1 1 0 0,0-1 0 0 0,0-1 0 0 0,0 1-1 0 0,1-1 1 0 0,12 5 0 0 0,-5-4 1 0 0,1-1 0 0 0,0-1 1 0 0,-1 0-1 0 0,1-1 0 0 0,1 0 0 0 0,-1-2 0 0 0,0 0 0 0 0,0-1 1 0 0,0 0-1 0 0,0-1 0 0 0,0-1 0 0 0,0-1 0 0 0,15-6 1 0 0,-1 0-281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291 0 1375 0 0,'-11'5'284'0'0,"0"0"0"0"0,0 0 0 0 0,0 1 0 0 0,1 0-1 0 0,-14 11 1 0 0,11-8-193 0 0,-5 4 143 0 0,1 1 1 0 0,0 0-1 0 0,0 2 1 0 0,2 0-1 0 0,0 0 1 0 0,0 2 0 0 0,-21 35-1 0 0,29-41-194 0 0,0 0 0 0 0,1 0-1 0 0,1 1 1 0 0,0-1 0 0 0,1 1 0 0 0,0 0 0 0 0,1 0-1 0 0,0 1 1 0 0,1-1 0 0 0,0 1 0 0 0,1-1 0 0 0,1 1-1 0 0,0 0 1 0 0,3 22 0 0 0,-2-30-29 0 0,0-1-1 0 0,0 1 1 0 0,1 0 0 0 0,0-1 0 0 0,0 1-1 0 0,0-1 1 0 0,1 0 0 0 0,-1 0-1 0 0,1 0 1 0 0,0 0 0 0 0,1-1-1 0 0,-1 1 1 0 0,1-1 0 0 0,0 0 0 0 0,0 0-1 0 0,0 0 1 0 0,9 6 0 0 0,-5-5 42 0 0,0-1 1 0 0,0 0-1 0 0,1-1 1 0 0,-1 0-1 0 0,1 0 1 0 0,0-1-1 0 0,0 0 1 0 0,-1-1-1 0 0,1 1 1 0 0,11-2-1 0 0,4 0 238 0 0,1-1 0 0 0,-1-1 0 0 0,0-2 0 0 0,-1 0 0 0 0,1-2 0 0 0,-1-1 0 0 0,44-19 0 0 0,-44 16-331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79 41 1839 0 0,'-2'1'73'0'0,"0"0"-1"0"0,1 0 0 0 0,-1 0 0 0 0,0 0 0 0 0,0 0 0 0 0,0 1 0 0 0,1-1 0 0 0,-1 1 0 0 0,0 0 0 0 0,1-1 0 0 0,-1 1 0 0 0,1 0 0 0 0,0 0 0 0 0,0 0 0 0 0,0 0 0 0 0,-2 2 1 0 0,-13 37 1586 0 0,14-36-1598 0 0,0 2 117 0 0,0 0 0 0 0,0 0 0 0 0,1 0 0 0 0,0 1 0 0 0,0-1 0 0 0,1 0 0 0 0,0 1 0 0 0,0-1 0 0 0,0 0 1 0 0,1 1-1 0 0,0-1 0 0 0,0 0 0 0 0,1 0 0 0 0,5 13 0 0 0,-6-15-152 0 0,1-1-1 0 0,1 1 1 0 0,-1-1 0 0 0,1 0 0 0 0,0 0-1 0 0,-1 0 1 0 0,2 0 0 0 0,-1-1-1 0 0,0 1 1 0 0,1-1 0 0 0,-1 0 0 0 0,1 0-1 0 0,0 0 1 0 0,0 0 0 0 0,0-1-1 0 0,0 0 1 0 0,1 0 0 0 0,-1 0 0 0 0,1 0-1 0 0,-1-1 1 0 0,1 0 0 0 0,8 2-1 0 0,-5-3 28 0 0,1 1 0 0 0,-1-2 0 0 0,1 1 0 0 0,-1-1 0 0 0,0 0 0 0 0,1-1 0 0 0,-1 0 0 0 0,0 0 0 0 0,0-1 0 0 0,0 0 0 0 0,0 0-1 0 0,14-10 1 0 0,-15 9-11 0 0,-1 0-1 0 0,-1-1 1 0 0,1 1-1 0 0,0-1 1 0 0,-1-1-1 0 0,0 1 1 0 0,0-1-1 0 0,-1 0 1 0 0,1 0-1 0 0,-1 0 1 0 0,-1-1-1 0 0,1 1 1 0 0,-1-1-1 0 0,0 0 1 0 0,3-11-1 0 0,-5 14-34 0 0,0 0-1 0 0,-1 0 0 0 0,0 0 0 0 0,1 0 0 0 0,-1 0 0 0 0,0 0 0 0 0,-1 1 1 0 0,1-1-1 0 0,-1 0 0 0 0,0 0 0 0 0,0 0 0 0 0,-1-4 0 0 0,-1 1 19 0 0,0 1 1 0 0,0 0-1 0 0,0 0 0 0 0,-1 1 0 0 0,1-1 0 0 0,-9-8 0 0 0,5 7 1 0 0,0-1 0 0 0,0 2-1 0 0,-1-1 1 0 0,0 1-1 0 0,0 0 1 0 0,-1 1 0 0 0,1 0-1 0 0,-1 0 1 0 0,-12-4-1 0 0,14 8-59 0 0,0-1-1 0 0,0 1 1 0 0,0 1-1 0 0,0-1 1 0 0,0 1-1 0 0,0 0 1 0 0,0 1-1 0 0,0 0 0 0 0,1 0 1 0 0,-1 0-1 0 0,0 1 1 0 0,0 0-1 0 0,1 1 1 0 0,-1-1-1 0 0,1 1 1 0 0,0 1-1 0 0,0-1 1 0 0,0 1-1 0 0,0 0 0 0 0,0 1 1 0 0,1-1-1 0 0,0 1 1 0 0,0 0-1 0 0,0 0 1 0 0,1 1-1 0 0,-1 0 1 0 0,1 0-1 0 0,0 0 1 0 0,1 0-1 0 0,0 0 0 0 0,0 1 1 0 0,-3 8-1 0 0,1 5-3121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0 322 3223 0 0,'10'19'-1113'0'0,"-2"0"1525"0"0,-2 1 1 0 0,0 1-1 0 0,-1-1 0 0 0,3 32 0 0 0,0 1 366 0 0,-7-50-648 0 0,-1 0 0 0 0,1 1 1 0 0,0-1-1 0 0,0 0 0 0 0,0 0 1 0 0,0 0-1 0 0,1 0 0 0 0,-1 0 0 0 0,1 0 1 0 0,1 2-1 0 0,-2-4-120 0 0,-1-1-1 0 0,0 0 1 0 0,0 0-1 0 0,0 0 0 0 0,1 0 1 0 0,-1 0-1 0 0,0 0 1 0 0,0 0-1 0 0,0 0 1 0 0,1 0-1 0 0,-1 0 1 0 0,0 0-1 0 0,0 0 1 0 0,0 0-1 0 0,1 0 1 0 0,-1 0-1 0 0,0 0 1 0 0,0 0-1 0 0,1 0 1 0 0,-1 0-1 0 0,0 0 1 0 0,0 0-1 0 0,0 0 1 0 0,1 0-1 0 0,-1-1 1 0 0,0 1-1 0 0,0 0 1 0 0,0 0-1 0 0,0 0 1 0 0,1 0-1 0 0,-1 0 0 0 0,0-1 1 0 0,0 1-1 0 0,0 0 1 0 0,0 0-1 0 0,0 0 1 0 0,0-1-1 0 0,1 1 1 0 0,-1 0-1 0 0,0 0 1 0 0,0 0-1 0 0,0-1 1 0 0,0 1-1 0 0,0 0 1 0 0,0-1-1 0 0,5-12 23 0 0,-4 11 3 0 0,15-54-50 0 0,11-58 0 0 0,-10 36-137 0 0,-13 62 102 0 0,0 1-1 0 0,11-25 1 0 0,-13 35 30 0 0,1 0 0 0 0,-1 0 1 0 0,1 0-1 0 0,0 0 0 0 0,1 1 1 0 0,-1-1-1 0 0,1 1 0 0 0,0 0 1 0 0,0 0-1 0 0,8-7 0 0 0,-11 11 15 0 0,-1 0-1 0 0,1-1 0 0 0,-1 1 0 0 0,1 0 1 0 0,0-1-1 0 0,-1 1 0 0 0,1 0 1 0 0,-1 0-1 0 0,1-1 0 0 0,-1 1 0 0 0,1 0 1 0 0,0 0-1 0 0,-1 0 0 0 0,1 0 0 0 0,0 0 1 0 0,-1 0-1 0 0,1 0 0 0 0,-1 0 0 0 0,1 0 1 0 0,0 0-1 0 0,-1 0 0 0 0,1 1 0 0 0,-1-1 1 0 0,1 0-1 0 0,-1 0 0 0 0,1 1 1 0 0,0 0-1 0 0,0 0 2 0 0,0 0 1 0 0,0 0 0 0 0,0 0 0 0 0,0 0-1 0 0,0 0 1 0 0,-1 1 0 0 0,1-1 0 0 0,0 0-1 0 0,-1 1 1 0 0,1-1 0 0 0,0 3-1 0 0,1 5 18 0 0,-1 0 0 0 0,0 0-1 0 0,0 10 1 0 0,-1-17-13 0 0,1 27 26 0 0,1-1 0 0 0,1 1 0 0 0,12 46 1 0 0,-12-65 2 0 0,0 0 1 0 0,1-1 0 0 0,0 1 0 0 0,1-1 0 0 0,10 16 0 0 0,-12-20-14 0 0,1 0 0 0 0,1 0 1 0 0,-1-1-1 0 0,1 1 0 0 0,-1-1 0 0 0,1 0 0 0 0,0 0 1 0 0,1-1-1 0 0,-1 1 0 0 0,8 2 0 0 0,-11-5 8 0 0,1 0-1 0 0,0 0 1 0 0,-1 0-1 0 0,1 0 1 0 0,0-1-1 0 0,0 1 1 0 0,0-1-1 0 0,0 0 1 0 0,0 0-1 0 0,-1 0 1 0 0,1 0-1 0 0,0-1 1 0 0,0 1-1 0 0,0-1 1 0 0,3-1-1 0 0,-1 0 70 0 0,-1 0 0 0 0,0 0-1 0 0,0 0 1 0 0,1-1-1 0 0,-1 0 1 0 0,-1 0 0 0 0,1 0-1 0 0,5-6 1 0 0,0-1 109 0 0,-1-1 0 0 0,0-1 0 0 0,0 1 0 0 0,-1-2 0 0 0,9-20 0 0 0,-11 19-223 0 0,0-1 0 0 0,0 1 0 0 0,4-31 0 0 0,0-46-60 0 0,-4-108-390 0 0,-5 179 428 0 0,-7 46 42 0 0,2 11 0 0 0,0 68 0 0 0,5-63 0 0 0,-1-32 28 0 0,0 14 1 0 0,1 1 0 0 0,1-1 0 0 0,5 32-1 0 0,-4-49 28 0 0,-1 1 0 0 0,2 0-1 0 0,-1-1 1 0 0,1 1-1 0 0,0-1 1 0 0,0 0-1 0 0,1 0 1 0 0,0 0-1 0 0,0 0 1 0 0,1-1-1 0 0,0 0 1 0 0,0 0-1 0 0,0 0 1 0 0,8 6-1 0 0,-6-6 26 0 0,2-1-1 0 0,-1 1 0 0 0,1-1 1 0 0,-1-1-1 0 0,1 0 0 0 0,0 0 1 0 0,1-1-1 0 0,-1 0 0 0 0,1-1 1 0 0,-1 0-1 0 0,1 0 1 0 0,0-1-1 0 0,-1 0 0 0 0,1-1 1 0 0,0-1-1 0 0,0 1 0 0 0,-1-1 1 0 0,1-1-1 0 0,0 0 0 0 0,-1 0 1 0 0,1-1-1 0 0,16-8 0 0 0,-9 3-224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2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1 113 6911 0 0,'3'-3'608'0'0,"0"0"-480"0"0,0 0-128 0 0,0 1 0 0 0,1 1 0 0 0,2-2 88 0 0,5-5-88 0 0,8-3 80 0 0,6-1 608 0 0,5-3 120 0 0,1 1 24 0 0,-2 3 8 0 0,1 2-696 0 0,-1 0-144 0 0,-1 3 0 0 0,-2 3-4464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3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1 109 1375 0 0,'0'11'464'0'0,"2"0"-1"0"0,-1 0 0 0 0,7 19 0 0 0,-2-4-68 0 0,33 136 1612 0 0,-36-141-443 0 0,-6-31-711 0 0,-2-19-430 0 0,1-1 0 0 0,1 1-1 0 0,1-1 1 0 0,2 1 0 0 0,3-33-1 0 0,-2 51-367 0 0,0 0-1 0 0,1 0 0 0 0,0 0 0 0 0,1 1 1 0 0,0-1-1 0 0,1 0 0 0 0,5-12 1 0 0,-6 18-57 0 0,-1 1 1 0 0,0 0-1 0 0,1 0 1 0 0,0 0-1 0 0,0 1 1 0 0,0-1-1 0 0,0 1 1 0 0,1-1 0 0 0,-1 1-1 0 0,1 0 1 0 0,-1 1-1 0 0,1-1 1 0 0,0 1-1 0 0,0-1 1 0 0,1 1-1 0 0,-1 1 1 0 0,0-1 0 0 0,1 0-1 0 0,5 0 1 0 0,2 0-93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57 23 1839 0 0,'-5'4'165'0'0,"0"1"-1"0"0,1 0 1 0 0,0 0-1 0 0,0 0 0 0 0,0 0 1 0 0,1 1-1 0 0,-1 0 0 0 0,1 0 1 0 0,0 0-1 0 0,1 0 0 0 0,0 0 1 0 0,-3 12-1 0 0,2-9 25 0 0,2 1-1 0 0,-1-1 1 0 0,1 0 0 0 0,0 0-1 0 0,1 0 1 0 0,0 1 0 0 0,1-1-1 0 0,2 16 1 0 0,-1-18-136 0 0,0 0 0 0 0,0 0 1 0 0,1-1-1 0 0,0 1 0 0 0,0-1 0 0 0,0 0 0 0 0,1 1 1 0 0,0-2-1 0 0,0 1 0 0 0,0 0 0 0 0,1-1 0 0 0,0 0 1 0 0,0 0-1 0 0,0 0 0 0 0,1-1 0 0 0,-1 0 0 0 0,1 0 1 0 0,0 0-1 0 0,0-1 0 0 0,8 3 0 0 0,-9-3-4 0 0,1-2 0 0 0,-1 1 0 0 0,1-1 0 0 0,-1 1 0 0 0,1-2 0 0 0,-1 1 0 0 0,1-1 0 0 0,-1 1-1 0 0,1-2 1 0 0,-1 1 0 0 0,1-1 0 0 0,0 0 0 0 0,-1 0 0 0 0,1 0 0 0 0,-1-1 0 0 0,0 0 0 0 0,0 0 0 0 0,1 0 0 0 0,-1-1 0 0 0,-1 0 0 0 0,1 0 0 0 0,0 0 0 0 0,-1-1 0 0 0,1 1-1 0 0,4-6 1 0 0,-2 1 64 0 0,0 0 0 0 0,0-1 0 0 0,0 0 0 0 0,-1 0-1 0 0,0-1 1 0 0,-1 0 0 0 0,0 0 0 0 0,0 0 0 0 0,4-18 0 0 0,-7 22-49 0 0,-1 1 0 0 0,0 0 0 0 0,0-1 0 0 0,-1 1 0 0 0,1-1 0 0 0,-1 0 0 0 0,0 1 0 0 0,-1-1-1 0 0,1 1 1 0 0,-1-1 0 0 0,0 1 0 0 0,0-1 0 0 0,-1 1 0 0 0,0 0 0 0 0,1 0 0 0 0,-2-1 0 0 0,1 1 0 0 0,-1 1 0 0 0,1-1 0 0 0,-1 0 0 0 0,-5-5 0 0 0,3 4-41 0 0,1 1 0 0 0,-1 1 0 0 0,1-1 0 0 0,-1 1-1 0 0,0 0 1 0 0,-1 0 0 0 0,1 1 0 0 0,-1-1 0 0 0,0 1 0 0 0,1 0-1 0 0,-1 1 1 0 0,0 0 0 0 0,-1 0 0 0 0,1 0 0 0 0,0 1 0 0 0,0 0-1 0 0,-1 0 1 0 0,1 0 0 0 0,-1 1 0 0 0,1 0 0 0 0,-1 1-1 0 0,1-1 1 0 0,0 1 0 0 0,-1 0 0 0 0,1 1 0 0 0,0 0 0 0 0,0 0-1 0 0,0 0 1 0 0,0 1 0 0 0,0 0 0 0 0,0 0 0 0 0,1 1 0 0 0,-8 5-1 0 0,-1 4-840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0 343 1519 0 0,'1'1'26'0'0,"0"0"-1"0"0,0 0 0 0 0,0 0 0 0 0,0-1 0 0 0,0 1 0 0 0,0 0 0 0 0,0-1 0 0 0,0 1 1 0 0,0-1-1 0 0,0 1 0 0 0,1-1 0 0 0,-1 0 0 0 0,0 1 0 0 0,0-1 0 0 0,0 0 0 0 0,1 0 0 0 0,-1 0 1 0 0,0 0-1 0 0,0 0 0 0 0,0 0 0 0 0,0 0 0 0 0,3-1 0 0 0,31-6 887 0 0,-31 6-800 0 0,10-3 106 0 0,-1 0 1 0 0,0-1 0 0 0,0 0-1 0 0,-1-2 1 0 0,0 1 0 0 0,0-1-1 0 0,0-1 1 0 0,-1 0 0 0 0,0-1-1 0 0,0 0 1 0 0,11-13 0 0 0,-14 13-147 0 0,0-1 1 0 0,-1 1 0 0 0,0-1-1 0 0,-1-1 1 0 0,0 1 0 0 0,0-1-1 0 0,-1 0 1 0 0,0-1 0 0 0,-1 1-1 0 0,-1-1 1 0 0,1 0 0 0 0,-2 0-1 0 0,3-19 1 0 0,-5 28-64 0 0,1-1 0 0 0,-1 0 0 0 0,0 1-1 0 0,-1-1 1 0 0,1 0 0 0 0,-1 1 0 0 0,1-1 0 0 0,-1 1 0 0 0,0-1-1 0 0,0 1 1 0 0,-1-1 0 0 0,1 1 0 0 0,-1 0 0 0 0,-2-5 0 0 0,3 6 0 0 0,-1 0 0 0 0,1 1 1 0 0,-1-1-1 0 0,0 1 0 0 0,1-1 0 0 0,-1 1 1 0 0,0 0-1 0 0,0 0 0 0 0,0 0 1 0 0,0 0-1 0 0,0 0 0 0 0,0 0 1 0 0,0 0-1 0 0,0 1 0 0 0,0-1 1 0 0,0 1-1 0 0,0-1 0 0 0,0 1 1 0 0,-1 0-1 0 0,1 0 0 0 0,0 0 0 0 0,0 0 1 0 0,0 1-1 0 0,-4 0 0 0 0,0 0 3 0 0,1 1 1 0 0,-1-1-1 0 0,0 1 0 0 0,1 1 0 0 0,-1-1 0 0 0,1 1 0 0 0,0 0 0 0 0,-1 0 0 0 0,1 1 0 0 0,1-1 0 0 0,-6 6 1 0 0,4-3-5 0 0,0 1 1 0 0,1 0 0 0 0,-1 0 0 0 0,1 0-1 0 0,1 1 1 0 0,-8 15 0 0 0,4-3 11 0 0,1-1 0 0 0,1 1-1 0 0,1 1 1 0 0,1-1 0 0 0,-3 40 0 0 0,5-36 51 0 0,1 0 0 0 0,2 0 1 0 0,0-1-1 0 0,1 1 0 0 0,2 0 1 0 0,9 37-1 0 0,-10-50 96 0 0,0-1-1 0 0,1 1 0 0 0,0-1 1 0 0,1 0-1 0 0,0 0 0 0 0,0-1 1 0 0,1 1-1 0 0,0-1 1 0 0,1-1-1 0 0,0 1 0 0 0,0-1 1 0 0,0 0-1 0 0,1-1 1 0 0,1 0-1 0 0,-1 0 0 0 0,13 7 1 0 0,-12-10-146 0 0,0 0 0 0 0,1-1 0 0 0,0 0 0 0 0,-1-1 0 0 0,1 0 0 0 0,0 0 0 0 0,0-1 0 0 0,0 0 0 0 0,0-1 1 0 0,16-2-1 0 0,-6-1-35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3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7 726 2759 0 0,'-6'21'6940'0'0,"16"-29"-6168"0"0,148-148 2504 0 0,-1-4-2898 0 0,143-189 0 0 0,-287 333-386 0 0,-8 9 0 0 0,0 0 0 0 0,1 0 0 0 0,0 0 0 0 0,0 1 0 0 0,0 0 0 0 0,1 1 0 0 0,6-6 0 0 0,-7 9-136 0 0,-5 4-172 0 0,3 6-80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5 2303 0 0,'-11'-5'8448'0'0,"72"125"-6280"0"0,-34-62-1616 0 0,3-1 0 0 0,3-1 0 0 0,62 83 0 0 0,-21-47-52 0 0,65 80 111 0 0,-124-155-485 0 0,0-1 1 0 0,0-1-1 0 0,29 21 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33 1 3223 0 0,'1'8'3439'0'0,"6"83"-1234"0"0,-6 126 1 0 0,-2-198-2063 0 0,-4 169 680 0 0,-5 228 592 0 0,-3-244-657 0 0,7-116-596 0 0,0 85-1 0 0,21 548-449 0 0,-23-359-1304 0 0,6-260 1443 0 0,3-2 144 0 0,10 77-1 0 0,-2-27 6 0 0,-2-44-21 0 0,2-1 0 0 0,29 116-1 0 0,40 174-137 0 0,-61-276 24 0 0,-13-66-1019 0 0,10 29 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4:54.5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44 8 1839 0 0,'-3'-8'6228'0'0,"-1"25"-5124"0"0,5 32-202 0 0,-1-13-584 0 0,0 204 1181 0 0,2-107-1360 0 0,-12 187 63 0 0,-2-199-201 0 0,5-51-79 0 0,1 95-1 0 0,16-33 155 0 0,-1-38-20 0 0,-7-5 308 0 0,-10 105 0 0 0,0-56-100 0 0,3 295 48 0 0,15-131-186 0 0,-7-252-110 0 0,0 0 140 0 0,8 198 394 0 0,-12-188-563 0 0,-2-1-1 0 0,-11 69 1 0 0,6-61 31 0 0,3 0-1 0 0,5 114 1 0 0,2-67-7 0 0,1-81-3996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126 130 6447 0 0,'-77'-36'3201'0'0,"29"-5"2132"0"0,49 36-5176 0 0,1 1 0 0 0,0 0 0 0 0,0 0 0 0 0,0 0 0 0 0,0 1 0 0 0,0 0 0 0 0,0 0 0 0 0,0 0 0 0 0,0 1 0 0 0,1-1 0 0 0,-1 2 0 0 0,0-1 0 0 0,1 1 0 0 0,-1 0 0 0 0,0 0 0 0 0,1 0 0 0 0,-1 1 0 0 0,0 0 0 0 0,1 0 0 0 0,-1 1 0 0 0,3 1 0 0 0,-3-2-191 0 0,10 11-1252 0 0,49 44-4846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23 3679 0 0,'0'-2'199'0'0,"-1"1"-1"0"0,0 0 0 0 0,1 0 1 0 0,-1-1-1 0 0,0 1 0 0 0,0 0 1 0 0,0 0-1 0 0,0 0 0 0 0,0 0 1 0 0,0 0-1 0 0,0 0 0 0 0,-1 1 1 0 0,1-1-1 0 0,0 0 0 0 0,-1 0 0 0 0,1 1 1 0 0,0-1-1 0 0,-1 0 0 0 0,1 1 1 0 0,-1 0-1 0 0,1-1 0 0 0,-1 1 1 0 0,1 0-1 0 0,-1-1 0 0 0,1 1 1 0 0,-1 0-1 0 0,1 0 0 0 0,-1 0 1 0 0,-29 16 7232 0 0,-14 36-7143 0 0,44-51-288 0 0,0 1 0 0 0,0-1-1 0 0,0 0 1 0 0,0 0 0 0 0,0 1 0 0 0,1-1 0 0 0,-1 0-1 0 0,0 1 1 0 0,1-1 0 0 0,0 1 0 0 0,-1-1 0 0 0,1 1-1 0 0,0-1 1 0 0,0 1 0 0 0,0-1 0 0 0,0 1 0 0 0,0-1-1 0 0,0 1 1 0 0,0-1 0 0 0,1 0 0 0 0,-1 1 0 0 0,1-1-1 0 0,-1 1 1 0 0,1-1 0 0 0,0 0 0 0 0,-1 1 0 0 0,1-1-1 0 0,0 0 1 0 0,0 1 0 0 0,0-1 0 0 0,0 0 0 0 0,0 0-1 0 0,1 0 1 0 0,-1 0 0 0 0,0 0 0 0 0,0 0 0 0 0,1 0-1 0 0,-1 0 1 0 0,1-1 0 0 0,-1 1 0 0 0,1 0 0 0 0,-1-1 0 0 0,1 1-1 0 0,0-1 1 0 0,-1 1 0 0 0,1-1 0 0 0,0 0 0 0 0,-1 0-1 0 0,1 1 1 0 0,0-1 0 0 0,-1 0 0 0 0,1 0 0 0 0,0 0-1 0 0,-1-1 1 0 0,1 1 0 0 0,0 0 0 0 0,2-1 0 0 0,2 2-662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123 111 6911 0 0,'-38'-17'-343'0'0,"-25"-38"4610"0"0,42 21-441 0 0,67 51-3742 0 0,-27 2-5358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44 1863 0 0,'13'47'4272'0'0,"-13"-46"-4200"0"0,1 0-1 0 0,-1-1 1 0 0,1 1-1 0 0,-1 0 1 0 0,1-1-1 0 0,-1 1 1 0 0,0 0-1 0 0,1-1 1 0 0,-1 1-1 0 0,0 0 1 0 0,1 0-1 0 0,-1-1 1 0 0,0 1-1 0 0,0 0 1 0 0,0 0-1 0 0,0-1 1 0 0,0 1-1 0 0,0 0 1 0 0,0 0-1 0 0,0 0 1 0 0,0-1-1 0 0,-1 1 1 0 0,1 0-1 0 0,0 0 0 0 0,0-1 1 0 0,-1 1-1 0 0,1 0 1 0 0,-1-1-1 0 0,1 1 1 0 0,0 0-1 0 0,-1-1 1 0 0,0 1-1 0 0,1-1 1 0 0,-1 1-1 0 0,1 0 1 0 0,-1-1-1 0 0,0 1 1 0 0,1-1-1 0 0,-1 0 1 0 0,0 1-1 0 0,0-1 1 0 0,1 1-1 0 0,-1-1 1 0 0,0 0-1 0 0,0 0 1 0 0,0 1-1 0 0,0-1 1 0 0,1 0-1 0 0,-1 0 1 0 0,0 0-1 0 0,0 0 1 0 0,0 0-1 0 0,0 0 0 0 0,0 0 1 0 0,0 0-1 0 0,1 0 1 0 0,-1 0-1 0 0,0 0 1 0 0,0 0-1 0 0,0-1 1 0 0,0 1-1 0 0,-74-39 233 0 0,73 38-276 0 0,1 0 0 0 0,-1 0 0 0 0,1 0 0 0 0,0 0-1 0 0,-1 0 1 0 0,1-1 0 0 0,0 1 0 0 0,0 0-1 0 0,0-1 1 0 0,0 1 0 0 0,0 0 0 0 0,0-1 0 0 0,0 1-1 0 0,1-1 1 0 0,-1 1 0 0 0,1-1 0 0 0,-1 0 0 0 0,1 1-1 0 0,-1-1 1 0 0,1 1 0 0 0,0-1 0 0 0,0 0 0 0 0,0 1-1 0 0,0-1 1 0 0,0 1 0 0 0,1-1 0 0 0,-1 0 0 0 0,0 1-1 0 0,1-1 1 0 0,0 1 0 0 0,-1-1 0 0 0,1 1 0 0 0,0-1-1 0 0,0 1 1 0 0,0-1 0 0 0,0 1 0 0 0,0 0 0 0 0,0-1-1 0 0,0 1 1 0 0,0 0 0 0 0,1 0 0 0 0,-1 0-1 0 0,0 0 1 0 0,1 0 0 0 0,-1 0 0 0 0,1 0 0 0 0,0 0-1 0 0,-1 1 1 0 0,1-1 0 0 0,0 0 0 0 0,-1 1 0 0 0,1-1-1 0 0,0 1 1 0 0,0 0 0 0 0,0-1 0 0 0,-1 1 0 0 0,4 0-1 0 0,1-3-55 0 0,2-4 28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22 4143 0 0,'0'-1'191'0'0,"0"-1"-11"0"0,2 1 228 0 0,1 0 0 0 0,-1 0 1 0 0,0 0-1 0 0,0 0 0 0 0,1 0 0 0 0,-1 1 0 0 0,0-1 1 0 0,1 1-1 0 0,-1 0 0 0 0,1 0 0 0 0,-1 0 0 0 0,0 0 1 0 0,1 0-1 0 0,-1 0 0 0 0,0 1 0 0 0,1-1 0 0 0,-1 1 1 0 0,0 0-1 0 0,4 1 0 0 0,33 13 1879 0 0,-36-14-2682 0 0,-1 0 414 0 0,0 0 0 0 0,0 0-1 0 0,0 1 1 0 0,0-1 0 0 0,0 1 0 0 0,0-1 0 0 0,0 1-1 0 0,-1-1 1 0 0,1 1 0 0 0,-1 0 0 0 0,1 0-1 0 0,-1 0 1 0 0,0 0 0 0 0,1 0 0 0 0,-1 0 0 0 0,0 0-1 0 0,-1 1 1 0 0,1-1 0 0 0,0 0 0 0 0,0 0-1 0 0,-1 1 1 0 0,0-1 0 0 0,1 1 0 0 0,-1-1 0 0 0,0 0-1 0 0,0 1 1 0 0,0-1 0 0 0,0 0 0 0 0,-1 1 0 0 0,1-1-1 0 0,-1 0 1 0 0,1 1 0 0 0,-1-1 0 0 0,0 0-1 0 0,0 0 1 0 0,0 1 0 0 0,0-1 0 0 0,0 0 0 0 0,-1 0-1 0 0,1 0 1 0 0,-1-1 0 0 0,1 1 0 0 0,-1 0-1 0 0,-3 3 1 0 0,3-4 641 0 0,1-1-646 0 0,1 0 1 0 0,0 0-1 0 0,-1 0 0 0 0,1 0 1 0 0,-1 0-1 0 0,1 0 0 0 0,0 0 0 0 0,-1 0 1 0 0,1 0-1 0 0,-1 0 0 0 0,1 0 1 0 0,0 0-1 0 0,-1 0 0 0 0,1-1 1 0 0,-1 1-1 0 0,1 0 0 0 0,0 0 1 0 0,-1 0-1 0 0,1-1 0 0 0,0 1 1 0 0,0 0-1 0 0,-1 0 0 0 0,1-1 1 0 0,0 1-1 0 0,-1 0 0 0 0,1-1 1 0 0,0 1-1 0 0,0 0 0 0 0,0-1 1 0 0,-1 1-1 0 0,1-1 0 0 0,0 1 0 0 0,0 0 1 0 0,0-1-1 0 0,0 1 0 0 0,0-1 1 0 0,0 1-1 0 0,0 0 0 0 0,0-1 1 0 0,0 1-1 0 0,0-1 0 0 0,0 1 1 0 0,0 0-1 0 0,0-1 0 0 0,0 1 1 0 0,0-1-1 0 0,0 1 0 0 0,0-1 1 0 0,0-2-16 0 0,-3-50 90 0 0,3 50-86 0 0,1 0-1 0 0,-1 0 1 0 0,0 0-1 0 0,1 1 1 0 0,-1-1-1 0 0,1 0 0 0 0,0 1 1 0 0,0-1-1 0 0,0 1 1 0 0,0-1-1 0 0,0 1 1 0 0,0-1-1 0 0,1 1 1 0 0,-1 0-1 0 0,1-1 1 0 0,0 1-1 0 0,0 0 0 0 0,0 0 1 0 0,0 0-1 0 0,0 0 1 0 0,3-1-1 0 0,-5 3-14 0 0,0 0-1 0 0,1 0 0 0 0,-1 0 0 0 0,0 0 1 0 0,1 0-1 0 0,-1 0 0 0 0,0 0 0 0 0,1 0 1 0 0,-1 0-1 0 0,0 0 0 0 0,1 0 0 0 0,-1 0 1 0 0,0 0-1 0 0,1 0 0 0 0,-1 1 1 0 0,0-1-1 0 0,0 0 0 0 0,1 0 0 0 0,-1 0 1 0 0,0 1-1 0 0,0-1 0 0 0,1 0 0 0 0,-1 0 1 0 0,0 1-1 0 0,0-1 0 0 0,0 0 0 0 0,1 0 1 0 0,-1 1-1 0 0,0-1 0 0 0,0 0 0 0 0,0 0 1 0 0,0 1-1 0 0,0-1 0 0 0,0 0 1 0 0,0 1-1 0 0,0-1 0 0 0,1 0 0 0 0,-1 1 1 0 0,0-1-1 0 0,0 0 0 0 0,0 1 0 0 0,-1-1 1 0 0,1 0-1 0 0,0 1 0 0 0,0-1 1 0 0,1 3-669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88 125 6911 0 0,'-2'0'37'0'0,"-1"0"-1"0"0,1-1 1 0 0,0 0-1 0 0,-1 0 1 0 0,1 1-1 0 0,0-2 1 0 0,0 1-1 0 0,0 0 1 0 0,0 0-1 0 0,0-1 0 0 0,0 1 1 0 0,0-1-1 0 0,0 0 1 0 0,0 1-1 0 0,1-1 1 0 0,-1 0-1 0 0,0 0 1 0 0,1-1-1 0 0,0 1 1 0 0,-1 0-1 0 0,1 0 1 0 0,0-1-1 0 0,0 1 0 0 0,0-1 1 0 0,0 1-1 0 0,1-1 1 0 0,-1 1-1 0 0,1-1 1 0 0,-1 0-1 0 0,1 1 1 0 0,0-1-1 0 0,0 0 1 0 0,0 1-1 0 0,0-1 1 0 0,0 1-1 0 0,0-1 0 0 0,1 0 1 0 0,-1 1-1 0 0,1-1 1 0 0,0 1-1 0 0,-1-1 1 0 0,1 1-1 0 0,0-1 1 0 0,1 1-1 0 0,-1-1 1 0 0,0 1-1 0 0,0 0 1 0 0,1 0-1 0 0,-1 0 0 0 0,1 0 1 0 0,2-2-1 0 0,-3 2-35 0 0,0 1-1 0 0,0 0 0 0 0,0 0 0 0 0,0-1 0 0 0,1 1 1 0 0,-1 0-1 0 0,0 0 0 0 0,1 0 0 0 0,-1 1 0 0 0,1-1 0 0 0,-1 0 1 0 0,0 0-1 0 0,1 1 0 0 0,0-1 0 0 0,-1 1 0 0 0,1 0 1 0 0,-1-1-1 0 0,1 1 0 0 0,-1 0 0 0 0,1 0 0 0 0,0 0 1 0 0,-1 0-1 0 0,1 0 0 0 0,-1 1 0 0 0,1-1 0 0 0,-1 0 1 0 0,1 1-1 0 0,-1-1 0 0 0,1 1 0 0 0,-1 0 0 0 0,1 0 1 0 0,-1-1-1 0 0,1 1 0 0 0,-1 0 0 0 0,0 0 0 0 0,0 0 1 0 0,1 1-1 0 0,-1-1 0 0 0,0 0 0 0 0,0 1 0 0 0,0-1 0 0 0,0 0 1 0 0,0 1-1 0 0,0-1 0 0 0,-1 1 0 0 0,1 0 0 0 0,0-1 1 0 0,-1 1-1 0 0,1-1 0 0 0,-1 1 0 0 0,1 0 0 0 0,-1 0 1 0 0,0-1-1 0 0,0 1 0 0 0,0 0 0 0 0,1 0 0 0 0,-2 0 1 0 0,1-1-1 0 0,0 1 0 0 0,0 0 0 0 0,-1 3 0 0 0,-4 2 213 0 0,-1-1-1 0 0,1 0 1 0 0,-1 0-1 0 0,0 0 1 0 0,0-1-1 0 0,-1 0 1 0 0,1 0-1 0 0,-1-1 1 0 0,0 0-1 0 0,0 0 1 0 0,0 0-1 0 0,-1-1 1 0 0,-7 2-1 0 0,-4-10 51 0 0,14 5-249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97 2303 0 0,'0'1'167'0'0,"0"1"-78"0"0,8 15 1152 0 0,-8-16-1141 0 0,1-1 0 0 0,-1 1 0 0 0,0-1 0 0 0,0 1 0 0 0,1-1 0 0 0,-1 0 0 0 0,0 1 1 0 0,0-1-1 0 0,1 1 0 0 0,-1-1 0 0 0,0 0 0 0 0,1 0 0 0 0,-1 1 0 0 0,0-1 0 0 0,1 0 0 0 0,-1 0 0 0 0,0 1 0 0 0,1-1 1 0 0,-1 0-1 0 0,0 0 0 0 0,1 0 0 0 0,-1 0 0 0 0,0 0 0 0 0,1 0 0 0 0,-1 0 0 0 0,1 0 0 0 0,-1 0 0 0 0,0 0 0 0 0,1-1 1 0 0,-1 1-1 0 0,0 0 0 0 0,1 0 0 0 0,-1 0 0 0 0,0-1 0 0 0,1 1 0 0 0,-1 0 0 0 0,0-1 0 0 0,1 1 0 0 0,5-19-60 0 0,-3 7 40 0 0,1-1-1 0 0,0 2 0 0 0,0-1 1 0 0,1 1-1 0 0,7-14 0 0 0,-11 23-69 0 0,0 0-1 0 0,0 1 1 0 0,0 0-1 0 0,0-1 1 0 0,0 1-1 0 0,0 0 1 0 0,0 0-1 0 0,0 0 1 0 0,0 0-1 0 0,0 0 1 0 0,0 0-1 0 0,1 0 1 0 0,-1 1-1 0 0,0-1 1 0 0,0 1-1 0 0,1 0 1 0 0,-1-1-1 0 0,0 1 1 0 0,0 0-1 0 0,1 0 1 0 0,-1 0-1 0 0,0 1 1 0 0,0-1 0 0 0,1 0-1 0 0,-1 1 1 0 0,0 0-1 0 0,0-1 1 0 0,0 1-1 0 0,1 0 1 0 0,-1 0-1 0 0,0 0 1 0 0,0 0-1 0 0,0 0 1 0 0,0 1-1 0 0,0-1 1 0 0,0 0-1 0 0,0 1 1 0 0,0-1-1 0 0,-1 1 1 0 0,1 0-1 0 0,0-1 1 0 0,0 1-1 0 0,-1 0 1 0 0,2 3-1 0 0,-2-3 27 0 0,1 0 0 0 0,0-1 0 0 0,-1 1 0 0 0,1 0 0 0 0,0 1 0 0 0,-1-1 0 0 0,0 0-1 0 0,1 0 1 0 0,-1 0 0 0 0,0 0 0 0 0,1 1 0 0 0,-1-1 0 0 0,0 0 0 0 0,0 0 0 0 0,0 1-1 0 0,0-1 1 0 0,-1 0 0 0 0,1 0 0 0 0,0 1 0 0 0,0-1 0 0 0,-1 0 0 0 0,1 0 0 0 0,-1 0-1 0 0,1 0 1 0 0,-1 0 0 0 0,0 0 0 0 0,1 0 0 0 0,-1 0 0 0 0,0 0 0 0 0,0 0 0 0 0,1-1-1 0 0,-1 1 1 0 0,0-1 0 0 0,0 1 0 0 0,0-1 0 0 0,-1 1 0 0 0,1-1 0 0 0,0 0 0 0 0,0 0-1 0 0,0 0 1 0 0,0 0 0 0 0,-1 0 0 0 0,1-1 0 0 0,0 1 0 0 0,0-1 0 0 0,-1 1 0 0 0,1-1-1 0 0,0 0 1 0 0,-1 1 0 0 0,1-1 0 0 0,0 0 0 0 0,-1-1 0 0 0,1 1 0 0 0,0 0 0 0 0,-1-1-1 0 0,1 1 1 0 0,0-1 0 0 0,0 0 0 0 0,-1 0 0 0 0,1 0 0 0 0,0 0 0 0 0,0 0 0 0 0,0 0-1 0 0,-2-2 1 0 0,-2-3 277 0 0,0 1 0 0 0,0 0 0 0 0,-1 1-1 0 0,1 0 1 0 0,-1 0 0 0 0,-8-3-1 0 0,-16-12 743 0 0,35 27-1851 0 0,4-4-3984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80 919 0 0,'-40'27'2818'0'0,"37"-24"-2544"0"0,0-1 1 0 0,-1 0 0 0 0,1 0-1 0 0,0 0 1 0 0,-1-1 0 0 0,1 0 0 0 0,-1 1-1 0 0,0-2 1 0 0,1 1 0 0 0,-1 0-1 0 0,0-1 1 0 0,1 0 0 0 0,-1 0-1 0 0,0 0 1 0 0,1-1 0 0 0,-7-1-1 0 0,9 1-164 0 0,0 1-1 0 0,-1-1 1 0 0,1 0-1 0 0,0 0 1 0 0,0 1-1 0 0,0-1 1 0 0,0 0-1 0 0,1 0 1 0 0,-1 0-1 0 0,0 0 1 0 0,0-1-1 0 0,0 1 1 0 0,1 0-1 0 0,-1 0 1 0 0,0 0-1 0 0,1-1 1 0 0,-1 1-1 0 0,1-1 1 0 0,-1 1-1 0 0,0-3 0 0 0,1 1-90 0 0,0-1-1 0 0,0 0 0 0 0,-1 1 0 0 0,2-1 0 0 0,-1 0 1 0 0,0 1-1 0 0,1-1 0 0 0,-1 0 0 0 0,1 1 0 0 0,0-1 1 0 0,0 1-1 0 0,1-4 0 0 0,0 4 9 0 0,-1-1 1 0 0,1 1-1 0 0,0 1 0 0 0,0-1 1 0 0,0 0-1 0 0,0 1 0 0 0,0-1 1 0 0,0 1-1 0 0,0 0 0 0 0,1-1 1 0 0,-1 2-1 0 0,1-1 0 0 0,-1 0 0 0 0,1 1 1 0 0,0-1-1 0 0,-1 1 0 0 0,1 0 1 0 0,5-1-1 0 0,-6 1-28 0 0,0 0-1 0 0,0 1 1 0 0,0-1-1 0 0,0 1 1 0 0,0 0-1 0 0,1 0 1 0 0,-1 0-1 0 0,0 0 1 0 0,0 0 0 0 0,0 0-1 0 0,1 1 1 0 0,-1-1-1 0 0,0 1 1 0 0,0 0-1 0 0,0 0 1 0 0,0 0-1 0 0,0 0 1 0 0,0 0-1 0 0,0 1 1 0 0,0-1 0 0 0,-1 1-1 0 0,1 0 1 0 0,0-1-1 0 0,0 1 1 0 0,1 3-1 0 0,-3-4 6 0 0,1 1 0 0 0,-1 0 1 0 0,0-1-1 0 0,0 1 0 0 0,0 0 0 0 0,0 0 0 0 0,0-1 0 0 0,0 1 0 0 0,0 0 0 0 0,0-1 0 0 0,0 1 0 0 0,-1 0 0 0 0,1-1 0 0 0,0 1 0 0 0,-1 0 0 0 0,1-1 0 0 0,-1 1 0 0 0,0-1 0 0 0,1 1 0 0 0,-1-1 1 0 0,0 1-1 0 0,0-1 0 0 0,0 0 0 0 0,0 1 0 0 0,0-1 0 0 0,0 0 0 0 0,0 0 0 0 0,0 0 0 0 0,0 0 0 0 0,0 0 0 0 0,0 0 0 0 0,0 0 0 0 0,-1-1 0 0 0,1 1 0 0 0,0 0 0 0 0,-1-1 0 0 0,1 1 1 0 0,-2-1-1 0 0,-22 7 292 0 0,25-7-296 0 0,0 0 0 0 0,0-1 0 0 0,-1 1 0 0 0,1 0 0 0 0,0 0 0 0 0,-1 0 0 0 0,1 0 0 0 0,0 0 0 0 0,0 0 0 0 0,-1-1 0 0 0,1 1 0 0 0,0 0 0 0 0,0 0 0 0 0,-1 0 0 0 0,1-1 0 0 0,0 1 0 0 0,0 0-1 0 0,0-1 1 0 0,-1 1 0 0 0,1 0 0 0 0,0 0 0 0 0,0-1 0 0 0,0 1 0 0 0,0 0 0 0 0,0-1 0 0 0,-1 1 0 0 0,1 0 0 0 0,0-1 0 0 0,0 1 0 0 0,0 0 0 0 0,0-1 0 0 0,0 1 0 0 0,0-1 0 0 0,0 1 0 0 0,0 0-1 0 0,0-1 1 0 0,0 1 0 0 0,0 0 0 0 0,0-1 0 0 0,0 1 0 0 0,0 0 0 0 0,1-1 0 0 0,-1 1 0 0 0,0-1 0 0 0,0 1 0 0 0,0 0 0 0 0,0 0 0 0 0,0-1 0 0 0,1 1 0 0 0,-1 0 0 0 0,0-1 0 0 0,0 1 0 0 0,0 0-1 0 0,1 0 1 0 0,-1-1 0 0 0,0 1 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91 3223 0 0,'0'-1'-8'0'0,"-1"-1"0"0"0,1 0-1 0 0,0 1 1 0 0,1-1-1 0 0,-1 1 1 0 0,0-1-1 0 0,0 0 1 0 0,0 1-1 0 0,0-1 1 0 0,1 1-1 0 0,-1-1 1 0 0,0 1-1 0 0,1-1 1 0 0,-1 1-1 0 0,1 0 1 0 0,-1-1-1 0 0,1 1 1 0 0,-1 0 0 0 0,1 0-1 0 0,-1 0 1 0 0,1-1-1 0 0,0 1 1 0 0,-1 0-1 0 0,1 0 1 0 0,0 1-1 0 0,-1-1 1 0 0,1 0-1 0 0,1-1 1 0 0,6-6 2084 0 0,-2 3-1860 0 0,0 0-144 0 0,-1-1-38 0 0,1 1 0 0 0,0 1 0 0 0,0-1 0 0 0,0 2 1 0 0,1-1-1 0 0,9-2 0 0 0,-16 7-28 0 0,1-1 0 0 0,-1 0 1 0 0,0 0-1 0 0,0 1 1 0 0,0-1-1 0 0,1 0 0 0 0,-1 1 1 0 0,0-1-1 0 0,0 0 0 0 0,0 1 1 0 0,0-1-1 0 0,0 0 1 0 0,0 1-1 0 0,1-1 0 0 0,-1 0 1 0 0,0 1-1 0 0,0-1 0 0 0,0 1 1 0 0,0-1-1 0 0,0 0 0 0 0,0 1 1 0 0,0-1-1 0 0,0 1 1 0 0,0-1-1 0 0,0 1 0 0 0,0-1 1 0 0,0 0-1 0 0,0 1 0 0 0,0-1 1 0 0,0 1-1 0 0,0-1 0 0 0,0 0 1 0 0,0 1-1 0 0,-1-1 1 0 0,1 1-1 0 0,0-1 0 0 0,0 0 1 0 0,0 1-1 0 0,0-1 0 0 0,0 0 1 0 0,0 1-1 0 0,-1-1 1 0 0,1 0-1 0 0,0 1 0 0 0,0-1 1 0 0,0 0-1 0 0,0 0 0 0 0,-1 0 1 0 0,1 1-1 0 0,0-1 0 0 0,0 0 1 0 0,0 0-1 0 0,-1 0 1 0 0,1 0-1 0 0,0 0 0 0 0,0 1 1 0 0,-1-1-1 0 0,-18 33 1414 0 0,15-26-1330 0 0,-37 46 792 0 0,39-51-731 0 0,0 0 0 0 0,0 0 0 0 0,0-1 0 0 0,0 1 0 0 0,0-1 0 0 0,0 0 0 0 0,0 0 0 0 0,0 0 0 0 0,0-1 0 0 0,-1 1 0 0 0,1-1 0 0 0,0 0 0 0 0,0 0 0 0 0,0-1 0 0 0,0 1 0 0 0,-1-1 0 0 0,1 0 0 0 0,0 0 0 0 0,0 0 0 0 0,0 0 0 0 0,0-1 0 0 0,-2-2 0 0 0,3 3-133 0 0,1 1 0 0 0,-1-1 1 0 0,1 0-1 0 0,0 0 0 0 0,-1 1 0 0 0,1-1 0 0 0,0 0 0 0 0,-1 0 0 0 0,1 0 0 0 0,0 0 0 0 0,0 0 0 0 0,-1 1 0 0 0,1-1 0 0 0,0 0 1 0 0,0 0-1 0 0,0 0 0 0 0,0 0 0 0 0,0 0 0 0 0,0 0 0 0 0,0 0 0 0 0,0 0 0 0 0,0-1 0 0 0,0 1 0 0 0,0 0 0 0 0,0 0 0 0 0,0 0 1 0 0,0 0-1 0 0,0 0 0 0 0,0 1 0 0 0,1-1 0 0 0,-1 0 0 0 0,0 0 0 0 0,0 0 0 0 0,1-1 0 0 0,12-27 25 0 0,-4 20-103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46 114 2303 0 0,'-1'1'109'0'0,"0"-1"-1"0"0,0 0 0 0 0,0 1 0 0 0,0-1 0 0 0,0 0 0 0 0,0 0 1 0 0,0 0-1 0 0,0 1 0 0 0,0-1 0 0 0,0 0 0 0 0,0 0 0 0 0,-1 0 1 0 0,1 0-1 0 0,0-1 0 0 0,0 1 0 0 0,0 0 0 0 0,0 0 0 0 0,0 0 0 0 0,0-1 1 0 0,0 1-1 0 0,0-1 0 0 0,0 1 0 0 0,0 0 0 0 0,0-1 0 0 0,0 1 1 0 0,0-1-1 0 0,1 0 0 0 0,-1 1 0 0 0,0-1 0 0 0,0 1 0 0 0,1-1 1 0 0,-4-3 2533 0 0,3-2-2178 0 0,0 3-438 0 0,0-1 1 0 0,1 1-1 0 0,-1 0 0 0 0,1 0 0 0 0,0-1 0 0 0,0 1 0 0 0,0 0 0 0 0,1 0 0 0 0,0-1 1 0 0,-1 1-1 0 0,1 0 0 0 0,0 0 0 0 0,1 0 0 0 0,-1 0 0 0 0,1 0 0 0 0,0 0 0 0 0,0 0 1 0 0,0 1-1 0 0,0-1 0 0 0,0 0 0 0 0,1 1 0 0 0,-1-1 0 0 0,1 1 0 0 0,0 0 0 0 0,0 0 1 0 0,6-4-1 0 0,-6 4-40 0 0,1 0 0 0 0,0 1 0 0 0,0-1 0 0 0,-1 0 0 0 0,1 1 0 0 0,0 0 0 0 0,0 0 0 0 0,1 0 0 0 0,-1 0 0 0 0,0 0 0 0 0,9 0 0 0 0,-12 1 10 0 0,0 0-1 0 0,0 0 1 0 0,-1 0-1 0 0,1 0 1 0 0,0 1 0 0 0,0-1-1 0 0,0 0 1 0 0,0 0 0 0 0,0 0-1 0 0,0 1 1 0 0,-1-1-1 0 0,1 0 1 0 0,0 1 0 0 0,0-1-1 0 0,0 1 1 0 0,-1-1 0 0 0,1 1-1 0 0,0-1 1 0 0,-1 1-1 0 0,1-1 1 0 0,0 1 0 0 0,0 0-1 0 0,-1 1 3 0 0,1-1-1 0 0,-1 1 0 0 0,1-1 1 0 0,-1 0-1 0 0,0 1 0 0 0,0-1 1 0 0,0 1-1 0 0,0-1 0 0 0,0 0 1 0 0,0 1-1 0 0,-1-1 1 0 0,1 1-1 0 0,0-1 0 0 0,-1 0 1 0 0,1 1-1 0 0,-2 1 0 0 0,-1 4 120 0 0,-1-1 0 0 0,0 0 0 0 0,0 1 0 0 0,0-2 0 0 0,-1 1-1 0 0,0 0 1 0 0,0-1 0 0 0,-1 0 0 0 0,0 0 0 0 0,0 0 0 0 0,0 0-1 0 0,-1-1 1 0 0,1 0 0 0 0,-1 0 0 0 0,-15 6 0 0 0,21-10-102 0 0,1 0 1 0 0,-1 0 0 0 0,1 0 0 0 0,-1 1 0 0 0,0-1 0 0 0,1 0-1 0 0,-1 0 1 0 0,1 0 0 0 0,-1 0 0 0 0,0 0 0 0 0,1 0 0 0 0,-1 0-1 0 0,1 0 1 0 0,-1 0 0 0 0,0 0 0 0 0,1 0 0 0 0,-1 0 0 0 0,1 0 0 0 0,-1 0-1 0 0,0-1 1 0 0,1 1 0 0 0,-1 0 0 0 0,1 0 0 0 0,-1-1 0 0 0,1 1-1 0 0,-1 0 1 0 0,1-1 0 0 0,-1 1 0 0 0,1 0 0 0 0,-1-1 0 0 0,1 1-1 0 0,0 0 1 0 0,-1-1 0 0 0,1 1 0 0 0,0-1 0 0 0,-1 1 0 0 0,1-1-1 0 0,0 1 1 0 0,-1 0 0 0 0,1-1 0 0 0,0 1 0 0 0,0-1 0 0 0,0 1-1 0 0,0-1 1 0 0,0 1 0 0 0,0-1 0 0 0,0 0 0 0 0,2-3-70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61 2303 0 0,'-2'0'211'0'0,"0"0"-1"0"0,0 0 0 0 0,0-1 0 0 0,0 1 0 0 0,0-1 0 0 0,0 1 0 0 0,0-1 1 0 0,0 0-1 0 0,0 0 0 0 0,0 0 0 0 0,0 0 0 0 0,0 0 0 0 0,0 0 0 0 0,1 0 1 0 0,-1 0-1 0 0,0-1 0 0 0,1 1 0 0 0,-1 0 0 0 0,1-1 0 0 0,-2-2 0 0 0,3 4-116 0 0,-1-1 0 0 0,1 0 0 0 0,-1 1 0 0 0,1-1 0 0 0,0 0 0 0 0,0 1 0 0 0,-1-1 0 0 0,1 0 0 0 0,0 0 1 0 0,0 1-1 0 0,0-1 0 0 0,0 0 0 0 0,0 0 0 0 0,0 1 0 0 0,0-1 0 0 0,0 0 0 0 0,0 0 0 0 0,1 1 0 0 0,-1-1 0 0 0,0 0 0 0 0,1-1 0 0 0,0 1-57 0 0,0 0 0 0 0,0 0 0 0 0,0 0 1 0 0,0 0-1 0 0,0 0 0 0 0,1 0 0 0 0,-1 0 1 0 0,0 0-1 0 0,0 0 0 0 0,1 1 0 0 0,-1-1 1 0 0,1 1-1 0 0,-1-1 0 0 0,1 1 0 0 0,2-1 1 0 0,-3 0-36 0 0,6-1 13 0 0,1 0 0 0 0,-1 1 0 0 0,1-1 0 0 0,0 1 0 0 0,12 0 0 0 0,-19 1-19 0 0,1 0 0 0 0,0 1-1 0 0,0-1 1 0 0,0 0 0 0 0,-1 1-1 0 0,1-1 1 0 0,0 1 0 0 0,-1-1-1 0 0,1 1 1 0 0,0 0 0 0 0,-1 0-1 0 0,1 0 1 0 0,-1 0 0 0 0,1 0-1 0 0,-1 0 1 0 0,0 0 0 0 0,1 0-1 0 0,-1 0 1 0 0,0 0 0 0 0,0 1-1 0 0,0-1 1 0 0,0 1 0 0 0,0-1-1 0 0,0 0 1 0 0,0 1 0 0 0,0 0-1 0 0,-1-1 1 0 0,1 1 0 0 0,0 1-1 0 0,-1 0 32 0 0,0 0 0 0 0,0 0 0 0 0,1 0-1 0 0,-2 0 1 0 0,1 0 0 0 0,0 0 0 0 0,-1 0-1 0 0,1-1 1 0 0,-1 1 0 0 0,0 0 0 0 0,0 0-1 0 0,0-1 1 0 0,-1 1 0 0 0,1 0 0 0 0,-1-1-1 0 0,1 1 1 0 0,-1-1 0 0 0,0 0 0 0 0,0 1-1 0 0,0-1 1 0 0,-1 0 0 0 0,-2 2 0 0 0,2-1 154 0 0,-1 0 0 0 0,0 0 1 0 0,1 0-1 0 0,-1-1 1 0 0,0 1-1 0 0,0-1 0 0 0,-1 0 1 0 0,1 0-1 0 0,-1 0 0 0 0,1-1 1 0 0,-1 0-1 0 0,1 1 1 0 0,-1-1-1 0 0,-6 0 0 0 0,10-1-159 0 0,1 0 0 0 0,-1 0 0 0 0,1 0 0 0 0,-1 0 0 0 0,1 0 0 0 0,-1 0 0 0 0,1 0-1 0 0,-1 0 1 0 0,1 0 0 0 0,0 0 0 0 0,-1-1 0 0 0,1 1 0 0 0,-1 0 0 0 0,1 0 0 0 0,-1 0 0 0 0,1-1-1 0 0,0 1 1 0 0,-1 0 0 0 0,1 0 0 0 0,-1-1 0 0 0,1 1 0 0 0,0 0 0 0 0,-1-1 0 0 0,1 1 0 0 0,0-1-1 0 0,0 1 1 0 0,-1 0 0 0 0,1-1 0 0 0,0 1 0 0 0,0-1 0 0 0,0 1 0 0 0,-1 0 0 0 0,1-1 0 0 0,0 1-1 0 0,0-1 1 0 0,0 1 0 0 0,0-1 0 0 0,0 0 0 0 0,4-17 185 0 0,-4 15-212 0 0,3-4-75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 1839 0 0,'4'-14'624'0'0,"13"-12"502"0"0,-7 22 53 0 0,-6 18 7159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94 1375 0 0,'-12'1'796'0'0,"10"-1"-441"0"0,-1 1 0 0 0,0-1 0 0 0,0 1 0 0 0,0-1 0 0 0,0 0 0 0 0,0 0 0 0 0,0 0 0 0 0,0-1 0 0 0,0 1 0 0 0,0 0 0 0 0,-5-2 0 0 0,4 0-57 0 0,-1 0-1 0 0,1 0 1 0 0,0-1-1 0 0,1 1 1 0 0,-1 0-1 0 0,1-1 1 0 0,-1 0-1 0 0,1 0 1 0 0,0 0-1 0 0,0 0 1 0 0,1 0-1 0 0,-3-4 1 0 0,3 5-270 0 0,0 0-1 0 0,1 0 1 0 0,-1-1 0 0 0,1 1 0 0 0,0 0 0 0 0,0-1 0 0 0,0 1-1 0 0,0-1 1 0 0,1 1 0 0 0,-1-1 0 0 0,1 1 0 0 0,0-1-1 0 0,-1 1 1 0 0,2-1 0 0 0,-1 1 0 0 0,0-1 0 0 0,1 1 0 0 0,1-5-1 0 0,0 6-35 0 0,0 0-1 0 0,-1 1 1 0 0,1-1-1 0 0,0 1 1 0 0,0-1-1 0 0,0 1 1 0 0,0 0-1 0 0,0 0 0 0 0,0 0 1 0 0,0 0-1 0 0,0 0 1 0 0,0 0-1 0 0,0 0 1 0 0,0 0-1 0 0,-1 0 1 0 0,1 1-1 0 0,0-1 1 0 0,0 1-1 0 0,0-1 0 0 0,0 1 1 0 0,-1-1-1 0 0,4 3 1 0 0,-1-2 7 0 0,0 0 1 0 0,0 0-1 0 0,-1 0 0 0 0,1 1 1 0 0,-1-1-1 0 0,1 1 0 0 0,-1 0 1 0 0,0 0-1 0 0,0 0 1 0 0,0 0-1 0 0,5 4 0 0 0,-8-4 13 0 0,1 0 0 0 0,-1 1 1 0 0,1-1-1 0 0,-1 0 0 0 0,0 1 0 0 0,0-1 0 0 0,0 0 0 0 0,-1 1 0 0 0,1-1 0 0 0,-1 0 0 0 0,0 1 0 0 0,1-1 0 0 0,-1 0 0 0 0,-1 0 0 0 0,1 0 0 0 0,0 0 0 0 0,-1 0 0 0 0,1 0 0 0 0,-1 0 1 0 0,0 0-1 0 0,0 0 0 0 0,0 0 0 0 0,0-1 0 0 0,-2 3 0 0 0,-4 2 136 0 0,0-1 1 0 0,0 1-1 0 0,-1-1 0 0 0,0-1 1 0 0,-15 7-1 0 0,13-7-84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6911 0 0,'0'-1'13'0'0,"0"0"0"0"0,1 0 0 0 0,-1 1 0 0 0,0-1 0 0 0,0 0 0 0 0,1 1 0 0 0,-1-1 0 0 0,1 0-1 0 0,-1 1 1 0 0,0-1 0 0 0,1 0 0 0 0,-1 1 0 0 0,1-1 0 0 0,0 1 0 0 0,-1-1 0 0 0,1 1 0 0 0,-1-1 0 0 0,1 1-1 0 0,0 0 1 0 0,-1-1 0 0 0,1 1 0 0 0,0 0 0 0 0,-1-1 0 0 0,1 1 0 0 0,0 0 0 0 0,-1 0 0 0 0,3 0 0 0 0,26-5 513 0 0,-16 3 440 0 0,-1 0-510 0 0,157-28 2734 0 0,-115 23-2904 0 0,65 0 0 0 0,-105 7-290 0 0,83 3 14 0 0,-86-2-19 0 0,0 1-1 0 0,0 0 1 0 0,0 1-1 0 0,-1 0 1 0 0,1 0 0 0 0,16 9-1 0 0,-25-11 3 0 0,-1 0-1 0 0,1-1 0 0 0,0 1 1 0 0,-1 1-1 0 0,1-1 0 0 0,0 0 1 0 0,-1 0-1 0 0,1 1 0 0 0,-1-1 1 0 0,0 1-1 0 0,1-1 0 0 0,-1 1 1 0 0,0 0-1 0 0,0-1 0 0 0,0 1 1 0 0,0 0-1 0 0,0 0 0 0 0,0 0 1 0 0,0 3-1 0 0,-1-2 10 0 0,0-1 1 0 0,0 1-1 0 0,0 0 0 0 0,0-1 1 0 0,-1 1-1 0 0,1-1 0 0 0,-1 1 1 0 0,0-1-1 0 0,0 1 0 0 0,0-1 0 0 0,0 1 1 0 0,0-1-1 0 0,0 0 0 0 0,-3 4 1 0 0,-4 5 20 0 0,0 0 0 0 0,0-1 0 0 0,-1 0 1 0 0,0-1-1 0 0,-13 10 0 0 0,-54 38 233 0 0,71-53-238 0 0,-221 138 1621 0 0,149-96-1435 0 0,67-40-163 0 0,6-4 0 0 0,0 0 0 0 0,0 0 0 0 0,0 1 0 0 0,0 0 0 0 0,0 0 0 0 0,1 0 0 0 0,-1 0 0 0 0,-5 7 0 0 0,9-9-38 0 0,0-1 1 0 0,0 1-1 0 0,0-1 0 0 0,0 1 0 0 0,0-1 0 0 0,-1 0 0 0 0,1 1 1 0 0,0-1-1 0 0,0 1 0 0 0,0-1 0 0 0,0 1 0 0 0,0-1 0 0 0,0 1 1 0 0,1-1-1 0 0,-1 1 0 0 0,0-1 0 0 0,0 1 0 0 0,0-1 0 0 0,0 1 1 0 0,0-1-1 0 0,1 0 0 0 0,-1 1 0 0 0,0-1 0 0 0,0 1 1 0 0,1-1-1 0 0,-1 0 0 0 0,0 1 0 0 0,1-1 0 0 0,-1 0 0 0 0,0 1 1 0 0,1-1-1 0 0,-1 0 0 0 0,1 0 0 0 0,-1 1 0 0 0,0-1 0 0 0,1 0 1 0 0,-1 0-1 0 0,1 0 0 0 0,-1 1 0 0 0,0-1 0 0 0,2 0 0 0 0,19 5 144 0 0,153-3 237 0 0,-139-5-266 0 0,-1-1-1 0 0,69-18 0 0 0,-19-1-1357 0 0,-68 20-4224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 6911 0 0,'10'-5'344'0'0,"-1"-1"0"0"0,1 0 0 0 0,-1 0-1 0 0,0-1 1 0 0,0 0 0 0 0,12-14-1 0 0,-17 18-21 0 0,10-14 341 0 0,-11 13-525 0 0,0 0 0 0 0,1 1 0 0 0,-1-1-1 0 0,6-4 1 0 0,-8 10-143 0 0,-1 0 0 0 0,0 0 0 0 0,0 0 0 0 0,1 0 0 0 0,-1 0 0 0 0,-1 0 0 0 0,1-1 0 0 0,0 4 0 0 0,-1-3 2 0 0,1 4 3 0 0,-5 98-49 0 0,5-89 37 0 0,1 0-1 0 0,0 0 0 0 0,1 0 0 0 0,1-1 1 0 0,4 16-1 0 0,-3-19-94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68 4143 0 0,'0'0'319'0'0,"13"-3"2004"0"0,124-24 1088 0 0,70-7-2717 0 0,-198 33-685 0 0,0-1 0 0 0,0 2 0 0 0,0-1 0 0 0,0 1-1 0 0,18 3 1 0 0,-26-3-3 0 0,0 0 0 0 0,0 1 0 0 0,0-1 0 0 0,0 1 0 0 0,0-1 0 0 0,0 1 0 0 0,0 0-1 0 0,0-1 1 0 0,0 1 0 0 0,-1 0 0 0 0,1 0 0 0 0,0-1 0 0 0,0 1 0 0 0,-1 0 0 0 0,1 0 0 0 0,0 0-1 0 0,-1 0 1 0 0,1 0 0 0 0,-1 0 0 0 0,1 0 0 0 0,-1 0 0 0 0,1 0 0 0 0,-1 1 0 0 0,0-1 0 0 0,0 0-1 0 0,1 0 1 0 0,-1 0 0 0 0,0 0 0 0 0,0 0 0 0 0,0 1 0 0 0,0-1 0 0 0,0 0 0 0 0,-1 0 0 0 0,1 0-1 0 0,-1 2 1 0 0,1 2 25 0 0,-1 0-1 0 0,0 0 1 0 0,-1-1-1 0 0,1 1 1 0 0,-1-1-1 0 0,0 1 1 0 0,-3 5-1 0 0,-6 6-12 0 0,-1-1 0 0 0,-1 0 0 0 0,0-1 0 0 0,-24 22 0 0 0,-67 43 59 0 0,76-59-52 0 0,-62 43-25 0 0,32-25 0 0 0,-74 66 0 0 0,129-101 0 0 0,-19 20 0 0 0,21-22 0 0 0,0 0 0 0 0,0 0 0 0 0,0 0 0 0 0,1 0 0 0 0,-1 0 0 0 0,0 1 0 0 0,1-1 0 0 0,-1 0 0 0 0,1 0 0 0 0,-1 0 0 0 0,1 1 0 0 0,-1-1 0 0 0,1 0 0 0 0,0 1 0 0 0,0-1 0 0 0,0 0 0 0 0,0 1 0 0 0,0-1 0 0 0,0 0 0 0 0,0 2 0 0 0,0-2 2 0 0,1 0 0 0 0,-1 0 0 0 0,1-1-1 0 0,-1 1 1 0 0,1 0 0 0 0,-1 0 0 0 0,1-1 0 0 0,0 1-1 0 0,-1-1 1 0 0,1 1 0 0 0,0 0 0 0 0,0-1 0 0 0,-1 1-1 0 0,1-1 1 0 0,0 0 0 0 0,0 1 0 0 0,0-1 0 0 0,0 0-1 0 0,0 1 1 0 0,-1-1 0 0 0,1 0 0 0 0,0 0-1 0 0,1 0 1 0 0,21 1 471 0 0,-22-1-445 0 0,120-12 2437 0 0,-20 1-1908 0 0,-66 8-501 0 0,-1-2 1 0 0,0-2 0 0 0,55-17-1 0 0,-54 13-261 0 0,-27 9 58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53 1839 0 0,'-7'0'825'0'0,"0"0"436"0"0,1 1-1 0 0,0-2 1 0 0,-1 1 0 0 0,-10-3 0 0 0,16 3-1170 0 0,0-1-1 0 0,0 1 0 0 0,0 0 1 0 0,1 0-1 0 0,-1-1 1 0 0,0 1-1 0 0,0 0 1 0 0,1-1-1 0 0,-1 1 1 0 0,0-1-1 0 0,1 1 1 0 0,-1-1-1 0 0,0 1 1 0 0,1-1-1 0 0,-1 1 1 0 0,1-1-1 0 0,-1 0 1 0 0,1 1-1 0 0,-1-1 1 0 0,1 0-1 0 0,0 0 1 0 0,-1 1-1 0 0,1-1 1 0 0,0 0-1 0 0,-1 0 1 0 0,1 0-1 0 0,0 1 1 0 0,0-1-1 0 0,0 0 0 0 0,0 0 1 0 0,-1 0-1 0 0,1 0 1 0 0,0 1-1 0 0,1-1 1 0 0,-1 0-1 0 0,0 0 1 0 0,0 0-1 0 0,0 0 1 0 0,0 1-1 0 0,1-1 1 0 0,-1 0-1 0 0,0 0 1 0 0,1 0-1 0 0,-1 1 1 0 0,0-1-1 0 0,2-1 1 0 0,-2 1-99 0 0,1 0 1 0 0,0 0 0 0 0,-1-1-1 0 0,1 1 1 0 0,0 0 0 0 0,0 0-1 0 0,0 0 1 0 0,0 0 0 0 0,0 1 0 0 0,0-1-1 0 0,0 0 1 0 0,0 0 0 0 0,0 1-1 0 0,0-1 1 0 0,0 0 0 0 0,0 1-1 0 0,0-1 1 0 0,1 1 0 0 0,-1 0 0 0 0,0-1-1 0 0,0 1 1 0 0,1 0 0 0 0,-1 0-1 0 0,0 0 1 0 0,0 0 0 0 0,1 0-1 0 0,-1 0 1 0 0,0 0 0 0 0,1 0-1 0 0,-1 1 1 0 0,0-1 0 0 0,0 0 0 0 0,0 1-1 0 0,3 0 1 0 0,-2 0 1 0 0,0 0-1 0 0,0 0 1 0 0,-1 0-1 0 0,1 0 1 0 0,0 1-1 0 0,0-1 1 0 0,0 0 0 0 0,-1 1-1 0 0,1-1 1 0 0,-1 1-1 0 0,1 0 1 0 0,-1 0 0 0 0,0-1-1 0 0,1 1 1 0 0,-1 0-1 0 0,0 0 1 0 0,0 0-1 0 0,0 0 1 0 0,1 5 0 0 0,-2-2 9 0 0,0 0 0 0 0,0 0 0 0 0,0 1 0 0 0,-1-1 0 0 0,0 0-1 0 0,0 0 1 0 0,0 1 0 0 0,0-1 0 0 0,-1 0 0 0 0,0 0 0 0 0,0 0 0 0 0,0-1 0 0 0,-4 8 0 0 0,-4 5-5 0 0,-1-1 0 0 0,-15 18-1 0 0,2-9-14 0 0,23-24 17 0 0,0 0 0 0 0,0 1 0 0 0,0-1 0 0 0,-1-1 0 0 0,1 1 0 0 0,0 0 0 0 0,-1 0 0 0 0,1 0 1 0 0,0-1-1 0 0,-1 1 0 0 0,1-1 0 0 0,-1 1 0 0 0,1-1 0 0 0,-1 0 0 0 0,1 1 0 0 0,-1-1 0 0 0,1 0 0 0 0,-1 0 0 0 0,-1 0 0 0 0,1-3 0 0 0,2 3 0 0 0,0-1 0 0 0,1 1 0 0 0,-1 0 0 0 0,0 0 0 0 0,1-1 0 0 0,-1 1 0 0 0,0 0 0 0 0,1-1 0 0 0,-1 1 0 0 0,1 0 0 0 0,-1 0 0 0 0,0 0 0 0 0,1 0 0 0 0,-1-1 0 0 0,1 1 0 0 0,-1 0 0 0 0,1 0 0 0 0,-1 0 0 0 0,1 0 0 0 0,-1 0 0 0 0,0 0 0 0 0,2 0 0 0 0,18-2 0 0 0,0 1 0 0 0,0 1 0 0 0,1 1 0 0 0,27 5 0 0 0,-40-5-40 0 0,0 0 0 0 0,0 0 0 0 0,8-1 0 0 0,1-2-3314 0 0,-5-1-652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4143 0 0,'0'-1'319'0'0,"0"0"-135"0"0,1 1 129 0 0,0 0 0 0 0,0 0 0 0 0,0-1 0 0 0,0 1 0 0 0,-1 0 0 0 0,1 0 0 0 0,0 0 0 0 0,0 0 0 0 0,0 0 0 0 0,0 0 0 0 0,0 1 0 0 0,0-1 0 0 0,0 0 0 0 0,0 0 0 0 0,0 1 1 0 0,0-1-1 0 0,-1 0 0 0 0,1 1 0 0 0,0-1 0 0 0,0 1 0 0 0,1 0 0 0 0,18 12 298 0 0,-1 0 0 0 0,0 1 1 0 0,27 28-1 0 0,-14-9-468 0 0,29 40-1 0 0,133 146-375 0 0,-177-201-902 0 0,-13-13-3489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2 1839 0 0,'-1'0'42'0'0,"1"-1"-1"0"0,0 1 0 0 0,0 0 0 0 0,-1 0 0 0 0,1 0 0 0 0,0 0 0 0 0,0 0 0 0 0,-1 0 1 0 0,1 0-1 0 0,0 0 0 0 0,-1 0 0 0 0,1 0 0 0 0,0 0 0 0 0,0 0 0 0 0,-1 0 0 0 0,1 0 1 0 0,0 0-1 0 0,0 0 0 0 0,-1 0 0 0 0,1 0 0 0 0,0 0 0 0 0,0 0 0 0 0,-1 0 0 0 0,1 0 1 0 0,0 1-1 0 0,0-1 0 0 0,-1 0 0 0 0,1 0 0 0 0,0 0 0 0 0,0 0 0 0 0,0 1 0 0 0,-1-1 1 0 0,1 0-1 0 0,0 0 0 0 0,0 0 0 0 0,0 1 0 0 0,0-1 0 0 0,-1 0 0 0 0,1 1 0 0 0,-7 11 1231 0 0,6-10-1141 0 0,-132 240 5949 0 0,101-190-4883 0 0,9-16-449 0 0,2 2-1 0 0,-19 44 1 0 0,39-79-738 0 0,0-1-1 0 0,0 1 1 0 0,0 0 0 0 0,0-1-1 0 0,1 1 1 0 0,-1 4-1 0 0,1-7-16 0 0,0 1-1 0 0,0-1 1 0 0,0 1-1 0 0,0-1 1 0 0,0 0-1 0 0,0 1 1 0 0,0-1-1 0 0,1 1 1 0 0,-1-1-1 0 0,0 1 0 0 0,0-1 1 0 0,0 1-1 0 0,0-1 1 0 0,1 0-1 0 0,-1 1 1 0 0,0-1-1 0 0,0 1 1 0 0,1-1-1 0 0,-1 0 1 0 0,0 1-1 0 0,1-1 0 0 0,-1 0 1 0 0,0 0-1 0 0,1 1 1 0 0,-1-1-1 0 0,1 0 1 0 0,-1 0-1 0 0,0 1 1 0 0,1-1-1 0 0,-1 0 1 0 0,1 0-1 0 0,-1 0 0 0 0,1 0 1 0 0,-1 0-1 0 0,0 0 1 0 0,1 0-1 0 0,-1 0 1 0 0,1 0-1 0 0,-1 0 1 0 0,1 0-1 0 0,-1 0 0 0 0,1 0 1 0 0,-1 0-1 0 0,0 0 1 0 0,1-1-1 0 0,5 0-56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0 132 919 0 0,'22'-14'6880'0'0,"4"-5"-3693"0"0,57-50-1400 0 0,-75 61-1715 0 0,-6 6-75 0 0,-1 0-1 0 0,1 0 0 0 0,0 0 1 0 0,0 0-1 0 0,0 0 0 0 0,0 1 0 0 0,0-1 1 0 0,1 1-1 0 0,-1 0 0 0 0,0-1 0 0 0,5 0 1 0 0,-6 2 1 0 0,-1 0 0 0 0,0 0 1 0 0,0 0-1 0 0,0 1 1 0 0,0-1-1 0 0,1 0 1 0 0,-1 0-1 0 0,0 1 0 0 0,0-1 1 0 0,0 0-1 0 0,0 0 1 0 0,0 1-1 0 0,0-1 0 0 0,1 0 1 0 0,-1 1-1 0 0,0-1 1 0 0,0 0-1 0 0,0 0 1 0 0,0 1-1 0 0,0-1 0 0 0,0 0 1 0 0,0 1-1 0 0,0-1 1 0 0,0 0-1 0 0,0 1 0 0 0,-1-1 1 0 0,1 0-1 0 0,0 0 1 0 0,0 1-1 0 0,0-1 1 0 0,0 0-1 0 0,0 0 0 0 0,0 1 1 0 0,-1-1-1 0 0,1 0 1 0 0,-6 15-23 0 0,6-13 23 0 0,-15 33 16 0 0,7-17 7 0 0,0 1 0 0 0,1 0 0 0 0,1 0 0 0 0,1 1 0 0 0,0 0-1 0 0,-2 26 1 0 0,7-34-104 0 0,0 1 0 0 0,1-1-1 0 0,4 24 1 0 0,-2-24-85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2759 0 0,'1'4'469'0'0,"1"0"0"0"0,-1-1-1 0 0,1 1 1 0 0,0-1 0 0 0,2 5-1 0 0,17 24 1241 0 0,45 56 0 0 0,-27-44-1277 0 0,80 67 0 0 0,52 53 762 0 0,-166-158-1380 0 0,0 0 1 0 0,-1 0-1 0 0,1 0 0 0 0,3 9 0 0 0,-4-7-3445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309 11 3679 0 0,'0'-1'51'0'0,"0"1"-1"0"0,0-1 1 0 0,0 1-1 0 0,0-1 1 0 0,0 1-1 0 0,-1-1 1 0 0,1 1-1 0 0,0 0 1 0 0,0-1-1 0 0,-1 1 1 0 0,1-1-1 0 0,0 1 1 0 0,-1 0-1 0 0,1-1 1 0 0,0 1-1 0 0,-1 0 1 0 0,1-1-1 0 0,0 1 1 0 0,-1 0-1 0 0,1-1 1 0 0,-1 1-1 0 0,1 0 1 0 0,0 0-1 0 0,-1 0 0 0 0,1-1 1 0 0,-1 1-1 0 0,1 0 1 0 0,-1 0-1 0 0,1 0 1 0 0,-1 0-1 0 0,1 0 1 0 0,-1 0-1 0 0,1 0 1 0 0,-1 0-1 0 0,-13 13 3125 0 0,11-10-2877 0 0,-11 15 552 0 0,1 0 0 0 0,1 1-1 0 0,-12 26 1 0 0,-17 25-485 0 0,-11 2-335 0 0,30-44-8 0 0,1 2 0 0 0,1 0 1 0 0,2 1-1 0 0,-17 39 1 0 0,28-50-155 0 0,6-12-3472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35 919 0 0,'0'1'189'0'0,"0"-1"0"0"0,0 1 0 0 0,0-1 0 0 0,0 1-1 0 0,0-1 1 0 0,0 1 0 0 0,0-1 0 0 0,0 0 0 0 0,-1 1-1 0 0,1-1 1 0 0,0 1 0 0 0,0-1 0 0 0,0 0 0 0 0,-1 1-1 0 0,1-1 1 0 0,0 1 0 0 0,0-1 0 0 0,-1 0-1 0 0,1 1 1 0 0,0-1 0 0 0,-1 0 0 0 0,1 0 0 0 0,0 1-1 0 0,-1-1 1 0 0,1 0 0 0 0,0 0 0 0 0,-1 1 0 0 0,1-1-1 0 0,-1 0 1 0 0,1 0 0 0 0,-1 0 0 0 0,1 0 0 0 0,0 0-1 0 0,-1 0 1 0 0,1 0 0 0 0,-1 0 0 0 0,1 0-1 0 0,-1 0 1 0 0,-18 4 3857 0 0,18-4-4997 0 0,0 0 995 0 0,1 0 0 0 0,-1 0 0 0 0,1-1 0 0 0,-1 1 0 0 0,1 0 0 0 0,-1 0 0 0 0,1 0 0 0 0,0 0 0 0 0,-1-1 0 0 0,1 1 0 0 0,-1 0 0 0 0,1 0 0 0 0,0-1 0 0 0,-1 1 0 0 0,1 0 0 0 0,-1-1 0 0 0,1 1 0 0 0,0 0 0 0 0,-1-1 0 0 0,1 1 0 0 0,0 0 0 0 0,0-1 0 0 0,-1 1 0 0 0,1-1 0 0 0,0 1 0 0 0,0-1 0 0 0,0 1 0 0 0,0-1 0 0 0,-1 1 0 0 0,1 0 0 0 0,0-1 1 0 0,0 1-1 0 0,0-1 0 0 0,0 1 0 0 0,0-1 0 0 0,0 1 0 0 0,0-1 0 0 0,0 1 0 0 0,0-2 0 0 0,5-16 281 0 0,-5 17-332 0 0,1 0 0 0 0,0 0-1 0 0,-1 0 1 0 0,1 0 0 0 0,0 0-1 0 0,0 0 1 0 0,-1 0 0 0 0,1 0-1 0 0,0 0 1 0 0,0 0 0 0 0,0 1 0 0 0,0-1-1 0 0,0 0 1 0 0,0 1 0 0 0,0-1-1 0 0,1 1 1 0 0,-1-1 0 0 0,0 1-1 0 0,0-1 1 0 0,0 1 0 0 0,0 0-1 0 0,1 0 1 0 0,-1-1 0 0 0,0 1-1 0 0,0 0 1 0 0,1 0 0 0 0,-1 0 0 0 0,0 1-1 0 0,0-1 1 0 0,0 0 0 0 0,3 1-1 0 0,-3-1 1 0 0,0 1 0 0 0,1 0-1 0 0,-1 0 1 0 0,0-1 0 0 0,0 1-1 0 0,0 0 1 0 0,1 0 0 0 0,-1 0-1 0 0,0 0 1 0 0,0 0 0 0 0,0 1-1 0 0,-1-1 1 0 0,1 0 0 0 0,0 0-1 0 0,0 1 1 0 0,0-1 0 0 0,-1 0-1 0 0,1 1 1 0 0,-1-1 0 0 0,1 1-1 0 0,-1-1 1 0 0,0 1 0 0 0,1-1-1 0 0,-1 1 1 0 0,0-1 0 0 0,0 3-1 0 0,0 4 8 0 0,-1 0 0 0 0,0 0 0 0 0,0 0 0 0 0,-1 0 0 0 0,0-1 0 0 0,-3 11 0 0 0,-22 42 0 0 0,10-24 0 0 0,16-34 4 0 0,0 0 0 0 0,0 1 0 0 0,0-1-1 0 0,0 1 1 0 0,0-1 0 0 0,0 1 0 0 0,1-1 0 0 0,0 1-1 0 0,-1 0 1 0 0,1-1 0 0 0,0 1 0 0 0,0 0-1 0 0,0-1 1 0 0,1 1 0 0 0,-1 0 0 0 0,0-1 0 0 0,1 1-1 0 0,0-1 1 0 0,0 1 0 0 0,-1-1 0 0 0,1 1-1 0 0,1-1 1 0 0,-1 0 0 0 0,0 1 0 0 0,1-1 0 0 0,-1 0-1 0 0,3 3 1 0 0,-1-2-1 0 0,1 0 0 0 0,0 0 0 0 0,0 0 0 0 0,0 0 0 0 0,0 0 0 0 0,1-1 0 0 0,-1 0 0 0 0,1 0 0 0 0,-1 0 0 0 0,1-1-1 0 0,0 1 1 0 0,9 0 0 0 0,15 2-477 0 0,35-2-1 0 0,-58-2-3912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1 3223 0 0,'-14'1'3968'0'0,"12"3"-3100"0"0,1-2-608 0 0,1-1 0 0 0,-1 0 0 0 0,1 1 0 0 0,0-1 0 0 0,-1 0 0 0 0,1 3 0 0 0,2 28 378 0 0,1 0 0 0 0,2-1-1 0 0,11 43 1 0 0,6 35 467 0 0,-13 15-1200 0 0,-5-49 33 0 0,3-29-90 0 0,-4-35 45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6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13 123 1375 0 0,'0'0'26'0'0,"-1"0"-1"0"0,0-1 1 0 0,0 1-1 0 0,0 0 0 0 0,0 0 1 0 0,1-1-1 0 0,-1 1 0 0 0,0-1 1 0 0,0 1-1 0 0,0-1 0 0 0,1 1 1 0 0,-1-1-1 0 0,0 1 0 0 0,-1-3 202 0 0,2 3-160 0 0,0-1 0 0 0,0 1 1 0 0,0 0-1 0 0,1-7 1208 0 0,0 7-1207 0 0,1-2 230 0 0,0 0 1 0 0,0 0 0 0 0,0 0-1 0 0,1 0 1 0 0,-1 0 0 0 0,1 0-1 0 0,4-1 1 0 0,17-8 356 0 0,0 2 0 0 0,2 1 0 0 0,43-9-1 0 0,-17 5-192 0 0,-12 2-494 0 0,1 1-1 0 0,0 3 0 0 0,61-2 1 0 0,-84 9-3174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7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72 2303 0 0,'171'-46'5560'0'0,"-54"25"-6633"0"0,-99 16 554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7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1 227 3223 0 0,'72'-83'3029'0'0,"-61"69"-2942"0"0,0-2 0 0 0,-2 1 0 0 0,0-1 0 0 0,7-18 0 0 0,4-14-260 0 0,-25 58 142 0 0,1 1 0 0 0,0 0 0 0 0,0 0 0 0 0,1 0 0 0 0,0 1-1 0 0,-1 16 1 0 0,4-23 83 0 0,-1 1-1 0 0,1-1 0 0 0,0 0 0 0 0,0 0 0 0 0,1 0 0 0 0,0 1 0 0 0,0-1 0 0 0,0 0 1 0 0,0 0-1 0 0,1 0 0 0 0,0 0 0 0 0,0 0 0 0 0,0-1 0 0 0,0 1 0 0 0,1-1 0 0 0,0 1 1 0 0,3 4-1 0 0,-3-7 42 0 0,0 1 1 0 0,0-1-1 0 0,0 0 1 0 0,0 0-1 0 0,0 0 0 0 0,0 0 1 0 0,1 0-1 0 0,-1-1 1 0 0,1 1-1 0 0,-1-1 1 0 0,1 0-1 0 0,-1 0 1 0 0,1-1-1 0 0,0 1 1 0 0,-1-1-1 0 0,1 0 1 0 0,0 0-1 0 0,0 0 0 0 0,6-1 1 0 0,-2-1-123 0 0,0 1 0 0 0,1-1-1 0 0,-1-1 1 0 0,0 1 0 0 0,0-2 0 0 0,0 1 0 0 0,12-8 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7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31 2759 0 0,'-12'-12'2752'0'0,"8"8"-1864"0"0,1-1-192 0 0,6-3 608 0 0,1 7-656 0 0,3 1-648 0 0,5 1-192 0 0,2 7 0 0 0,5-3-8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7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52 1375 0 0,'-3'21'682'0'0,"0"-1"0"0"0,1 1-1 0 0,1 34 1 0 0,-3 30 410 0 0,-3-47 1557 0 0,11-54-1269 0 0,-2 10-1295 0 0,36-129 581 0 0,-34 121-733 0 0,2 0 0 0 0,0 1 0 0 0,0 0 0 0 0,1 1 1 0 0,1-1-1 0 0,0 1 0 0 0,15-16 0 0 0,-22 27 62 0 0,0-1 0 0 0,0 1-1 0 0,0 0 1 0 0,0 0 0 0 0,0 0 0 0 0,1 0-1 0 0,-1 0 1 0 0,0 0 0 0 0,1 0-1 0 0,-1 0 1 0 0,1 1 0 0 0,-1-1 0 0 0,1 1-1 0 0,-1-1 1 0 0,1 1 0 0 0,-1-1-1 0 0,1 1 1 0 0,0 0 0 0 0,-1 0 0 0 0,1 0-1 0 0,2 0 1 0 0,-3 1 8 0 0,0-1 0 0 0,0 1 0 0 0,1 0 0 0 0,-1-1 0 0 0,0 1 0 0 0,0 0 0 0 0,0 0 0 0 0,-1 0 0 0 0,1 0 0 0 0,0 0 0 0 0,0 0 0 0 0,0 0 0 0 0,-1 1 0 0 0,1-1 0 0 0,0 0 0 0 0,-1 0 0 0 0,1 1 0 0 0,-1-1 0 0 0,0 0 1 0 0,1 1-1 0 0,-1-1 0 0 0,0 0 0 0 0,0 1 0 0 0,0-1 0 0 0,0 0 0 0 0,0 2 0 0 0,1 18 2 0 0,-3 28 1 0 0,0-38 1 0 0,1 0 0 0 0,1 1 0 0 0,0-1 0 0 0,1 1 0 0 0,-1-1 0 0 0,2 0 0 0 0,0 1 0 0 0,6 20 0 0 0,-7-30-6 0 0,0 0 1 0 0,-1 0-1 0 0,1 0 0 0 0,0 0 0 0 0,1-1 0 0 0,-1 1 0 0 0,0 0 0 0 0,0-1 0 0 0,1 1 0 0 0,-1-1 0 0 0,0 1 0 0 0,1-1 0 0 0,0 0 1 0 0,-1 0-1 0 0,1 1 0 0 0,0-1 0 0 0,-1 0 0 0 0,1-1 0 0 0,3 2 0 0 0,-2-1 0 0 0,0-1-1 0 0,0 1 1 0 0,0-1-1 0 0,0 0 1 0 0,0 0-1 0 0,-1-1 0 0 0,1 1 1 0 0,0 0-1 0 0,0-1 1 0 0,0 0-1 0 0,0 0 1 0 0,2-1-1 0 0,4-2 0 0 0,-1 0-1 0 0,-1 0 1 0 0,1-1-1 0 0,-1 0 1 0 0,1-1-1 0 0,-1 0 1 0 0,10-11-1 0 0,-6 2-33 0 0,0-1-1 0 0,-2 0 0 0 0,1-1 1 0 0,-2 0-1 0 0,10-27 0 0 0,-17 43 35 0 0,4-16 0 0 0,-5 16 0 0 0,1 1 0 0 0,-1-1 0 0 0,0 0 0 0 0,0 0 0 0 0,0 0 0 0 0,0 0 0 0 0,0 1 0 0 0,0-1 0 0 0,0 0 0 0 0,0 0 0 0 0,0 0 0 0 0,0 1 0 0 0,0-1 0 0 0,0 0 0 0 0,0 0 0 0 0,-1 0 0 0 0,1-1 0 0 0,-7 5 91 0 0,6-2-93 0 0,0 0-1 0 0,0 0 1 0 0,0 0-1 0 0,1 0 1 0 0,-1 1-1 0 0,0-1 1 0 0,1 0-1 0 0,-1 1 1 0 0,1-1-1 0 0,0 0 1 0 0,-1 1-1 0 0,1-1 1 0 0,0 0-1 0 0,0 4 1 0 0,-1 5 15 0 0,1 0 1 0 0,0 0 0 0 0,0 1-1 0 0,1-1 1 0 0,1 0-1 0 0,0 0 1 0 0,0 0 0 0 0,0 0-1 0 0,2 0 1 0 0,-1-1 0 0 0,9 17-1 0 0,-10-22 34 0 0,0 0 0 0 0,0 0 1 0 0,1 0-1 0 0,0 0 0 0 0,0 0 0 0 0,0-1 0 0 0,0 1 0 0 0,1-1 0 0 0,-1 0 0 0 0,1 0 0 0 0,0 0 1 0 0,-1-1-1 0 0,1 1 0 0 0,0-1 0 0 0,1 0 0 0 0,-1 0 0 0 0,0 0 0 0 0,1-1 0 0 0,-1 0 0 0 0,0 0 1 0 0,1 0-1 0 0,0 0 0 0 0,-1-1 0 0 0,1 0 0 0 0,-1 0 0 0 0,1 0 0 0 0,8-1 0 0 0,-3-2 23 0 0,1 0-1 0 0,-1-1 0 0 0,1 0 1 0 0,-1-1-1 0 0,0 0 0 0 0,0-1 1 0 0,-1 0-1 0 0,0 0 0 0 0,13-11 1 0 0,-9 6-204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7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45 27 3679 0 0,'-11'-6'160'0'0,"5"3"40"0"0,0-1-200 0 0,-16-9 4440 0 0,27 13-3968 0 0,5 4-8 0 0,6 4-336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7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 1 3223 0 0,'-3'16'288'0'0,"-7"42"1248"0"0,-5 86 0 0 0,14-126-1427 0 0,1 0-1 0 0,1 0 1 0 0,1 0 0 0 0,0 0-1 0 0,1 0 1 0 0,1-1 0 0 0,0 1 0 0 0,2-1-1 0 0,8 21 1 0 0,-11-33 32 0 0,-1 0 0 0 0,1 0 0 0 0,0-1 0 0 0,0 0 0 0 0,0 1 0 0 0,1-1 0 0 0,0-1 0 0 0,-1 1 0 0 0,1 0 0 0 0,1-1 0 0 0,-1 0 0 0 0,5 3 0 0 0,-2-3 102 0 0,-1 1 1 0 0,1-2-1 0 0,0 1 1 0 0,1-1-1 0 0,-1 0 1 0 0,0 0-1 0 0,13 0 1 0 0,-6-1 26 0 0,1-1 0 0 0,-1-1 0 0 0,0 0 0 0 0,0-2 0 0 0,0 1 0 0 0,0-2 0 0 0,-1 0 0 0 0,19-7 0 0 0,-16 3-456 0 0,-1 0 0 0 0,1 0 1 0 0,-1-2-1 0 0,15-11 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7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54 3223 0 0,'0'-4'288'0'0,"1"3"-288"0"0,8-4 1632 0 0,-3 1-752 0 0,4-2 8 0 0,6-2-152 0 0,3 1-24 0 0,2 0-8 0 0,0 1 0 0 0,0 3-600 0 0,0 2-104 0 0,1 1 0 0 0,-4-2-96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7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0 126 3855 0 0,'10'2'224'0'0,"0"-1"0"0"0,0 1-1 0 0,-1-2 1 0 0,1 1 0 0 0,0-2-1 0 0,14-1 1 0 0,-17 1 24 0 0,1 0 1 0 0,-1-1 0 0 0,1 0 0 0 0,-1 0-1 0 0,0-1 1 0 0,0 0 0 0 0,0-1 0 0 0,12-7-1 0 0,-16 8-148 0 0,1 0-1 0 0,-1-1 1 0 0,0 1-1 0 0,0-1 0 0 0,0 0 1 0 0,0 0-1 0 0,0 0 1 0 0,-1 0-1 0 0,4-8 1 0 0,-6 10-99 0 0,1 1 1 0 0,0 0 0 0 0,-1 0 0 0 0,0-1 0 0 0,1 1 0 0 0,-1 0 0 0 0,0-1 0 0 0,1 1 0 0 0,-1-1 0 0 0,0 1 0 0 0,0 0-1 0 0,0-1 1 0 0,0 1 0 0 0,0 0 0 0 0,-1-1 0 0 0,1 1 0 0 0,0-1 0 0 0,-1 1 0 0 0,1 0 0 0 0,0 0 0 0 0,-1-1 0 0 0,0 1-1 0 0,1 0 1 0 0,-1 0 0 0 0,0-1 0 0 0,1 1 0 0 0,-1 0 0 0 0,0 0 0 0 0,0 0 0 0 0,0 0 0 0 0,0 0 0 0 0,0 0 0 0 0,0 1-1 0 0,0-1 1 0 0,0 0 0 0 0,0 0 0 0 0,-3 0 0 0 0,-1-1-13 0 0,0 0 0 0 0,0 1 0 0 0,-1 0 0 0 0,1 0 0 0 0,0 0-1 0 0,-1 1 1 0 0,1 0 0 0 0,-1 0 0 0 0,1 0 0 0 0,0 1 0 0 0,-1-1 0 0 0,1 2 0 0 0,0-1 0 0 0,0 0 0 0 0,-1 1 0 0 0,1 0-1 0 0,0 0 1 0 0,1 1 0 0 0,-1 0 0 0 0,-6 4 0 0 0,7-4 14 0 0,0-1 1 0 0,1 1-1 0 0,0 0 1 0 0,-1 0-1 0 0,1 1 0 0 0,0-1 1 0 0,1 1-1 0 0,-1-1 0 0 0,0 1 1 0 0,1 0-1 0 0,0 0 1 0 0,0 0-1 0 0,0 0 0 0 0,0 1 1 0 0,1-1-1 0 0,0 1 0 0 0,0-1 1 0 0,0 1-1 0 0,0-1 0 0 0,0 1 1 0 0,1-1-1 0 0,0 1 1 0 0,0 0-1 0 0,0-1 0 0 0,1 6 1 0 0,2 4 172 0 0,0-1 0 0 0,1 0 0 0 0,1 0-1 0 0,-1 0 1 0 0,2-1 0 0 0,0 1 0 0 0,10 15 0 0 0,-11-21 9 0 0,0 0 0 0 0,1 0-1 0 0,-1-1 1 0 0,2 1 0 0 0,-1-1 0 0 0,0-1-1 0 0,1 1 1 0 0,0-1 0 0 0,0-1 0 0 0,0 1-1 0 0,1-1 1 0 0,12 5 0 0 0,-5-4 1 0 0,1-1 0 0 0,0-1 1 0 0,-1 0-1 0 0,1-1 0 0 0,1 0 0 0 0,-1-2 0 0 0,0 0 0 0 0,0-1 1 0 0,0 0-1 0 0,0-1 0 0 0,0-1 0 0 0,0-1 0 0 0,15-6 1 0 0,-1 0-281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7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291 0 1375 0 0,'-11'5'284'0'0,"0"0"0"0"0,0 0 0 0 0,0 1 0 0 0,1 0-1 0 0,-14 11 1 0 0,11-8-193 0 0,-5 4 143 0 0,1 1 1 0 0,0 0-1 0 0,0 2 1 0 0,2 0-1 0 0,0 0 1 0 0,0 2 0 0 0,-21 35-1 0 0,29-41-194 0 0,0 0 0 0 0,1 0-1 0 0,1 1 1 0 0,0-1 0 0 0,1 1 0 0 0,0 0 0 0 0,1 0-1 0 0,0 1 1 0 0,1-1 0 0 0,0 1 0 0 0,1-1 0 0 0,1 1-1 0 0,0 0 1 0 0,3 22 0 0 0,-2-30-29 0 0,0-1-1 0 0,0 1 1 0 0,1 0 0 0 0,0-1 0 0 0,0 1-1 0 0,0-1 1 0 0,1 0 0 0 0,-1 0-1 0 0,1 0 1 0 0,0 0 0 0 0,1-1-1 0 0,-1 1 1 0 0,1-1 0 0 0,0 0 0 0 0,0 0-1 0 0,0 0 1 0 0,9 6 0 0 0,-5-5 42 0 0,0-1 1 0 0,0 0-1 0 0,1-1 1 0 0,-1 0-1 0 0,1 0 1 0 0,0-1-1 0 0,0 0 1 0 0,-1-1-1 0 0,1 1 1 0 0,11-2-1 0 0,4 0 238 0 0,1-1 0 0 0,-1-1 0 0 0,0-2 0 0 0,-1 0 0 0 0,1-2 0 0 0,-1-1 0 0 0,44-19 0 0 0,-44 16-331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7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79 41 1839 0 0,'-2'1'73'0'0,"0"0"-1"0"0,1 0 0 0 0,-1 0 0 0 0,0 0 0 0 0,0 0 0 0 0,0 1 0 0 0,1-1 0 0 0,-1 1 0 0 0,0 0 0 0 0,1-1 0 0 0,-1 1 0 0 0,1 0 0 0 0,0 0 0 0 0,0 0 0 0 0,0 0 0 0 0,-2 2 1 0 0,-13 37 1586 0 0,14-36-1598 0 0,0 2 117 0 0,0 0 0 0 0,0 0 0 0 0,1 0 0 0 0,0 1 0 0 0,0-1 0 0 0,1 0 0 0 0,0 1 0 0 0,0-1 0 0 0,0 0 1 0 0,1 1-1 0 0,0-1 0 0 0,0 0 0 0 0,1 0 0 0 0,5 13 0 0 0,-6-15-152 0 0,1-1-1 0 0,1 1 1 0 0,-1-1 0 0 0,1 0 0 0 0,0 0-1 0 0,-1 0 1 0 0,2 0 0 0 0,-1-1-1 0 0,0 1 1 0 0,1-1 0 0 0,-1 0 0 0 0,1 0-1 0 0,0 0 1 0 0,0 0 0 0 0,0-1-1 0 0,0 0 1 0 0,1 0 0 0 0,-1 0 0 0 0,1 0-1 0 0,-1-1 1 0 0,1 0 0 0 0,8 2-1 0 0,-5-3 28 0 0,1 1 0 0 0,-1-2 0 0 0,1 1 0 0 0,-1-1 0 0 0,0 0 0 0 0,1-1 0 0 0,-1 0 0 0 0,0 0 0 0 0,0-1 0 0 0,0 0 0 0 0,0 0-1 0 0,14-10 1 0 0,-15 9-11 0 0,-1 0-1 0 0,-1-1 1 0 0,1 1-1 0 0,0-1 1 0 0,-1-1-1 0 0,0 1 1 0 0,0-1-1 0 0,-1 0 1 0 0,1 0-1 0 0,-1 0 1 0 0,-1-1-1 0 0,1 1 1 0 0,-1-1-1 0 0,0 0 1 0 0,3-11-1 0 0,-5 14-34 0 0,0 0-1 0 0,-1 0 0 0 0,0 0 0 0 0,1 0 0 0 0,-1 0 0 0 0,0 0 0 0 0,-1 1 1 0 0,1-1-1 0 0,-1 0 0 0 0,0 0 0 0 0,0 0 0 0 0,-1-4 0 0 0,-1 1 19 0 0,0 1 1 0 0,0 0-1 0 0,0 0 0 0 0,-1 1 0 0 0,1-1 0 0 0,-9-8 0 0 0,5 7 1 0 0,0-1 0 0 0,0 2-1 0 0,-1-1 1 0 0,0 1-1 0 0,0 0 1 0 0,-1 1 0 0 0,1 0-1 0 0,-1 0 1 0 0,-12-4-1 0 0,14 8-59 0 0,0-1-1 0 0,0 1 1 0 0,0 1-1 0 0,0-1 1 0 0,0 1-1 0 0,0 0 1 0 0,0 1-1 0 0,0 0 0 0 0,1 0 1 0 0,-1 0-1 0 0,0 1 1 0 0,0 0-1 0 0,1 1 1 0 0,-1-1-1 0 0,1 1 1 0 0,0 1-1 0 0,0-1 1 0 0,0 1-1 0 0,0 0 0 0 0,0 1 1 0 0,1-1-1 0 0,0 1 1 0 0,0 0-1 0 0,0 0 1 0 0,1 1-1 0 0,-1 0 1 0 0,1 0-1 0 0,0 0 1 0 0,1 0-1 0 0,0 0 0 0 0,0 1 1 0 0,-3 8-1 0 0,1 5-3121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7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0 322 3223 0 0,'10'19'-1113'0'0,"-2"0"1525"0"0,-2 1 1 0 0,0 1-1 0 0,-1-1 0 0 0,3 32 0 0 0,0 1 366 0 0,-7-50-648 0 0,-1 0 0 0 0,1 1 1 0 0,0-1-1 0 0,0 0 0 0 0,0 0 1 0 0,0 0-1 0 0,1 0 0 0 0,-1 0 0 0 0,1 0 1 0 0,1 2-1 0 0,-2-4-120 0 0,-1-1-1 0 0,0 0 1 0 0,0 0-1 0 0,0 0 0 0 0,1 0 1 0 0,-1 0-1 0 0,0 0 1 0 0,0 0-1 0 0,0 0 1 0 0,1 0-1 0 0,-1 0 1 0 0,0 0-1 0 0,0 0 1 0 0,0 0-1 0 0,1 0 1 0 0,-1 0-1 0 0,0 0 1 0 0,0 0-1 0 0,1 0 1 0 0,-1 0-1 0 0,0 0 1 0 0,0 0-1 0 0,0 0 1 0 0,1 0-1 0 0,-1-1 1 0 0,0 1-1 0 0,0 0 1 0 0,0 0-1 0 0,0 0 1 0 0,1 0-1 0 0,-1 0 0 0 0,0-1 1 0 0,0 1-1 0 0,0 0 1 0 0,0 0-1 0 0,0 0 1 0 0,0-1-1 0 0,1 1 1 0 0,-1 0-1 0 0,0 0 1 0 0,0 0-1 0 0,0-1 1 0 0,0 1-1 0 0,0 0 1 0 0,0-1-1 0 0,5-12 23 0 0,-4 11 3 0 0,15-54-50 0 0,11-58 0 0 0,-10 36-137 0 0,-13 62 102 0 0,0 1-1 0 0,11-25 1 0 0,-13 35 30 0 0,1 0 0 0 0,-1 0 1 0 0,1 0-1 0 0,0 0 0 0 0,1 1 1 0 0,-1-1-1 0 0,1 1 0 0 0,0 0 1 0 0,0 0-1 0 0,8-7 0 0 0,-11 11 15 0 0,-1 0-1 0 0,1-1 0 0 0,-1 1 0 0 0,1 0 1 0 0,0-1-1 0 0,-1 1 0 0 0,1 0 1 0 0,-1 0-1 0 0,1-1 0 0 0,-1 1 0 0 0,1 0 1 0 0,0 0-1 0 0,-1 0 0 0 0,1 0 0 0 0,0 0 1 0 0,-1 0-1 0 0,1 0 0 0 0,-1 0 0 0 0,1 0 1 0 0,0 0-1 0 0,-1 0 0 0 0,1 1 0 0 0,-1-1 1 0 0,1 0-1 0 0,-1 0 0 0 0,1 1 1 0 0,0 0-1 0 0,0 0 2 0 0,0 0 1 0 0,0 0 0 0 0,0 0 0 0 0,0 0-1 0 0,0 0 1 0 0,-1 1 0 0 0,1-1 0 0 0,0 0-1 0 0,-1 1 1 0 0,1-1 0 0 0,0 3-1 0 0,1 5 18 0 0,-1 0 0 0 0,0 0-1 0 0,0 10 1 0 0,-1-17-13 0 0,1 27 26 0 0,1-1 0 0 0,1 1 0 0 0,12 46 1 0 0,-12-65 2 0 0,0 0 1 0 0,1-1 0 0 0,0 1 0 0 0,1-1 0 0 0,10 16 0 0 0,-12-20-14 0 0,1 0 0 0 0,1 0 1 0 0,-1-1-1 0 0,1 1 0 0 0,-1-1 0 0 0,1 0 0 0 0,0 0 1 0 0,1-1-1 0 0,-1 1 0 0 0,8 2 0 0 0,-11-5 8 0 0,1 0-1 0 0,0 0 1 0 0,-1 0-1 0 0,1 0 1 0 0,0-1-1 0 0,0 1 1 0 0,0-1-1 0 0,0 0 1 0 0,0 0-1 0 0,-1 0 1 0 0,1 0-1 0 0,0-1 1 0 0,0 1-1 0 0,0-1 1 0 0,3-1-1 0 0,-1 0 70 0 0,-1 0 0 0 0,0 0-1 0 0,0 0 1 0 0,1-1-1 0 0,-1 0 1 0 0,-1 0 0 0 0,1 0-1 0 0,5-6 1 0 0,0-1 109 0 0,-1-1 0 0 0,0-1 0 0 0,0 1 0 0 0,-1-2 0 0 0,9-20 0 0 0,-11 19-223 0 0,0-1 0 0 0,0 1 0 0 0,4-31 0 0 0,0-46-60 0 0,-4-108-390 0 0,-5 179 428 0 0,-7 46 42 0 0,2 11 0 0 0,0 68 0 0 0,5-63 0 0 0,-1-32 28 0 0,0 14 1 0 0,1 1 0 0 0,1-1 0 0 0,5 32-1 0 0,-4-49 28 0 0,-1 1 0 0 0,2 0-1 0 0,-1-1 1 0 0,1 1-1 0 0,0-1 1 0 0,0 0-1 0 0,1 0 1 0 0,0 0-1 0 0,0 0 1 0 0,1-1-1 0 0,0 0 1 0 0,0 0-1 0 0,0 0 1 0 0,8 6-1 0 0,-6-6 26 0 0,2-1-1 0 0,-1 1 0 0 0,1-1 1 0 0,-1-1-1 0 0,1 0 0 0 0,0 0 1 0 0,1-1-1 0 0,-1 0 0 0 0,1-1 1 0 0,-1 0-1 0 0,1 0 1 0 0,0-1-1 0 0,-1 0 0 0 0,1-1 1 0 0,0-1-1 0 0,0 1 0 0 0,-1-1 1 0 0,1-1-1 0 0,0 0 0 0 0,-1 0 1 0 0,1-1-1 0 0,16-8 0 0 0,-9 3-224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71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1 113 6911 0 0,'3'-3'608'0'0,"0"0"-480"0"0,0 0-128 0 0,0 1 0 0 0,1 1 0 0 0,2-2 88 0 0,5-5-88 0 0,8-3 80 0 0,6-1 608 0 0,5-3 120 0 0,1 1 24 0 0,-2 3 8 0 0,1 2-696 0 0,-1 0-144 0 0,-1 3 0 0 0,-2 3-4464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7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1 109 1375 0 0,'0'11'464'0'0,"2"0"-1"0"0,-1 0 0 0 0,7 19 0 0 0,-2-4-68 0 0,33 136 1612 0 0,-36-141-443 0 0,-6-31-711 0 0,-2-19-430 0 0,1-1 0 0 0,1 1-1 0 0,1-1 1 0 0,2 1 0 0 0,3-33-1 0 0,-2 51-367 0 0,0 0-1 0 0,1 0 0 0 0,0 0 0 0 0,1 1 1 0 0,0-1-1 0 0,1 0 0 0 0,5-12 1 0 0,-6 18-57 0 0,-1 1 1 0 0,0 0-1 0 0,1 0 1 0 0,0 0-1 0 0,0 1 1 0 0,0-1-1 0 0,0 1 1 0 0,1-1 0 0 0,-1 1-1 0 0,1 0 1 0 0,-1 1-1 0 0,1-1 1 0 0,0 1-1 0 0,0-1 1 0 0,1 1-1 0 0,-1 1 1 0 0,0-1 0 0 0,1 0-1 0 0,5 0 1 0 0,2 0-93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7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57 23 1839 0 0,'-5'4'165'0'0,"0"1"-1"0"0,1 0 1 0 0,0 0-1 0 0,0 0 0 0 0,0 0 1 0 0,1 1-1 0 0,-1 0 0 0 0,1 0 1 0 0,0 0-1 0 0,1 0 0 0 0,0 0 1 0 0,-3 12-1 0 0,2-9 25 0 0,2 1-1 0 0,-1-1 1 0 0,1 0 0 0 0,0 0-1 0 0,1 0 1 0 0,0 1 0 0 0,1-1-1 0 0,2 16 1 0 0,-1-18-136 0 0,0 0 0 0 0,0 0 1 0 0,1-1-1 0 0,0 1 0 0 0,0-1 0 0 0,0 0 0 0 0,1 1 1 0 0,0-2-1 0 0,0 1 0 0 0,0 0 0 0 0,1-1 0 0 0,0 0 1 0 0,0 0-1 0 0,0 0 0 0 0,1-1 0 0 0,-1 0 0 0 0,1 0 1 0 0,0 0-1 0 0,0-1 0 0 0,8 3 0 0 0,-9-3-4 0 0,1-2 0 0 0,-1 1 0 0 0,1-1 0 0 0,-1 1 0 0 0,1-2 0 0 0,-1 1 0 0 0,1-1 0 0 0,-1 1-1 0 0,1-2 1 0 0,-1 1 0 0 0,1-1 0 0 0,0 0 0 0 0,-1 0 0 0 0,1 0 0 0 0,-1-1 0 0 0,0 0 0 0 0,0 0 0 0 0,1 0 0 0 0,-1-1 0 0 0,-1 0 0 0 0,1 0 0 0 0,0 0 0 0 0,-1-1 0 0 0,1 1-1 0 0,4-6 1 0 0,-2 1 64 0 0,0 0 0 0 0,0-1 0 0 0,0 0 0 0 0,-1 0-1 0 0,0-1 1 0 0,-1 0 0 0 0,0 0 0 0 0,0 0 0 0 0,4-18 0 0 0,-7 22-49 0 0,-1 1 0 0 0,0 0 0 0 0,0-1 0 0 0,-1 1 0 0 0,1-1 0 0 0,-1 0 0 0 0,0 1 0 0 0,-1-1-1 0 0,1 1 1 0 0,-1-1 0 0 0,0 1 0 0 0,0-1 0 0 0,-1 1 0 0 0,0 0 0 0 0,1 0 0 0 0,-2-1 0 0 0,1 1 0 0 0,-1 1 0 0 0,1-1 0 0 0,-1 0 0 0 0,-5-5 0 0 0,3 4-41 0 0,1 1 0 0 0,-1 1 0 0 0,1-1 0 0 0,-1 1-1 0 0,0 0 1 0 0,-1 0 0 0 0,1 1 0 0 0,-1-1 0 0 0,0 1 0 0 0,1 0-1 0 0,-1 1 1 0 0,0 0 0 0 0,-1 0 0 0 0,1 0 0 0 0,0 1 0 0 0,0 0-1 0 0,-1 0 1 0 0,1 0 0 0 0,-1 1 0 0 0,1 0 0 0 0,-1 1-1 0 0,1-1 1 0 0,0 1 0 0 0,-1 0 0 0 0,1 1 0 0 0,0 0 0 0 0,0 0-1 0 0,0 0 1 0 0,0 1 0 0 0,0 0 0 0 0,0 0 0 0 0,1 1 0 0 0,-8 5-1 0 0,-1 4-840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7:13.7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0 343 1519 0 0,'1'1'26'0'0,"0"0"-1"0"0,0 0 0 0 0,0 0 0 0 0,0-1 0 0 0,0 1 0 0 0,0 0 0 0 0,0-1 0 0 0,0 1 1 0 0,0-1-1 0 0,0 1 0 0 0,1-1 0 0 0,-1 0 0 0 0,0 1 0 0 0,0-1 0 0 0,0 0 0 0 0,1 0 0 0 0,-1 0 1 0 0,0 0-1 0 0,0 0 0 0 0,0 0 0 0 0,0 0 0 0 0,3-1 0 0 0,31-6 887 0 0,-31 6-800 0 0,10-3 106 0 0,-1 0 1 0 0,0-1 0 0 0,0 0-1 0 0,-1-2 1 0 0,0 1 0 0 0,0-1-1 0 0,0-1 1 0 0,-1 0 0 0 0,0-1-1 0 0,0 0 1 0 0,11-13 0 0 0,-14 13-147 0 0,0-1 1 0 0,-1 1 0 0 0,0-1-1 0 0,-1-1 1 0 0,0 1 0 0 0,0-1-1 0 0,-1 0 1 0 0,0-1 0 0 0,-1 1-1 0 0,-1-1 1 0 0,1 0 0 0 0,-2 0-1 0 0,3-19 1 0 0,-5 28-64 0 0,1-1 0 0 0,-1 0 0 0 0,0 1-1 0 0,-1-1 1 0 0,1 0 0 0 0,-1 1 0 0 0,1-1 0 0 0,-1 1 0 0 0,0-1-1 0 0,0 1 1 0 0,-1-1 0 0 0,1 1 0 0 0,-1 0 0 0 0,-2-5 0 0 0,3 6 0 0 0,-1 0 0 0 0,1 1 1 0 0,-1-1-1 0 0,0 1 0 0 0,1-1 0 0 0,-1 1 1 0 0,0 0-1 0 0,0 0 0 0 0,0 0 1 0 0,0 0-1 0 0,0 0 0 0 0,0 0 1 0 0,0 0-1 0 0,0 1 0 0 0,0-1 1 0 0,0 1-1 0 0,0-1 0 0 0,0 1 1 0 0,-1 0-1 0 0,1 0 0 0 0,0 0 0 0 0,0 0 1 0 0,0 1-1 0 0,-4 0 0 0 0,0 0 3 0 0,1 1 1 0 0,-1-1-1 0 0,0 1 0 0 0,1 1 0 0 0,-1-1 0 0 0,1 1 0 0 0,0 0 0 0 0,-1 0 0 0 0,1 1 0 0 0,1-1 0 0 0,-6 6 1 0 0,4-3-5 0 0,0 1 1 0 0,1 0 0 0 0,-1 0 0 0 0,1 0-1 0 0,1 1 1 0 0,-8 15 0 0 0,4-3 11 0 0,1-1 0 0 0,1 1-1 0 0,1 1 1 0 0,1-1 0 0 0,-3 40 0 0 0,5-36 51 0 0,1 0 0 0 0,2 0 1 0 0,0-1-1 0 0,1 1 0 0 0,2 0 1 0 0,9 37-1 0 0,-10-50 96 0 0,0-1-1 0 0,1 1 0 0 0,0-1 1 0 0,1 0-1 0 0,0 0 0 0 0,0-1 1 0 0,1 1-1 0 0,0-1 1 0 0,1-1-1 0 0,0 1 0 0 0,0-1 1 0 0,0 0-1 0 0,1-1 1 0 0,1 0-1 0 0,-1 0 0 0 0,13 7 1 0 0,-12-10-146 0 0,0 0 0 0 0,1-1 0 0 0,0 0 0 0 0,-1-1 0 0 0,1 0 0 0 0,0 0 0 0 0,0-1 0 0 0,0 0 0 0 0,0-1 1 0 0,16-2-1 0 0,-6-1-35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8:10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45 3679 0 0,'0'-1'366'0'0,"0"-1"0"0"0,0 0 0 0 0,0 0 0 0 0,0 1 0 0 0,-1-1 0 0 0,1 0 0 0 0,-1 1 0 0 0,1-1 0 0 0,-1 0 0 0 0,1 1 0 0 0,-1-1 0 0 0,0 1 0 0 0,0-1 0 0 0,0 1 0 0 0,0-1 0 0 0,0 1 0 0 0,0 0 0 0 0,0-1 0 0 0,0 1 0 0 0,-2-2 0 0 0,1 2-21 0 0,-1 0 0 0 0,1-1 1 0 0,-1 1-1 0 0,1 0 0 0 0,-1 0 1 0 0,0 0-1 0 0,1 1 0 0 0,-1-1 1 0 0,0 1-1 0 0,1-1 0 0 0,-6 1 0 0 0,-2 0 63 0 0,-1 1 0 0 0,0 0 0 0 0,0 1 1 0 0,1 0-1 0 0,-14 5 0 0 0,10-3-307 0 0,-1 1 1 0 0,-15 9 0 0 0,24-12-75 0 0,1 2 0 0 0,0-1-1 0 0,0 1 1 0 0,0-1 0 0 0,1 1 0 0 0,-1 1 0 0 0,1-1-1 0 0,-6 7 1 0 0,6-5-8 0 0,0 0 1 0 0,0 0-1 0 0,0 1 0 0 0,1-1 1 0 0,0 1-1 0 0,0 0 0 0 0,0 0 0 0 0,1 0 1 0 0,0 0-1 0 0,-1 8 0 0 0,3-11-8 0 0,0 0 0 0 0,0 0-1 0 0,0-1 1 0 0,0 1 0 0 0,1 0 0 0 0,-1 0-1 0 0,1-1 1 0 0,0 1 0 0 0,0 0-1 0 0,0-1 1 0 0,1 1 0 0 0,-1-1 0 0 0,1 0-1 0 0,0 1 1 0 0,0-1 0 0 0,0 0 0 0 0,0 0-1 0 0,1 0 1 0 0,-1 0 0 0 0,1-1-1 0 0,4 5 1 0 0,10 5 137 0 0,1 0-1 0 0,0-2 1 0 0,0 0 0 0 0,36 14-1 0 0,20 10 341 0 0,-63-28-454 0 0,0 1 0 0 0,0 0 0 0 0,-1 0 0 0 0,15 15 0 0 0,-18-14-6 0 0,0-1 0 0 0,0 1 0 0 0,-1 1-1 0 0,0-1 1 0 0,9 19 0 0 0,-14-23-24 0 0,0 1 0 0 0,1 0 1 0 0,-1-1-1 0 0,-1 1 0 0 0,1 0 1 0 0,-1 0-1 0 0,0-1 0 0 0,0 1 1 0 0,0 0-1 0 0,-1 0 0 0 0,-2 9 0 0 0,1-6 9 0 0,0 0 0 0 0,-1 0 0 0 0,0 1-1 0 0,-1-2 1 0 0,-8 14 0 0 0,6-12 40 0 0,-1 0-1 0 0,-1-1 1 0 0,1 1-1 0 0,-1-2 1 0 0,-1 1 0 0 0,1-1-1 0 0,-1-1 1 0 0,-1 0 0 0 0,1 0-1 0 0,-16 7 1 0 0,11-7-21 0 0,-1 0 1 0 0,0-1-1 0 0,0 0 0 0 0,0-2 1 0 0,0 1-1 0 0,-30 1 0 0 0,32-5-31 0 0,0 0 0 0 0,0-1 1 0 0,0 0-1 0 0,1-1 0 0 0,-1-1 0 0 0,1 0 0 0 0,-15-6 0 0 0,20 7-8 0 0,1-1-1 0 0,-1 0 1 0 0,1 0-1 0 0,0-1 1 0 0,0 0 0 0 0,0 0-1 0 0,0 0 1 0 0,1-1-1 0 0,-1 0 1 0 0,1 0-1 0 0,0 0 1 0 0,1 0-1 0 0,-1-1 1 0 0,-4-8 0 0 0,8 12-220 0 0,0-1 1 0 0,0 1 0 0 0,0-1-1 0 0,0 1 1 0 0,0-1 0 0 0,0-4 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8:11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43 1839 0 0,'-1'-22'2909'0'0,"0"2"5098"0"0,1 32-4707 0 0,-1 117-1247 0 0,-5 49-1194 0 0,-18 63 716 0 0,22-228-1316 0 0,2-22-125 0 0,0 8-69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8:12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2759 0 0,'4'-6'10979'0'0,"1"4"-10866"0"0,24-4-180 0 0,0 2 1211 0 0,-1 1 1 0 0,40 0 0 0 0,-33 2-476 0 0,172 0 1251 0 0,-190 0-1838 0 0,-1-1 0 0 0,28-6 0 0 0,5-1 32 0 0,-34 10-33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8:13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59 919 0 0,'-2'-15'7112'0'0,"4"12"-6512"0"0,4-1-57 0 0,-1-1-1 0 0,1 1 1 0 0,0 1-1 0 0,0-1 0 0 0,1 1 1 0 0,-1 0-1 0 0,1 1 1 0 0,-1-1-1 0 0,8-1 0 0 0,-4 2-399 0 0,0 1 0 0 0,0 0-1 0 0,1 0 1 0 0,-1 1 0 0 0,0 0-1 0 0,0 1 1 0 0,0 0 0 0 0,1 1-1 0 0,-1 0 1 0 0,0 0 0 0 0,15 7-1 0 0,-22-8-302 0 0,-1 0 0 0 0,1-1-1 0 0,0 1 1 0 0,-1-1-1 0 0,1 1 1 0 0,3-1 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8:18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34 6911 0 0,'1'-1'215'0'0,"0"1"-1"0"0,0-1 0 0 0,0 0 0 0 0,0 1 0 0 0,0-1 0 0 0,0 0 0 0 0,-1 0 1 0 0,1 1-1 0 0,0-1 0 0 0,-1 0 0 0 0,1 0 0 0 0,0 0 0 0 0,-1 0 0 0 0,1 0 1 0 0,-1 0-1 0 0,1 0 0 0 0,-1 0 0 0 0,0 0 0 0 0,1 0 0 0 0,-1-1 1 0 0,0 1-122 0 0,0 0 1 0 0,0 1-1 0 0,0-1 1 0 0,0 1-1 0 0,0-1 1 0 0,0 1-1 0 0,-1-1 1 0 0,1 0-1 0 0,0 1 1 0 0,0-1-1 0 0,0 1 1 0 0,-1-1-1 0 0,1 1 1 0 0,0-1-1 0 0,-1 1 1 0 0,1-1 0 0 0,0 1-1 0 0,-1 0 1 0 0,1-1-1 0 0,-1 1 1 0 0,1-1-1 0 0,-1 1 1 0 0,1 0-1 0 0,-1-1 1 0 0,1 1-1 0 0,-1 0 1 0 0,1 0-1 0 0,-1-1 1 0 0,1 1-1 0 0,-1 0 1 0 0,1 0-1 0 0,-1 0 1 0 0,1 0 0 0 0,-1 0-1 0 0,0 0 1 0 0,1 0-1 0 0,-1 0 1 0 0,1 0-1 0 0,-1 0 1 0 0,-1 0-1 0 0,-10 1 180 0 0,0 0 0 0 0,0 1 0 0 0,0 0 0 0 0,0 1 0 0 0,0 1 0 0 0,0 0 0 0 0,1 0 0 0 0,0 1 0 0 0,0 0 0 0 0,0 1 0 0 0,0 1 0 0 0,1 0 0 0 0,-10 8 0 0 0,17-13-267 0 0,1 1 1 0 0,0-1 0 0 0,0 0 0 0 0,0 1 0 0 0,0-1-1 0 0,0 1 1 0 0,0 0 0 0 0,1 0 0 0 0,-1-1 0 0 0,1 1 0 0 0,0 0-1 0 0,0 0 1 0 0,0 0 0 0 0,0 0 0 0 0,1 1 0 0 0,-1-1-1 0 0,1 0 1 0 0,0 0 0 0 0,0 7 0 0 0,0-7-2 0 0,1 1 0 0 0,0-1 1 0 0,0 1-1 0 0,0-1 0 0 0,0 0 0 0 0,1 1 1 0 0,0-1-1 0 0,-1 0 0 0 0,1 0 0 0 0,0 0 1 0 0,0 0-1 0 0,1 0 0 0 0,-1 0 0 0 0,1-1 0 0 0,-1 1 1 0 0,1-1-1 0 0,4 4 0 0 0,51 31-14 0 0,-30-20-8 0 0,39 32 0 0 0,-60-43 15 0 0,1 1 0 0 0,-1 0 0 0 0,-1 0 0 0 0,1 1 0 0 0,-1-1 0 0 0,-1 1 0 0 0,1 1-1 0 0,-1-1 1 0 0,5 15 0 0 0,-9-20 12 0 0,1 1 0 0 0,-1 0-1 0 0,-1 1 1 0 0,1-1 0 0 0,-1 0 0 0 0,1 0-1 0 0,-1 0 1 0 0,0 0 0 0 0,-1 0 0 0 0,1 0-1 0 0,-1 1 1 0 0,0-1 0 0 0,0 0 0 0 0,0 0-1 0 0,0 0 1 0 0,-1-1 0 0 0,0 1 0 0 0,1 0-1 0 0,-2 0 1 0 0,1-1 0 0 0,0 0 0 0 0,0 1-1 0 0,-1-1 1 0 0,-5 6 0 0 0,0-2 21 0 0,-1 1 0 0 0,1-1-1 0 0,-1-1 1 0 0,0 1 0 0 0,-1-1 0 0 0,1-1 0 0 0,-1 0 0 0 0,-12 4 0 0 0,2-2 16 0 0,-1-1 0 0 0,0-1 1 0 0,0-1-1 0 0,0 0 1 0 0,-1-2-1 0 0,0-1 0 0 0,1 0 1 0 0,-24-3-1 0 0,39 1-39 0 0,0 0 0 0 0,0 0-1 0 0,0 0 1 0 0,0-1 0 0 0,0 0 0 0 0,0 0-1 0 0,0-1 1 0 0,1 1 0 0 0,-6-5-1 0 0,8 6-2 0 0,1-1 0 0 0,-1 0 0 0 0,1 0 0 0 0,0 0-1 0 0,0-1 1 0 0,0 1 0 0 0,0 0 0 0 0,0-1-1 0 0,0 1 1 0 0,1-1 0 0 0,-1 0 0 0 0,1 0-1 0 0,0 1 1 0 0,0-1 0 0 0,0 0 0 0 0,0 0-1 0 0,0 0 1 0 0,1 0 0 0 0,-1 0 0 0 0,1-4 0 0 0,0 0-183 0 0,0 0 0 0 0,0 0 0 0 0,1 0 0 0 0,0 0 0 0 0,0 0 0 0 0,1 0 0 0 0,5-13 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8:19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21 4143 0 0,'-10'-21'8153'0'0,"7"29"-7042"0"0,0 18-9 0 0,0 0 1 0 0,1 27-1 0 0,-1 18-454 0 0,-5 18-396 0 0,-21 152 315 0 0,29-240-565 0 0,-6 22 63 0 0,6-22-65 0 0,0-1 0 0 0,0 1 0 0 0,0 0 0 0 0,0-1 0 0 0,0 1 0 0 0,0 0 0 0 0,-1-1 0 0 0,1 1 0 0 0,0-1 0 0 0,-1 1 0 0 0,1-1 0 0 0,0 1 0 0 0,-1-1 0 0 0,1 1 0 0 0,0-1 0 0 0,-1 1 0 0 0,1-1 0 0 0,-1 1 0 0 0,1-1 0 0 0,-1 1 0 0 0,1-1 0 0 0,-1 0-1 0 0,1 1 1 0 0,-1-1 0 0 0,0 0 0 0 0,1 0 0 0 0,-1 1 0 0 0,1-1 0 0 0,-1 0 0 0 0,0 0 0 0 0,-1 0 0 0 0,-1-3-329 0 0,2 1-6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8:19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60 3679 0 0,'-2'-1'226'0'0,"1"1"-1"0"0,-1 0 1 0 0,1-1-1 0 0,-1 1 0 0 0,1 0 1 0 0,-1-1-1 0 0,1 0 0 0 0,0 1 1 0 0,-1-1-1 0 0,1 0 1 0 0,0 0-1 0 0,-1 0 0 0 0,1 0 1 0 0,0 0-1 0 0,0 0 0 0 0,-2-1 1 0 0,3 1-111 0 0,0 1 0 0 0,-1 0 0 0 0,1-1 0 0 0,0 1 0 0 0,-1-1 1 0 0,1 1-1 0 0,0-1 0 0 0,0 0 0 0 0,0 1 0 0 0,-1-1 0 0 0,1 1 0 0 0,0-1 0 0 0,0 1 0 0 0,0-1 1 0 0,0 0-1 0 0,0 1 0 0 0,0-1 0 0 0,0 1 0 0 0,0-1 0 0 0,0 1 0 0 0,0-1 0 0 0,0 0 1 0 0,0 1-1 0 0,1-1 0 0 0,-1 1 0 0 0,0-1 0 0 0,0 1 0 0 0,1-1 0 0 0,-1 1 0 0 0,0-1 1 0 0,1 1-1 0 0,-1-1 0 0 0,0 1 0 0 0,1-1 0 0 0,-1 1 0 0 0,1 0 0 0 0,-1-1 0 0 0,1 1 1 0 0,-1 0-1 0 0,0-1 0 0 0,1 1 0 0 0,0 0 0 0 0,-1 0 0 0 0,1-1 0 0 0,-1 1 0 0 0,1 0 0 0 0,0 0 1 0 0,7-3 303 0 0,-1 0 1 0 0,1 1 0 0 0,0 0 0 0 0,-1 0-1 0 0,1 1 1 0 0,15 0 0 0 0,51 3 680 0 0,-50 0-736 0 0,43 2 98 0 0,1-3-1 0 0,113-12 0 0 0,-159 8-1133 0 0,1 0-3852 0 0,-4 0-1328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8:33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180 206 2303 0 0,'-159'106'9056'0'0,"158"-105"-8777"0"0,-2 0 263 0 0,0 1 0 0 0,1 0-1 0 0,0 0 1 0 0,-1 0 0 0 0,1 0-1 0 0,-3 4 1 0 0,26-12 1814 0 0,147-63-669 0 0,208-98-1721 0 0,-342 149 28 0 0,-9 4-5 0 0,0 1-1 0 0,0 2 0 0 0,1 0 1 0 0,32-7-1 0 0,-57 17 12 0 0,1 1 0 0 0,-1-1 0 0 0,1 1 0 0 0,-1 0 0 0 0,1 0 0 0 0,-1 0 0 0 0,1 0 0 0 0,-1 0 0 0 0,1 0 0 0 0,-1 0 0 0 0,4 1 0 0 0,-5 0 0 0 0,0-1 0 0 0,1 0 0 0 0,-1 0 0 0 0,0 0 0 0 0,0 0 0 0 0,0 0 0 0 0,0 1 0 0 0,1-1 0 0 0,-1 0 0 0 0,0 0 0 0 0,0 0 0 0 0,0 1 0 0 0,0-1 0 0 0,0 0 0 0 0,1 0 0 0 0,-1 0 0 0 0,0 1 0 0 0,0-1 0 0 0,0 0 0 0 0,0 0 0 0 0,0 1 0 0 0,0-1 0 0 0,0 0 0 0 0,0 0 0 0 0,0 1 0 0 0,0-1 0 0 0,-6 12 0 0 0,4-7 0 0 0,-1-1 0 0 0,1 1 0 0 0,-1 0 0 0 0,1 0 0 0 0,1 0 0 0 0,-1 0 0 0 0,1 0 0 0 0,-1 8 0 0 0,-3 47 0 0 0,4-29 0 0 0,-4 144-32 0 0,6-142 24 0 0,2-1 0 0 0,1 0 0 0 0,12 45 0 0 0,-12-60-23 0 0,-3-11-61 0 0,0 0 0 0 0,1 0 0 0 0,0 0 0 0 0,0-1 0 0 0,0 1 0 0 0,4 6 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8:34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2612 1 919 0 0,'-5'3'749'0'0,"0"0"-1"0"0,1 0 1 0 0,-1 0-1 0 0,1 1 1 0 0,0 0-1 0 0,-7 8 1 0 0,-21 32 1174 0 0,16-23-1310 0 0,-47 68 1369 0 0,-55 71-148 0 0,53-75-1474 0 0,-62 111 0 0 0,26-37-344 0 0,-109 168-16 0 0,-37 26 0 0 0,198-288 0 0 0,-49 69-35 0 0,-119 150 78 0 0,214-280-28 0 0,-58 68 553 0 0,-89 138 1 0 0,-15 61 1343 0 0,-31 40-1720 0 0,129-212-222 0 0,-101 114 1 0 0,147-187 24 0 0,-6 8 17 0 0,2 1 0 0 0,1 1 0 0 0,2 1 0 0 0,1 1 0 0 0,-26 70 0 0 0,-40 82-12 0 0,54-122 0 0 0,21-43-2 0 0,-16 23 0 0 0,24-41 9 0 0,-1 0 0 0 0,0-1 0 0 0,0 1 1 0 0,-1-1-1 0 0,0 0 0 0 0,0-1 0 0 0,-13 10 1 0 0,18-14-7 0 0,1-1 0 0 0,-1 0 1 0 0,1 1-1 0 0,-1-1 1 0 0,0 0-1 0 0,1 0 1 0 0,-1 1-1 0 0,0-1 0 0 0,1 0 1 0 0,-1 0-1 0 0,0 0 1 0 0,1 0-1 0 0,-1 0 1 0 0,0 0-1 0 0,1 0 0 0 0,-2 0 1 0 0,2 0-4 0 0,-1 0 1 0 0,1 0-1 0 0,0 0 1 0 0,0 0-1 0 0,-1-1 1 0 0,1 1 0 0 0,0 0-1 0 0,0 0 1 0 0,-1 0-1 0 0,1-1 1 0 0,0 1-1 0 0,0 0 1 0 0,0 0-1 0 0,-1-1 1 0 0,1 1-1 0 0,0 0 1 0 0,0-1-1 0 0,0 1 1 0 0,0 0-1 0 0,0-1 1 0 0,-1 1-1 0 0,1 0 1 0 0,0-1-1 0 0,0 0-21 0 0,0-1 0 0 0,0 1 0 0 0,0-1 0 0 0,0 1 0 0 0,0-1 0 0 0,0 1 0 0 0,1-1 0 0 0,-1 1 0 0 0,1-1 0 0 0,-1 1 0 0 0,1-1 0 0 0,0-1 0 0 0,7-8-168 0 0,4-1-1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08:36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2627 9 1375 0 0,'14'-8'9936'0'0,"-17"13"-9763"0"0,-61 87 2560 0 0,-70 66-385 0 0,46-45-2262 0 0,-75 90 94 0 0,4-19-273 0 0,53-60 42 0 0,68-81 77 0 0,2 2-1 0 0,2 1 1 0 0,2 2 0 0 0,-30 60-1 0 0,-28 58-25 0 0,24-47 0 0 0,46-77-24 0 0,-22 71-1 0 0,17-40 10 0 0,12-42-40 0 0,-2 0 0 0 0,0 0-1 0 0,-25 33 1 0 0,-66 80-182 0 0,-10 32 231 0 0,30-42-42 0 0,38-64 48 0 0,-85 115 0 0 0,106-150-7 0 0,-61 73 78 0 0,55-70-80 0 0,-31 49 0 0 0,35-46-22 0 0,-41 45 0 0 0,49-64-145 0 0,1 1 0 0 0,2 0 0 0 0,0 1 0 0 0,1 2 0 0 0,-21 40 0 0 0,19-20 219 0 0,10-25 3 0 0,-17 33 1 0 0,-28 50-80 0 0,-15 24-14 0 0,45-84 47 0 0,20-35 0 0 0,-1 0 0 0 0,0 0 0 0 0,0 0 0 0 0,-1 0 0 0 0,-1-1 0 0 0,1 0 0 0 0,-13 12 0 0 0,5-8 0 0 0,0 1 0 0 0,1 1 0 0 0,-19 26 0 0 0,-27 50 0 0 0,53-81 0 0 0,-20 26 37 0 0,20-29-25 0 0,1 1-1 0 0,0-1 0 0 0,0 1 1 0 0,1 0-1 0 0,0 1 1 0 0,0-1-1 0 0,-4 12 0 0 0,8-19-13 0 0,0 0 0 0 0,0 0 0 0 0,0 0 0 0 0,0 0-1 0 0,0 1 1 0 0,0-1 0 0 0,0 0 0 0 0,0 0 0 0 0,0 0 0 0 0,0 0-1 0 0,0 1 1 0 0,0-1 0 0 0,0 0 0 0 0,0 0 0 0 0,0 0-1 0 0,0 0 1 0 0,0 1 0 0 0,0-1 0 0 0,0 0 0 0 0,0 0 0 0 0,0 0-1 0 0,0 0 1 0 0,0 0 0 0 0,0 1 0 0 0,0-1 0 0 0,0 0 0 0 0,0 0-1 0 0,0 0 1 0 0,1 0 0 0 0,-1 0 0 0 0,0 1 0 0 0,0-1 0 0 0,0 0-1 0 0,0 0 1 0 0,0 0 0 0 0,0 0 0 0 0,1 0 0 0 0,-1 0-1 0 0,0 0 1 0 0,0 0 0 0 0,0 0 0 0 0,0 0 0 0 0,1 0 0 0 0,-1 0-1 0 0,0 1 1 0 0,3-2-82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7:41:43.0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3223 0 0,'19'9'654'0'0,"1"-1"0"0"0,0-1 0 0 0,0-1-1 0 0,34 5 1 0 0,87 5-111 0 0,-124-14-439 0 0,67 1 589 0 0,1-4 0 0 0,85-12-1 0 0,-141 11-590 0 0,149-4 65 0 0,14 0-306 0 0,-157 0-647 0 0,-19 6-2296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7:41:43.8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69 3223 0 0,'2'0'-33'0'0,"0"0"-1"0"0,1-1 0 0 0,-1 1 0 0 0,0-1 1 0 0,0 0-1 0 0,1 1 0 0 0,3-3 0 0 0,10-3 780 0 0,8 4-47 0 0,1 0 0 0 0,-1 2 0 0 0,31 3 0 0 0,31 0-227 0 0,172-19 240 0 0,-20 1 115 0 0,-105 1-712 0 0,-13 1-177 0 0,-88 12-2348 0 0,-19 1-236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7:41:44.9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84 11 3223 0 0,'-2'-2'189'0'0,"0"1"-1"0"0,0 0 0 0 0,0 0 0 0 0,-1 0 0 0 0,1 0 0 0 0,0 0 0 0 0,0 0 0 0 0,-1 1 0 0 0,1-1 0 0 0,0 1 0 0 0,-1 0 0 0 0,1-1 0 0 0,-1 1 0 0 0,-3 0 0 0 0,3 0 93 0 0,0 1 0 0 0,0-1 0 0 0,0 0 0 0 0,0 1-1 0 0,0-1 1 0 0,0 1 0 0 0,0 0 0 0 0,1 0 0 0 0,-1 0-1 0 0,0 0 1 0 0,-3 3 0 0 0,5-4-250 0 0,0 1-1 0 0,1 0 1 0 0,-1 0 0 0 0,0-1-1 0 0,1 1 1 0 0,-1 0 0 0 0,1 0-1 0 0,-1 0 1 0 0,1-1-1 0 0,0 1 1 0 0,-1 0 0 0 0,1 0-1 0 0,0 0 1 0 0,0 0 0 0 0,0 0-1 0 0,-1 0 1 0 0,1 0 0 0 0,0 0-1 0 0,0 0 1 0 0,0 0-1 0 0,0 0 1 0 0,1-1 0 0 0,-1 1-1 0 0,0 0 1 0 0,0 0 0 0 0,1 0-1 0 0,-1 0 1 0 0,0 0 0 0 0,1 0-1 0 0,-1 0 1 0 0,1-1 0 0 0,-1 1-1 0 0,1 0 1 0 0,-1 0-1 0 0,2 1 1 0 0,2 3 196 0 0,1 0 0 0 0,-1 0 0 0 0,9 7 0 0 0,-11-11-221 0 0,11 10-36 0 0,1 0 0 0 0,0-2-1 0 0,1 0 1 0 0,17 9-1 0 0,-17-10-1 0 0,0 2-1 0 0,-1-1 1 0 0,15 15-1 0 0,-18-15 13 0 0,0 0 0 0 0,0-1-1 0 0,0 0 1 0 0,1-1 0 0 0,0 0 0 0 0,14 5-1 0 0,58 9-251 0 0,-84-21 272 0 0,1 0 0 0 0,-1 0 0 0 0,0 0 0 0 0,0 0 0 0 0,1 0 0 0 0,-1 0 0 0 0,0 0 0 0 0,0 0 0 0 0,0 0 0 0 0,1 1 0 0 0,-1-1 0 0 0,0 0 0 0 0,0 0 0 0 0,0 0 0 0 0,0 0 0 0 0,1 1 0 0 0,-1-1 0 0 0,0 0 0 0 0,0 0 0 0 0,0 0 0 0 0,0 1 0 0 0,0-1 0 0 0,0 0 0 0 0,0 0 0 0 0,1 1 0 0 0,-1-1 0 0 0,0 0 0 0 0,0 0 0 0 0,0 0 0 0 0,0 1 0 0 0,0-1 0 0 0,0 0 0 0 0,0 0 0 0 0,0 1 0 0 0,-5 9 0 0 0,-10 4 0 0 0,-170 128 192 0 0,166-126-498 0 0,-30 33 0 0 0,41-40 167 0 0,1 0 0 0 0,0 1-1 0 0,0 0 1 0 0,1 1 0 0 0,-9 18-1 0 0,13-25-308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7:43:13.3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0 166 3223 0 0,'4'-3'169'0'0,"0"1"0"0"0,0-1-1 0 0,0 1 1 0 0,0 0 0 0 0,0 1-1 0 0,0-1 1 0 0,1 1 0 0 0,-1 0-1 0 0,9-2 1 0 0,8-1 108 0 0,109-29 1454 0 0,1 6-1 0 0,2 6 0 0 0,141-4 1 0 0,-118 10-1276 0 0,19-1-480 0 0,55 13-1223 0 0,-206 2-2804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7:43:14.0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0 108 2303 0 0,'143'-7'7779'0'0,"85"-22"-5739"0"0,26-1-1371 0 0,168 8-223 0 0,-367 20-1144 0 0,68-12 0 0 0,-102 10-3560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7:43:15.27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60 41 455 0 0,'-8'-7'1468'0'0,"-1"0"0"0"0,-17-12 0 0 0,18 13-99 0 0,8 6-1299 0 0,-1 0 0 0 0,1-1-1 0 0,0 1 1 0 0,-1 0 0 0 0,1 0-1 0 0,0 0 1 0 0,-1 0-1 0 0,1 0 1 0 0,-1 0 0 0 0,1 0-1 0 0,0-1 1 0 0,-1 1-1 0 0,1 0 1 0 0,0 0 0 0 0,-1 1-1 0 0,1-1 1 0 0,-1 0 0 0 0,1 0-1 0 0,0 0 1 0 0,-1 0-1 0 0,0 0 1 0 0,2 11 889 0 0,9 12-583 0 0,-1-8-383 0 0,2-1-1 0 0,0-1 1 0 0,0 0-1 0 0,1 0 1 0 0,1-1-1 0 0,23 17 1 0 0,92 50-110 0 0,-79-51 102 0 0,-27-14 69 0 0,0 0 0 0 0,-1 2 0 0 0,34 33 0 0 0,-45-37 220 0 0,0-1 0 0 0,14 23 0 0 0,-3-3-216 0 0,-21-30-58 0 0,1-1 0 0 0,-1 1 0 0 0,0 0 0 0 0,0-1 0 0 0,0 1 0 0 0,1 0 0 0 0,-1-1 0 0 0,0 1 0 0 0,0 0 0 0 0,0-1 0 0 0,0 1 0 0 0,0 0 0 0 0,0-1 0 0 0,0 1 0 0 0,-1 0 0 0 0,1-1 0 0 0,0 1 0 0 0,0 0 0 0 0,0-1 0 0 0,-1 1 0 0 0,1-1 0 0 0,0 1 0 0 0,-1 0 0 0 0,1-1 0 0 0,0 1 0 0 0,-1-1 0 0 0,1 1 0 0 0,-1-1 0 0 0,0 1 0 0 0,-19 18 0 0 0,12-12 0 0 0,-56 49 116 0 0,42-39-102 0 0,-32 34 0 0 0,46-43 59 0 0,-79 94 62 0 0,39-46 446 0 0,36-44-245 0 0,0 0 1 0 0,1 1 0 0 0,1 1-1 0 0,0 0 1 0 0,-14 28-1 0 0,23-41-393 0 0,1 0 0 0 0,-1 0 0 0 0,1 0 0 0 0,0 0 0 0 0,-1 0 0 0 0,1 0 0 0 0,0 0 0 0 0,-1 0 0 0 0,1 0 0 0 0,0 0 1 0 0,0 1-1 0 0,0-1 0 0 0,0 0 0 0 0,0 0 0 0 0,1 0 0 0 0,-1 0 0 0 0,0 0 0 0 0,1 2 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0:05.4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1432 1009 2303 0 0,'-40'39'1715'0'0,"25"-23"-728"0"0,-1-1 1 0 0,0 0-1 0 0,-1-1 0 0 0,-34 20 1 0 0,46-30-577 0 0,5-4-370 0 0,-1 1 0 0 0,1-1 0 0 0,0 0 1 0 0,-1 0-1 0 0,1 1 0 0 0,0-1 0 0 0,-1 0 0 0 0,1 0 0 0 0,0 1 0 0 0,-1-1 1 0 0,1 0-1 0 0,0 0 0 0 0,-1 0 0 0 0,1 0 0 0 0,-1 1 0 0 0,1-1 0 0 0,0 0 1 0 0,-1 0-1 0 0,1 0 0 0 0,-1 0 0 0 0,1 0 0 0 0,0 0 0 0 0,-1 0 0 0 0,1 0 0 0 0,-1 0 1 0 0,1 0-1 0 0,0-1 0 0 0,-1 1 0 0 0,1 0 0 0 0,-1 0 0 0 0,1-1-19 0 0,0 0 0 0 0,-1 1 0 0 0,1-1 0 0 0,0 0 0 0 0,0 1 0 0 0,0-1 0 0 0,0 0 0 0 0,0 1 0 0 0,0-1 0 0 0,0 0 0 0 0,0 0 0 0 0,1 1-1 0 0,-1-1 1 0 0,0 0 0 0 0,1 0 0 0 0,12-30-129 0 0,-3 14 67 0 0,1 0 0 0 0,1 1 0 0 0,0 0 0 0 0,1 1 0 0 0,18-16 0 0 0,3 1 37 0 0,44-30 0 0 0,17 0-37 0 0,-78 51 30 0 0,1 0 0 0 0,0 2 0 0 0,31-10 0 0 0,-24 14 10 0 0,-25 3 0 0 0,1 0 0 0 0,-1 0 0 0 0,0 0 0 0 0,1 0 0 0 0,-1 0 0 0 0,0 0 0 0 0,1 0 0 0 0,-1 0 0 0 0,0 0 0 0 0,0 0 0 0 0,1 0 0 0 0,-1 0 0 0 0,0 1 0 0 0,1-1 0 0 0,-1 0 0 0 0,0 0 0 0 0,0 0 0 0 0,1 1 0 0 0,-1-1 0 0 0,0 0 0 0 0,0 0 0 0 0,0 1 0 0 0,1-1 0 0 0,-1 1 0 0 0,0-1 0 0 0,0 1 0 0 0,0 0 0 0 0,0-1 0 0 0,0 1 0 0 0,0 0 0 0 0,0-1 0 0 0,0 1 0 0 0,0 0 0 0 0,-1-1 0 0 0,1 1 0 0 0,0 0 0 0 0,0-1 0 0 0,-1 1 0 0 0,1 0 0 0 0,0-1 0 0 0,-1 1 0 0 0,0 0 0 0 0,-4 6 6 0 0,0 0-1 0 0,-1 0 1 0 0,1-1 0 0 0,-2 0-1 0 0,-10 9 1 0 0,-39 25 42 0 0,35-26-42 0 0,-51 31-6 0 0,-80 39 0 0 0,-83 22 0 0 0,216-98 0 0 0,14-5 0 0 0,0 0 0 0 0,-1-1 0 0 0,1 0 0 0 0,-7 2 0 0 0,12-4 0 0 0,0 0 0 0 0,0 0 0 0 0,0 0 0 0 0,0 0 0 0 0,0 0 0 0 0,0 0 0 0 0,0 0 0 0 0,-1 0 0 0 0,1 0 0 0 0,0 0 0 0 0,0 0 0 0 0,0 0 0 0 0,0-1 0 0 0,0 1 0 0 0,0 0 0 0 0,0 0 0 0 0,0 0 0 0 0,0 0 0 0 0,0 0 0 0 0,0 0 0 0 0,0 0 0 0 0,0 0 0 0 0,0 0 0 0 0,0 0 0 0 0,-1 0 0 0 0,1 0 0 0 0,0 0 0 0 0,0 0 0 0 0,0 0 0 0 0,0-1 0 0 0,0 1 0 0 0,0 0 0 0 0,0 0 0 0 0,0 0 0 0 0,0 0 0 0 0,0 0 0 0 0,0 0 0 0 0,0 0 0 0 0,0 0 0 0 0,0 0 0 0 0,0 0 0 0 0,0 0 0 0 0,0-1 0 0 0,0 1 0 0 0,0 0 0 0 0,0 0 0 0 0,1 0 0 0 0,-1 0 0 0 0,0 0 0 0 0,0 0 0 0 0,0 0 0 0 0,0 0 0 0 0,0 0 0 0 0,0 0 0 0 0,0 0 0 0 0,0 0 0 0 0,0 0 0 0 0,0 0 0 0 0,0-1 0 0 0,0 1 0 0 0,0 0 0 0 0,6-9 0 0 0,8-8 0 0 0,55-52-29 0 0,127-95 0 0 0,-134 115 23 0 0,-51 40 9 0 0,3-3 12 0 0,1 1 1 0 0,0 0-1 0 0,0 1 1 0 0,29-14-1 0 0,-44 24-15 0 0,1 0 0 0 0,-1 0 0 0 0,0-1 0 0 0,0 1 0 0 0,1 0 0 0 0,-1 0 0 0 0,0 0 0 0 0,1 0 0 0 0,-1 0 0 0 0,0 0 0 0 0,1 0 0 0 0,-1 0 0 0 0,0 0 0 0 0,1 0 0 0 0,-1 0 0 0 0,0 0 0 0 0,1 0 0 0 0,-1 0 0 0 0,0 0 0 0 0,1 0 0 0 0,-1 0 0 0 0,0 0 0 0 0,1 0 0 0 0,-1 0 0 0 0,1 1 0 0 0,-3 6 0 0 0,-8 9 0 0 0,-13 8 5 0 0,0 0 0 0 0,-1-2 1 0 0,-2-1-1 0 0,-46 31 0 0 0,-122 58 42 0 0,43-27-56 0 0,130-69 9 0 0,16-10 0 0 0,16-9 0 0 0,201-99-58 0 0,-148 76 43 0 0,120-71 0 0 0,-100 40 0 0 0,29-19 342 0 0,-91 66 267 0 0,-31 17-446 0 0,-65 36-140 0 0,-75 39-45 0 0,113-62 26 0 0,-1-3 0 0 0,-47 14 0 0 0,82-28 11 0 0,-24 4 0 0 0,26-4 0 0 0,-1-1 0 0 0,0 0 0 0 0,0 0 0 0 0,0 0 0 0 0,0 0 0 0 0,0 0 0 0 0,0 0 0 0 0,0 0 0 0 0,0 0 0 0 0,0 0 0 0 0,0 0 0 0 0,0 0 0 0 0,0-1 0 0 0,0 1 0 0 0,0 0 0 0 0,1-1 0 0 0,-1 1 0 0 0,0-1 0 0 0,0 1 0 0 0,-1-1 0 0 0,2 0 0 0 0,0 0 0 0 0,0 1 0 0 0,0-1 0 0 0,-1 0 0 0 0,1 1 0 0 0,0-1 0 0 0,0 0 0 0 0,1 1 0 0 0,-1-1 0 0 0,0 0 0 0 0,0 1 0 0 0,0-1 0 0 0,0 0 0 0 0,1 1 0 0 0,-1-1 0 0 0,0 1 0 0 0,0-1 0 0 0,1 1 0 0 0,-1-1 0 0 0,0 0 0 0 0,1 1 0 0 0,-1-1 0 0 0,1 1 0 0 0,-1 0 0 0 0,1-1 0 0 0,0 0 0 0 0,17-15 0 0 0,-14 12 0 0 0,33-29-3 0 0,77-74-32 0 0,-85 76 22 0 0,43-56 0 0 0,-57 68 13 0 0,-11 14 0 0 0,0 0 0 0 0,0-1 0 0 0,0 1 0 0 0,0-1 0 0 0,-1 0 0 0 0,0 0 0 0 0,3-8 0 0 0,-6 8 0 0 0,-2 6 0 0 0,-14 15 0 0 0,1 2 0 0 0,15-17 0 0 0,-1 1 0 0 0,1 0 0 0 0,-1-1 0 0 0,0 1 0 0 0,1-1-1 0 0,-1 1 1 0 0,0-1 0 0 0,1 1 0 0 0,-1-1 0 0 0,0 1 0 0 0,1-1 0 0 0,-1 0-1 0 0,0 0 1 0 0,-1 1 0 0 0,1-1 4 0 0,1 0 1 0 0,0 0-1 0 0,-1 0 0 0 0,1 0 0 0 0,0 0 1 0 0,-1 0-1 0 0,1 0 0 0 0,0 0 0 0 0,-1-1 1 0 0,1 1-1 0 0,0 0 0 0 0,-1 0 0 0 0,1 0 1 0 0,0 0-1 0 0,-1-1 0 0 0,1 1 0 0 0,0 0 0 0 0,0 0 1 0 0,-1-1-1 0 0,1 1 0 0 0,0 0 0 0 0,-1-1 1 0 0,1 0 12 0 0,-1 0 1 0 0,1 0 0 0 0,-1-1 0 0 0,1 1-1 0 0,-1 0 1 0 0,1 0 0 0 0,0 0 0 0 0,-1-1 0 0 0,1 1-1 0 0,0 0 1 0 0,0-1 0 0 0,0 1 0 0 0,0-2-1 0 0,2-4 102 0 0,0 1 0 0 0,1-1-1 0 0,-1 0 1 0 0,8-11-1 0 0,-4 7-69 0 0,3-5 17 0 0,14-19 1 0 0,-16 26-32 0 0,0-1 0 0 0,-1-1 0 0 0,0 1-1 0 0,-1-1 1 0 0,7-16 0 0 0,-10 17-25 0 0,-1-1 0 0 0,1 1-1 0 0,-1-21 1 0 0,2-15 15 0 0,2 25-24 0 0,-3 17 6 0 0,-1 1 0 0 0,0 0 0 0 0,0-1-1 0 0,0 1 1 0 0,-1-1 0 0 0,1 1 0 0 0,-1-1 0 0 0,0 0 0 0 0,0 1-1 0 0,0-1 1 0 0,0-3 0 0 0,-1 3 9 0 0,0 1 0 0 0,1-1 0 0 0,0 1 0 0 0,0-1 1 0 0,0 0-1 0 0,0 1 0 0 0,1-1 0 0 0,0 1 0 0 0,-1-1 0 0 0,2-3 0 0 0,3-20-12 0 0,-6 19 244 0 0,-2 15-192 0 0,-3 25-193 0 0,5-22 106 0 0,-5 33-35 0 0,-1 67-1 0 0,0 7 104 0 0,-2-57-58 0 0,-3 0 0 0 0,-38 116-1 0 0,42-155 24 0 0,5-15 7 0 0,0 1 0 0 0,1 0 0 0 0,0 0 0 0 0,0 1 0 0 0,0-1-1 0 0,0 11 1 0 0,21-79-9 0 0,37-202-176 0 0,-48 221 176 0 0,17-46 0 0 0,-21 75 0 0 0,0 1 0 0 0,2 0 0 0 0,-1 1 0 0 0,2-1 0 0 0,-1 1 0 0 0,1 0 0 0 0,1 1 0 0 0,11-13 0 0 0,-18 22 0 0 0,-1 1-1 0 0,1-1 1 0 0,-1 1-1 0 0,1-1 0 0 0,-1 1 1 0 0,1-1-1 0 0,-1 1 1 0 0,1 0-1 0 0,-1-1 0 0 0,1 1 1 0 0,-1 0-1 0 0,1-1 1 0 0,0 1-1 0 0,-1 0 0 0 0,1 0 1 0 0,0-1-1 0 0,0 1 1 0 0,-1 1-1 0 0,0-1 0 0 0,0 0 0 0 0,0 0 1 0 0,1 0-1 0 0,-1 0 0 0 0,0 0 1 0 0,0 1-1 0 0,0-1 0 0 0,0 0 0 0 0,0 0 1 0 0,0 0-1 0 0,1 1 0 0 0,-1-1 1 0 0,0 0-1 0 0,0 0 0 0 0,0 0 1 0 0,0 1-1 0 0,0-1 0 0 0,0 0 0 0 0,0 0 1 0 0,0 0-1 0 0,0 1 0 0 0,0-1 1 0 0,0 0-1 0 0,0 0 0 0 0,0 1 0 0 0,0-1 1 0 0,0 0-1 0 0,0 1 0 0 0,0 1-3 0 0,-1 1-1 0 0,0 0 1 0 0,1 0-1 0 0,-1-1 0 0 0,0 1 1 0 0,-2 3-1 0 0,-10 15 3 0 0,-1-1-1 0 0,-30 31 1 0 0,40-45-1 0 0,3-6 2 0 0,-42 45-56 0 0,39-41 58 0 0,0 0-1 0 0,-1-1 0 0 0,1 0 1 0 0,-1 1-1 0 0,0-1 1 0 0,0-1-1 0 0,0 1 1 0 0,-9 2-1 0 0,13-4 0 0 0,0-1 0 0 0,0 0 0 0 0,1 0 0 0 0,-1 1 0 0 0,0-1 0 0 0,0 0 0 0 0,0 0 0 0 0,1 0 0 0 0,-1 0 0 0 0,0 0 0 0 0,0 0 0 0 0,0 0 0 0 0,1-1 0 0 0,-1 1 0 0 0,0 0 0 0 0,0 0 0 0 0,0-1 0 0 0,1 1 0 0 0,-1 0 0 0 0,0-1 0 0 0,1 1 0 0 0,-1 0 0 0 0,0-1 0 0 0,1 1 0 0 0,-1-1 0 0 0,0 1 0 0 0,0-2 0 0 0,0 1 0 0 0,1-1 0 0 0,-1 1 0 0 0,0-1 0 0 0,1 1 0 0 0,0-1 0 0 0,-1 1 0 0 0,1-1 0 0 0,0 0 0 0 0,-1 1 0 0 0,1-1 0 0 0,0 1 0 0 0,0-4 0 0 0,2-4 0 0 0,-1-1 0 0 0,1 1 0 0 0,4-13 0 0 0,-6 22 0 0 0,4-11 0 0 0,0 0 0 0 0,0 1 0 0 0,1 0 0 0 0,1 0 0 0 0,-1 0 0 0 0,2 1 0 0 0,-1 0 0 0 0,13-13 0 0 0,-6 9 0 0 0,1 0 0 0 0,1 1 0 0 0,0 0 0 0 0,20-11 0 0 0,-19 13 0 0 0,-12 6 0 0 0,1 1 0 0 0,-1 0 0 0 0,1 0 0 0 0,0 0 0 0 0,0 0 0 0 0,1 1 0 0 0,-1 0 0 0 0,0 0 0 0 0,12-2 0 0 0,-17 4 0 0 0,0 0 0 0 0,1 0 0 0 0,-1 1 0 0 0,0-1 0 0 0,0 0 0 0 0,0 0 0 0 0,1 0 0 0 0,-1 0 0 0 0,0 0 0 0 0,0 1 0 0 0,0-1 0 0 0,0 0 0 0 0,1 0 0 0 0,-1 0 0 0 0,0 1 0 0 0,0-1 0 0 0,0 0 0 0 0,0 0 0 0 0,0 0 0 0 0,0 1 0 0 0,0-1 0 0 0,0 0 0 0 0,0 0 0 0 0,1 1 0 0 0,-1-1 0 0 0,0 0 0 0 0,0 0 0 0 0,0 1 0 0 0,0-1 0 0 0,0 0 0 0 0,-1 0 0 0 0,1 1 0 0 0,0-1 0 0 0,0 0 0 0 0,0 0 0 0 0,0 1 0 0 0,0-1 0 0 0,0 0 0 0 0,0 0 0 0 0,0 0 0 0 0,0 1 0 0 0,-1-1 0 0 0,1 0 0 0 0,0 0 0 0 0,0 0 0 0 0,0 0 0 0 0,-1 1 0 0 0,-6 11 0 0 0,-11 9-10 0 0,-1 0-1 0 0,-1-2 0 0 0,-1 0 1 0 0,0-2-1 0 0,-34 22 0 0 0,43-31 11 0 0,-1 0 0 0 0,-1-1 0 0 0,0 0 0 0 0,0-1 0 0 0,0 0 0 0 0,-26 6 0 0 0,39-12 1 0 0,-1 1-1 0 0,1-1 1 0 0,0 0-1 0 0,-1 0 1 0 0,1 0-1 0 0,-1 0 0 0 0,1 0 1 0 0,0 0-1 0 0,-1-1 1 0 0,1 1-1 0 0,-3-1 1 0 0,4 1-1 0 0,-1-1 1 0 0,1 1 0 0 0,-1 0-1 0 0,1-1 1 0 0,-1 1 0 0 0,1-1-1 0 0,-1 1 1 0 0,1 0 0 0 0,0-1-1 0 0,-1 1 1 0 0,1-1 0 0 0,-1 1-1 0 0,1-1 1 0 0,0 1 0 0 0,0-1-1 0 0,-1 1 1 0 0,1-1 0 0 0,0 0-1 0 0,0 0 1 0 0,-1-1 1 0 0,1 0 0 0 0,0 0 0 0 0,0 1 1 0 0,1-1-1 0 0,-1 0 0 0 0,0 0 0 0 0,1 0 0 0 0,-1 1 0 0 0,1-1 1 0 0,-1 0-1 0 0,1 0 0 0 0,0 1 0 0 0,0-1 0 0 0,0 0 0 0 0,2-2 1 0 0,10-14-9 0 0,1 1 1 0 0,1 1 0 0 0,1 0 0 0 0,0 1 0 0 0,1 1 0 0 0,19-13 0 0 0,118-64-52 0 0,-142 84 56 0 0,-8 5 1 0 0,-2 1 0 0 0,-1 1 0 0 0,1-1 0 0 0,0 0 0 0 0,-1 0 0 0 0,1 0 0 0 0,-1 0 0 0 0,1-1 0 0 0,-1 1 0 0 0,0 0 0 0 0,2-2 0 0 0,-5 2 7 0 0,0 1-1 0 0,0 0 1 0 0,0 0-1 0 0,0 0 0 0 0,0 0 1 0 0,0 1-1 0 0,0-1 1 0 0,0 0-1 0 0,-3 2 0 0 0,-14 4-6 0 0,-1 1 0 0 0,-35 19 0 0 0,18-7 0 0 0,-77 28 76 0 0,98-42-97 0 0,0 0 0 0 0,0-1 0 0 0,0-1 0 0 0,0-1 0 0 0,-24 1 0 0 0,39-2 19 0 0,0-1 1 0 0,0 0-1 0 0,0 0 1 0 0,0 0-1 0 0,0 0 1 0 0,0 0-1 0 0,0 0 1 0 0,0-1 0 0 0,1 1-1 0 0,-1 0 1 0 0,0 0-1 0 0,0-1 1 0 0,0 1-1 0 0,0 0 1 0 0,-1-2-1 0 0,2 2 1 0 0,0 0 1 0 0,0-1-1 0 0,0 1 0 0 0,0 0 0 0 0,0 0 0 0 0,0-1 0 0 0,0 1 1 0 0,0 0-1 0 0,0-1 0 0 0,1 1 0 0 0,-1 0 0 0 0,0 0 0 0 0,0-1 0 0 0,0 1 1 0 0,0 0-1 0 0,0 0 0 0 0,1-1 0 0 0,-1 1 0 0 0,0 0 0 0 0,0 0 1 0 0,0-1-1 0 0,1 1 0 0 0,-1 0 0 0 0,0 0 0 0 0,0 0 0 0 0,1 0 0 0 0,-1-1 1 0 0,0 1-1 0 0,1 0 0 0 0,26-14-28 0 0,274-89 29 0 0,-278 95 0 0 0,-17 7 0 0 0,1-1 0 0 0,0-1 0 0 0,-1 1 0 0 0,0-1 0 0 0,1 0 0 0 0,-1-1 0 0 0,0 1 0 0 0,10-9 0 0 0,-16 11 1 0 0,1 1 0 0 0,-1 0 0 0 0,0 0 0 0 0,0 0 0 0 0,1-1 0 0 0,-1 1 0 0 0,0 0 0 0 0,0 0-1 0 0,0 0 1 0 0,1-1 0 0 0,-1 1 0 0 0,0 0 0 0 0,0 0 0 0 0,0-1 0 0 0,0 1 0 0 0,1 0 0 0 0,-1-1 0 0 0,0 1-1 0 0,0 0 1 0 0,0-1 0 0 0,0 1 0 0 0,0 0 0 0 0,0-1 0 0 0,0 1 0 0 0,0 0 0 0 0,0 0 0 0 0,0-1 0 0 0,0 1-1 0 0,0 0 1 0 0,0-1 0 0 0,0 1 0 0 0,0 0 0 0 0,0-1 0 0 0,-1 1 0 0 0,1-1 0 0 0,-12-3 70 0 0,-15 5 33 0 0,-3 5-151 0 0,1 1 0 0 0,-46 17 0 0 0,-13 4-28 0 0,63-21 75 0 0,-63 13 0 0 0,78-18 0 0 0,1-1 0 0 0,-1-1 0 0 0,0 1 0 0 0,0-2 0 0 0,0 1 0 0 0,-19-5 0 0 0,29 5 0 0 0,0 0 0 0 0,-1 0 0 0 0,1 0 0 0 0,0 0 0 0 0,-1 0 0 0 0,1 0 0 0 0,0 0 0 0 0,-1 0 0 0 0,1 0 0 0 0,0 0 0 0 0,-1 0 0 0 0,1-1 0 0 0,0 1 0 0 0,-1 0 0 0 0,1 0 0 0 0,0 0 0 0 0,-1 0 0 0 0,1-1 0 0 0,0 1 0 0 0,0 0 0 0 0,-1 0 0 0 0,1-1 0 0 0,0 1 0 0 0,0 0 0 0 0,0-1 0 0 0,0 1 0 0 0,-1 0 0 0 0,1-1 0 0 0,0 0 0 0 0,8-5 0 0 0,22-6 0 0 0,-25 10 0 0 0,45-14-12 0 0,1 2-1 0 0,1 2 0 0 0,0 3 0 0 0,71-4 0 0 0,-61 4 13 0 0,-109 16 15 0 0,-71 8 10 0 0,70-8-21 0 0,-66 1 0 0 0,61-10-4 0 0,62 1 0 0 0,-1 0 0 0 0,0-1 0 0 0,10-3 0 0 0,13-3 0 0 0,107-10-24 0 0,-74 11 4 0 0,64-16 0 0 0,-116 18 20 0 0,-22 3 0 0 0,-22 3 0 0 0,-175 35 0 0 0,99-16 0 0 0,101-19 0 0 0,4 0 0 0 0,0 0 0 0 0,0 0 0 0 0,0-1 0 0 0,0 1 0 0 0,0-1 0 0 0,0 0 0 0 0,0 0 0 0 0,0 0 0 0 0,0 0 0 0 0,0-1 0 0 0,0 1 0 0 0,-3-2 0 0 0,6 2 0 0 0,0 0 0 0 0,0-1 0 0 0,0 1 0 0 0,0-1 0 0 0,0 1 0 0 0,0 0 0 0 0,0-1 0 0 0,0 1 0 0 0,0 0 0 0 0,0-1 0 0 0,0 1 0 0 0,0 0 0 0 0,0-1 0 0 0,0 1 0 0 0,0 0 0 0 0,0-1 0 0 0,0 1 0 0 0,0 0 0 0 0,1-1 0 0 0,-1 1 0 0 0,0 0 0 0 0,0-1 0 0 0,0 1 0 0 0,0 0 0 0 0,1-1 0 0 0,-1 1 0 0 0,0 0 0 0 0,1 0 0 0 0,-1 0 0 0 0,0-1 0 0 0,0 1 0 0 0,1 0 0 0 0,-1 0 0 0 0,1-1 0 0 0,12-9 0 0 0,0 2-3 0 0,1 0 1 0 0,0 1-1 0 0,1 1 0 0 0,0 0 0 0 0,0 1 0 0 0,0 1 0 0 0,0 0 0 0 0,1 1 0 0 0,0 1 1 0 0,-1 0-1 0 0,1 1 0 0 0,24 1 0 0 0,-37 1 10 0 0,0-1-1 0 0,1 1 1 0 0,-1-1 0 0 0,0 1-1 0 0,0 0 1 0 0,1 0 0 0 0,5 3-1 0 0,-9-3-6 0 0,0-1 0 0 0,0 0 0 0 0,0 0 0 0 0,0 0 0 0 0,0 0 0 0 0,0 0 0 0 0,0 0 0 0 0,0 1 0 0 0,0-1 0 0 0,0 0 0 0 0,0 0 0 0 0,0 0 0 0 0,0 0 0 0 0,0 0 0 0 0,0 0 0 0 0,0 1 0 0 0,0-1 0 0 0,0 0 0 0 0,0 0 0 0 0,0 0 0 0 0,0 0 0 0 0,0 0 0 0 0,0 0 0 0 0,0 0 0 0 0,-1 1 0 0 0,1-1 0 0 0,0 0 0 0 0,0 0 0 0 0,0 0 0 0 0,0 0 0 0 0,0 0 0 0 0,0 0 0 0 0,0 0 0 0 0,0 0 0 0 0,0 0 0 0 0,0 0 0 0 0,-1 1 0 0 0,1-1 0 0 0,0 0 0 0 0,0 0 0 0 0,0 0 0 0 0,0 0 0 0 0,0 0 0 0 0,0 0 0 0 0,-1 0 0 0 0,1 0 0 0 0,0 0 0 0 0,0 0 0 0 0,0 0 0 0 0,-8 3 0 0 0,7-3 0 0 0,-3 2 0 0 0,0 0 0 0 0,0-1 0 0 0,0 0 0 0 0,-1 1 0 0 0,1-2 0 0 0,0 1 0 0 0,-5 0 0 0 0,-7 0 0 0 0,-116 9 0 0 0,76-7 0 0 0,9-4 0 0 0,103 3-55 0 0,27 1-34 0 0,-58-4 101 0 0,1-1 0 0 0,-1-1 0 0 0,0-1 0 0 0,47-14 0 0 0,18-19 64 0 0,-128 47-76 0 0,7-2 0 0 0,-14 5 0 0 0,-69 10 0 0 0,92-20 0 0 0,17-1 0 0 0,0-1 0 0 0,0-1 0 0 0,0 1 0 0 0,1-1 0 0 0,-1 0 0 0 0,0 0 0 0 0,-9-1 0 0 0,15-1 0 0 0,18 2 0 0 0,37 2-48 0 0,76-8 0 0 0,-126 5 52 0 0,86-6-96 0 0,-92 7 98 0 0,1 0 0 0 0,-1 0 0 0 0,1 0 0 0 0,-1 0 0 0 0,1 0 0 0 0,0 0 0 0 0,-1 0 0 0 0,1 0 0 0 0,-1 0 0 0 0,1 0 0 0 0,-1 0 0 0 0,1 1 0 0 0,-1-1 0 0 0,1 0 0 0 0,-1 0 0 0 0,1 1 0 0 0,-1-1 0 0 0,1 0 0 0 0,-1 0 0 0 0,1 1 0 0 0,-1-1 0 0 0,1 1 0 0 0,-1-1 0 0 0,1 0 0 0 0,-1 1 0 0 0,0-1 0 0 0,1 1 0 0 0,-1-1 0 0 0,0 1 0 0 0,1 0 0 0 0,-1 0-11 0 0,0 1 0 0 0,0-1 0 0 0,0 0 0 0 0,0 0 0 0 0,-1 0 0 0 0,1 0 0 0 0,0 1 0 0 0,-1-1 0 0 0,1 0 0 0 0,0 0 0 0 0,-1 0 0 0 0,0 0 0 0 0,0 2 0 0 0,-4 4-24 0 0,0 0 0 0 0,0-1 0 0 0,-7 7 0 0 0,-259 275-4396 0 0,245-256 4354 0 0,1 2 0 0 0,1 0 0 0 0,-26 52 0 0 0,-45 119-132 0 0,60-112 235 0 0,31-78-25 0 0,0 0-1 0 0,1 0 1 0 0,1 0-1 0 0,-1 23 0 0 0,4-32-6 0 0,-1 0 0 0 0,1 0 0 0 0,0-1 0 0 0,0 1 0 0 0,3 7 0 0 0,-4-13 1 0 0,0 0 0 0 0,0 0 0 0 0,0 1-1 0 0,0-1 1 0 0,1 0 0 0 0,-1 0 0 0 0,0 1 0 0 0,0-1-1 0 0,0 0 1 0 0,0 0 0 0 0,0 1 0 0 0,1-1 0 0 0,-1 0-1 0 0,0 0 1 0 0,0 0 0 0 0,0 0 0 0 0,0 1-1 0 0,1-1 1 0 0,-1 0 0 0 0,0 0 0 0 0,0 0 0 0 0,1 0-1 0 0,-1 0 1 0 0,0 0 0 0 0,0 1 0 0 0,1-1-1 0 0,-1 0 1 0 0,0 0 0 0 0,0 0 0 0 0,1 0 0 0 0,-1 0-1 0 0,0 0 1 0 0,0 0 0 0 0,1 0 0 0 0,-1 0-1 0 0,0 0 1 0 0,0 0 0 0 0,1 0 0 0 0,-1 0 0 0 0,0-1-1 0 0,0 1 1 0 0,1 0 0 0 0,-1 0 0 0 0,0 0-1 0 0,0 0 1 0 0,1 0 0 0 0,-1 0 0 0 0,0-1 0 0 0,0 1-1 0 0,0 0 1 0 0,0 0 0 0 0,1 0 0 0 0,-1-1-1 0 0,1 0 6 0 0,0 1 0 0 0,-1-1 0 0 0,1 0-1 0 0,-1 1 1 0 0,1-1 0 0 0,-1 0 0 0 0,1 0-1 0 0,-1 0 1 0 0,1 0 0 0 0,-1 1-1 0 0,1-1 1 0 0,-1 0 0 0 0,0 0 0 0 0,1-2-1 0 0,-1 3-4 0 0,0-1-1 0 0,0 0 0 0 0,0 1 1 0 0,-1-1-1 0 0,1 0 1 0 0,0 1-1 0 0,0-1 0 0 0,0 0 1 0 0,0 1-1 0 0,-1-1 0 0 0,1 0 1 0 0,0 1-1 0 0,-1-1 0 0 0,1 1 1 0 0,0-1-1 0 0,-1 0 0 0 0,1 1 1 0 0,-1-1-1 0 0,1 1 1 0 0,-1-1-1 0 0,1 1 0 0 0,-1 0 1 0 0,1-1-1 0 0,-2 0 0 0 0,1 1 2 0 0,-1-1 0 0 0,0 0 0 0 0,1 1 0 0 0,-1 0 0 0 0,0-1 0 0 0,0 1 0 0 0,1 0 0 0 0,-1 0 1 0 0,-3 0-1 0 0,-3 0 9 0 0,-1 1 0 0 0,-17 5 1 0 0,22-6-12 0 0,-13 5 7 0 0,0 0-1 0 0,1 2 0 0 0,-26 12 1 0 0,-45 32 28 0 0,60-34-32 0 0,-14 10-3 0 0,25-15 0 0 0,-27 14 0 0 0,77-57-64 0 0,5 1 82 0 0,80-59 160 0 0,-94 72-130 0 0,1 2 0 0 0,52-24 0 0 0,-176 90 172 0 0,57-28-69 0 0,-34 18 167 0 0,18-8 59 0 0,-94 38-1 0 0,147-69-358 0 0,-1-1 0 0 0,1 0 1 0 0,0 0-1 0 0,-1-1 1 0 0,-5 1-1 0 0,10-1-16 0 0,-1 0 0 0 0,1 0-1 0 0,-1 0 1 0 0,0 0 0 0 0,1 0 0 0 0,-1 0 0 0 0,1 0-1 0 0,-1 0 1 0 0,0 0 0 0 0,1-1 0 0 0,-1 1 0 0 0,1 0 0 0 0,-1 0-1 0 0,1-1 1 0 0,-1 1 0 0 0,1 0 0 0 0,-1-1 0 0 0,1 1-1 0 0,-1-1 1 0 0,1 1-1 0 0,0-1-1 0 0,-1 0 1 0 0,1 1-1 0 0,0-1 1 0 0,0 1-1 0 0,0-1 0 0 0,0 0 1 0 0,0 1-1 0 0,0-1 1 0 0,0 1-1 0 0,0-1 1 0 0,1 0-1 0 0,-1 1 1 0 0,0-1-1 0 0,0 1 0 0 0,0-1 1 0 0,1 0-1 0 0,-1 1 1 0 0,0-1-1 0 0,0 1 1 0 0,1-1-1 0 0,-1 1 1 0 0,1-1-1 0 0,11-14 13 0 0,0 1 0 0 0,1 1 0 0 0,18-16 0 0 0,-22 21-12 0 0,106-87 31 0 0,-91 78-24 0 0,1 1 0 0 0,0 2 0 0 0,30-13 0 0 0,-51 25-8 0 0,1 1 0 0 0,-1-1 0 0 0,1 1 0 0 0,-1 0 0 0 0,1 0 0 0 0,5 1 0 0 0,-10-1 0 0 0,1 1 0 0 0,0 0 0 0 0,-1 0 0 0 0,1 0 0 0 0,-1 1 0 0 0,1-1 0 0 0,-1 0 0 0 0,1 0 0 0 0,0 0 0 0 0,-1 0 0 0 0,1 0 0 0 0,-1 1 0 0 0,1-1 0 0 0,-1 0 0 0 0,1 1 0 0 0,-1-1 0 0 0,1 0 0 0 0,-1 1 0 0 0,1-1 0 0 0,-1 0 0 0 0,1 2 0 0 0,-1-1 0 0 0,1-1 0 0 0,-1 1 0 0 0,0 0 0 0 0,0 0 0 0 0,0 0 0 0 0,0 0 0 0 0,0 0 0 0 0,0 0 0 0 0,0-1 0 0 0,0 1 0 0 0,-1 0 0 0 0,1 0 0 0 0,0 0 0 0 0,0 0 0 0 0,-1-1 0 0 0,1 1 0 0 0,-1 0 0 0 0,1 0 0 0 0,-1-1 0 0 0,0 2 0 0 0,-11 15 0 0 0,0 0 0 0 0,-2-1 0 0 0,0-1 0 0 0,-19 17 0 0 0,19-19 0 0 0,-155 142 94 0 0,-1 2 18 0 0,165-153-104 0 0,0 1 0 0 0,0-1 0 0 0,1 1 1 0 0,0 0-1 0 0,0 1 0 0 0,0-1 0 0 0,0 0 0 0 0,1 1 1 0 0,0 0-1 0 0,0 0 0 0 0,-3 11 0 0 0,6-17-8 0 0,0 1 0 0 0,0-1 0 0 0,-1 1 0 0 0,1 0 0 0 0,0-1 0 0 0,0 1 0 0 0,0 0 0 0 0,0-1 0 0 0,0 1 0 0 0,0-1 0 0 0,0 1 0 0 0,0 0 0 0 0,0-1 0 0 0,0 1 0 0 0,1-1 0 0 0,-1 1 0 0 0,0 0 0 0 0,0-1 0 0 0,1 1 0 0 0,-1-1 0 0 0,0 1 0 0 0,1-1 0 0 0,-1 1 0 0 0,0-1 0 0 0,1 1 0 0 0,-1-1 0 0 0,1 1 0 0 0,-1-1 0 0 0,1 1 0 0 0,-1-1 0 0 0,1 0 0 0 0,-1 1 0 0 0,1-1 0 0 0,-1 0 0 0 0,1 1 0 0 0,-1-1 0 0 0,1 0 0 0 0,0 0 0 0 0,-1 0 0 0 0,1 0 0 0 0,-1 1 0 0 0,1-1 0 0 0,0 0 0 0 0,-1 0 0 0 0,1 0 0 0 0,0 0 0 0 0,-1 0 0 0 0,1-1 0 0 0,-1 1 0 0 0,1 0 0 0 0,0 0 0 0 0,0 0 0 0 0,4-2 0 0 0,0 1 0 0 0,0 0 0 0 0,0-1 0 0 0,9-4 0 0 0,29-18 8 0 0,0-2 0 0 0,-1-1 0 0 0,67-59 0 0 0,96-116 24 0 0,-193 192-32 0 0,-10 8 0 0 0,0 0 0 0 0,1 0 0 0 0,-1 0 0 0 0,0-1 0 0 0,0 1 0 0 0,0-1 0 0 0,0 1 0 0 0,-1-1 0 0 0,3-4 0 0 0,-4 7 0 0 0,0-1 0 0 0,0 1 0 0 0,0 0 0 0 0,0 0 0 0 0,0 0 0 0 0,0-1 0 0 0,0 1 0 0 0,0 0 0 0 0,0 0 0 0 0,0 0 0 0 0,0-1 0 0 0,0 1 0 0 0,0 0 0 0 0,0 0 0 0 0,-1 0 0 0 0,1 0 0 0 0,0-1 0 0 0,0 1 0 0 0,0 0 0 0 0,0 0 0 0 0,0 0 0 0 0,0 0 0 0 0,-1 0 0 0 0,1-1 0 0 0,0 1 0 0 0,0 0 0 0 0,0 0 0 0 0,-1 0 0 0 0,1 0 0 0 0,0 0 0 0 0,0 0 0 0 0,0 0 0 0 0,0 0 0 0 0,-1 0 0 0 0,1 0 0 0 0,0 0 0 0 0,0 0 0 0 0,0 0 0 0 0,-1 0 0 0 0,1 0 0 0 0,0 0 0 0 0,0 0 0 0 0,0 0 0 0 0,-1 0 0 0 0,1 0 0 0 0,0 0 0 0 0,0 0 0 0 0,0 0 0 0 0,-1 0 0 0 0,1 0 0 0 0,0 1 0 0 0,0-1 0 0 0,0 0 0 0 0,-13 4 0 0 0,-10 8 0 0 0,1 0 0 0 0,-29 22 0 0 0,24-15 0 0 0,-159 116 0 0 0,72-51 0 0 0,-31 25 43 0 0,103-74-30 0 0,-50 52-1 0 0,91-86-16 0 0,-1 0-1 0 0,1 1 0 0 0,0-1 0 0 0,0 1 1 0 0,0-1-1 0 0,0 1 0 0 0,0 0 1 0 0,0-1-1 0 0,0 1 0 0 0,1 0 0 0 0,-1 2 1 0 0,1-4 3 0 0,0 1 1 0 0,0-1-1 0 0,0 0 1 0 0,0 0 0 0 0,0 0-1 0 0,0 1 1 0 0,0-1-1 0 0,0 0 1 0 0,0 0 0 0 0,0 1-1 0 0,0-1 1 0 0,0 0-1 0 0,0 0 1 0 0,0 1 0 0 0,0-1-1 0 0,0 0 1 0 0,1 0-1 0 0,-1 0 1 0 0,0 1-1 0 0,0-1 1 0 0,0 0 0 0 0,0 0-1 0 0,1 0 1 0 0,-1 0-1 0 0,0 1 1 0 0,0-1 0 0 0,0 0-1 0 0,1 0 1 0 0,-1 0-1 0 0,0 0 1 0 0,14-1-44 0 0,1-4 34 0 0,0-1 1 0 0,-1-1-1 0 0,0 0 1 0 0,0-1-1 0 0,-1 0 1 0 0,15-13-1 0 0,4-1 2 0 0,459-303 8 0 0,-97 79 282 0 0,-522 315 212 0 0,-383 195-74 0 0,316-160-328 0 0,30-12-126 0 0,-55 28-20 0 0,211-115 60 0 0,-15 7 29 0 0,22-11-33 0 0,1-1 0 0 0,0 1 0 0 0,-1-1-1 0 0,1 1 1 0 0,-1-1 0 0 0,1 1 0 0 0,-1-1-1 0 0,1 0 1 0 0,-1 0 0 0 0,1 0 0 0 0,-1 0 0 0 0,-2 0-1 0 0,4 0-1 0 0,0-1 0 0 0,-1 1-1 0 0,1 0 1 0 0,0-1 0 0 0,0 1-1 0 0,0 0 1 0 0,0 0 0 0 0,-1-1-1 0 0,1 1 1 0 0,0 0 0 0 0,0-1-1 0 0,0 1 1 0 0,0 0 0 0 0,0-1-1 0 0,0 1 1 0 0,0 0 0 0 0,0-1-1 0 0,0 1 1 0 0,0 0 0 0 0,0-1-1 0 0,0 1 1 0 0,0 0 0 0 0,0-1-1 0 0,0 1 1 0 0,0 0 0 0 0,1-1-1 0 0,-1 1 1 0 0,0 0 0 0 0,0-1-1 0 0,0 1 1 0 0,0 0 0 0 0,1 0-1 0 0,-1-1 1 0 0,0 1 0 0 0,0 0-1 0 0,0 0 1 0 0,1-1 0 0 0,-1 1-1 0 0,1 0 1 0 0,11-15-41 0 0,-11 14 31 0 0,65-69-103 0 0,120-98 0 0 0,95-42 14 0 0,351-247-336 0 0,-624 452 435 0 0,-10 8 0 0 0,-14 10 0 0 0,-314 221 819 0 0,196-143-662 0 0,-118 74-168 0 0,-132 96-66 0 0,279-179 77 0 0,94-71 0 0 0,11-12 0 0 0,0 1 0 0 0,0 0 0 0 0,0 0 0 0 0,0 0 0 0 0,0 0 0 0 0,0 0 0 0 0,0 0 0 0 0,0 0 0 0 0,0 0 0 0 0,0 0 0 0 0,0 0 0 0 0,0 0 0 0 0,0 0 0 0 0,0 0 0 0 0,0 0 0 0 0,0 0 0 0 0,0 0 0 0 0,1 0 0 0 0,-1 0 0 0 0,0 0 0 0 0,0 0 0 0 0,0 0 0 0 0,0 0 0 0 0,0 0 0 0 0,0 0 0 0 0,0 0 0 0 0,0 0 0 0 0,0 1 0 0 0,0-1 0 0 0,0 0 0 0 0,0 0 0 0 0,0 0 0 0 0,0 0 0 0 0,0 0 0 0 0,0 0 0 0 0,0 0 0 0 0,0 0 0 0 0,0 0 0 0 0,0 0 0 0 0,0 0 0 0 0,0 0 0 0 0,0 0 0 0 0,0 0 0 0 0,23-14 0 0 0,133-109-52 0 0,135-95-104 0 0,58-19-443 0 0,-186 123 266 0 0,-153 107 313 0 0,1 0 0 0 0,18-7 0 0 0,-29 14 20 0 0,0 0 0 0 0,0 0 0 0 0,0 0 0 0 0,0 0 0 0 0,0 0 0 0 0,0 0 0 0 0,0 0 0 0 0,0 0 0 0 0,0 0 0 0 0,0 0 0 0 0,0 0 0 0 0,0 0 0 0 0,0 0 0 0 0,0 0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0,1 0 0 0 0,-1 0 0 0 0,0 0 0 0 0,0 0 0 0 0,0 0 0 0 0,0 0 0 0 0,0 0 0 0 0,0 0 0 0 0,-5 6 0 0 0,-8 7 0 0 0,-162 129 709 0 0,100-84-351 0 0,-183 134-304 0 0,114-87-63 0 0,129-94 9 0 0,-84 66 0 0 0,82-62 0 0 0,0 1 0 0 0,2 0 0 0 0,-21 27 0 0 0,34-41 0 0 0,1 1 0 0 0,0-1 0 0 0,-1 0 0 0 0,1 0 0 0 0,0 1 0 0 0,0-1 0 0 0,1 0 0 0 0,-1 1 0 0 0,0-1 0 0 0,1 1 0 0 0,-1-1 0 0 0,1 4 0 0 0,0-6 0 0 0,0 1 0 0 0,0-1 0 0 0,0 0 0 0 0,0 1 0 0 0,0-1 0 0 0,0 1 0 0 0,0-1 0 0 0,1 1 0 0 0,-1-1 0 0 0,0 1 0 0 0,0-1 0 0 0,0 0 0 0 0,1 1 0 0 0,-1-1 0 0 0,0 0 0 0 0,0 1 0 0 0,1-1 0 0 0,-1 0 0 0 0,0 1 0 0 0,1-1 0 0 0,-1 0 0 0 0,1 1 0 0 0,-1-1 0 0 0,0 0 0 0 0,1 1 0 0 0,1-1 0 0 0,-1 0 0 0 0,0 0 0 0 0,1 0 0 0 0,-1 0 0 0 0,0 0 0 0 0,1 0 0 0 0,-1 0 0 0 0,0 0 0 0 0,0 0 0 0 0,1 0 0 0 0,-1-1 0 0 0,0 1 0 0 0,2-1 0 0 0,21-10 0 0 0,-1 0 0 0 0,-1-1 0 0 0,31-23 0 0 0,-30 20 0 0 0,189-122 0 0 0,182-124 0 0 0,-383 253-50 0 0,0 1-1 0 0,20-10 0 0 0,-55 38-29 0 0,-105 77 162 0 0,-59 43 82 0 0,26-30-67 0 0,-88 62 0 0 0,246-170-94 0 0,-17 12 33 0 0,16-14-18 0 0,13-9-11 0 0,333-291-440 0 0,-101 96 164 0 0,-159 127 129 0 0,-96 89 212 0 0,-29 19 1 0 0,0-2 127 0 0,-158 120 228 0 0,-57 45 57 0 0,252-189-485 0 0,1-2 0 0 0,1 0 0 0 0,0 0 0 0 0,0 1 0 0 0,0 0 0 0 0,1 0 0 0 0,0 0 0 0 0,0 0 0 0 0,-4 7 0 0 0,8-12 0 0 0,0 0 0 0 0,0 0 0 0 0,0 0 0 0 0,1 0 0 0 0,-1 0 0 0 0,0 0 0 0 0,0 0 0 0 0,0 0 0 0 0,0 0 0 0 0,1 0 0 0 0,-1 0 0 0 0,0 0 0 0 0,0 0 0 0 0,0 0 0 0 0,1 0 0 0 0,-1 0 0 0 0,0 0 0 0 0,0 0 0 0 0,0 0 0 0 0,0 0 0 0 0,1 0 0 0 0,-1 0 0 0 0,0 0 0 0 0,0 0 0 0 0,0 0 0 0 0,0 0 0 0 0,1 0 0 0 0,-1 1 0 0 0,0-1 0 0 0,0 0 0 0 0,0 0 0 0 0,0 0 0 0 0,0 0 0 0 0,1 0 0 0 0,-1 1 0 0 0,0-1 0 0 0,0 0 0 0 0,0 0 0 0 0,0 0 0 0 0,0 0 0 0 0,0 1 0 0 0,0-1 0 0 0,0 0 0 0 0,0 0 0 0 0,0 0 0 0 0,0 0 0 0 0,0 1 0 0 0,0-1 0 0 0,0 0 0 0 0,0 0 0 0 0,0 0 0 0 0,0 1 0 0 0,0-1 0 0 0,0 0 0 0 0,0 0 0 0 0,0 0 0 0 0,0 0 0 0 0,0 1 0 0 0,0-1 0 0 0,0 0 0 0 0,0 0 0 0 0,0 0 0 0 0,0 0 0 0 0,-1 1 0 0 0,1-1 0 0 0,0 0 0 0 0,0 0 0 0 0,14-7 0 0 0,70-60-35 0 0,5-3-2 0 0,53-31 5 0 0,131-98-77 0 0,-256 187 69 0 0,-11 8 25 0 0,0 0 0 0 0,0-1 0 0 0,-1 1 0 0 0,1-1-1 0 0,3-6 1 0 0,-9 10 16 0 0,-5 2-2 0 0,-7 5 17 0 0,-193 135 495 0 0,109-70-366 0 0,-122 76-17 0 0,210-142-128 0 0,23-25-64 0 0,118-112 0 0 0,-122 121 11 0 0,0-1-1 0 0,-1 1 0 0 0,-1-2 0 0 0,0 1 0 0 0,0-1 1 0 0,12-27-1 0 0,-17 31 48 0 0,0 0 1 0 0,-1 0-1 0 0,0 0 1 0 0,-1 0-1 0 0,0-1 1 0 0,-1 1-1 0 0,1-1 1 0 0,-2 1-1 0 0,0-1 1 0 0,0 0-1 0 0,0 1 1 0 0,-3-14-1 0 0,2 20 7 0 0,0 0-1 0 0,0-1 0 0 0,-1 1 1 0 0,1 0-1 0 0,-1 0 0 0 0,0-1 1 0 0,1 1-1 0 0,-2 1 1 0 0,1-1-1 0 0,0 0 0 0 0,0 0 1 0 0,-1 1-1 0 0,1-1 0 0 0,-1 1 1 0 0,0 0-1 0 0,0 0 0 0 0,0 0 1 0 0,0 0-1 0 0,0 0 0 0 0,0 1 1 0 0,0 0-1 0 0,-1-1 1 0 0,1 1-1 0 0,-7-1 0 0 0,-6-1 24 0 0,0 0 0 0 0,-1 1-1 0 0,-32 1 1 0 0,40 2-10 0 0,9-2-12 0 0,0 1 1 0 0,0 0 0 0 0,-1 0 0 0 0,1 0 0 0 0,0 0-1 0 0,0 0 1 0 0,0 1 0 0 0,0-1 0 0 0,0 0 0 0 0,-1 0-1 0 0,1 0 1 0 0,0 0 0 0 0,0 0 0 0 0,0 0 0 0 0,0 0-1 0 0,0 0 1 0 0,-1 0 0 0 0,1 0 0 0 0,0 0 0 0 0,0 0-1 0 0,0 0 1 0 0,0 1 0 0 0,0-1 0 0 0,0 0 0 0 0,0 0-1 0 0,0 0 1 0 0,0 0 0 0 0,-1 0 0 0 0,1 0 0 0 0,0 1-1 0 0,0-1 1 0 0,0 0 0 0 0,0 0 0 0 0,0 0 0 0 0,0 0-1 0 0,0 0 1 0 0,0 1 0 0 0,0-1 0 0 0,0 0-1 0 0,0 0 1 0 0,0 0 0 0 0,0 0 0 0 0,0 0 0 0 0,0 1-1 0 0,0-1 1 0 0,4 10 31 0 0,9 8 18 0 0,107 118-128 0 0,-115-130 76 0 0,0 0 0 0 0,1-1 0 0 0,0 1 0 0 0,0-1 0 0 0,0-1 0 0 0,13 8 0 0 0,-19-12 0 0 0,0 0 0 0 0,0 1 0 0 0,1-1 0 0 0,-1 0 0 0 0,0 0 0 0 0,0 0 0 0 0,1 0 0 0 0,-1 1 0 0 0,0-1 0 0 0,0 0 0 0 0,1 0 0 0 0,-1 0 0 0 0,0 0 0 0 0,0 0 0 0 0,1 0 0 0 0,-1 0 0 0 0,0 0 0 0 0,1 0 0 0 0,-1 0 0 0 0,0 0 0 0 0,0 0 0 0 0,1 0 0 0 0,-1 0 0 0 0,0 0 0 0 0,0 0 0 0 0,1 0 0 0 0,-1 0 0 0 0,1-1 0 0 0,-4-5 0 0 0,-10-10 0 0 0,3 8 13 0 0,-1 0 0 0 0,0 0 0 0 0,0 1 0 0 0,-1 0 0 0 0,0 1 0 0 0,-15-6 0 0 0,-27-15 24 0 0,29 11-37 0 0,2-2 0 0 0,0-1 0 0 0,-38-40 0 0 0,44 42 0 0 0,32 31-10 0 0,2 5-47 0 0,2-1 0 0 0,34 24 0 0 0,-40-32 55 0 0,41 24-13 0 0,-47-31 24 0 0,0 1-1 0 0,0-1 1 0 0,0 0-1 0 0,1-1 1 0 0,-1 0-1 0 0,8 2 1 0 0,-14-4-9 0 0,-1 0 0 0 0,0 0 1 0 0,1 0-1 0 0,-1 0 1 0 0,1 0-1 0 0,-1 0 0 0 0,0 1 1 0 0,1-1-1 0 0,-1 0 1 0 0,1 0-1 0 0,-1 0 0 0 0,1 0 1 0 0,-1 0-1 0 0,0-1 1 0 0,1 1-1 0 0,-1 0 0 0 0,1 0 1 0 0,-1 0-1 0 0,0 0 1 0 0,1 0-1 0 0,-1 0 0 0 0,1-1 1 0 0,-1 1-1 0 0,1-1 1 0 0,-7-5 0 0 0,-15-7-2 0 0,-1 4 23 0 0,0 0-1 0 0,-33-7 1 0 0,-2-1-12 0 0,25 6 209 0 0,2-1 0 0 0,-35-19-1 0 0,52 23-141 0 0,0 0-1 0 0,0-1 0 0 0,1 0 0 0 0,0-1 0 0 0,0-1 0 0 0,-17-21 0 0 0,20 21-30 0 0,-44-58 403 0 0,53 69-449 0 0,0 0 1 0 0,0 0-1 0 0,0 0 0 0 0,0 0 1 0 0,0 0-1 0 0,0 0 0 0 0,0 0 1 0 0,0 0-1 0 0,0 0 0 0 0,0 0 1 0 0,0 0-1 0 0,0 0 0 0 0,0 0 1 0 0,0 0-1 0 0,0 0 0 0 0,0 0 1 0 0,1 0-1 0 0,-1 0 0 0 0,0 1 1 0 0,0-1-1 0 0,0 0 1 0 0,0 0-1 0 0,0 0 0 0 0,0-1 1 0 0,0 1-1 0 0,0 0 0 0 0,0 0 1 0 0,0 0-1 0 0,0 0 0 0 0,0 0 1 0 0,0 0-1 0 0,0 0 0 0 0,0 0 1 0 0,0 0-1 0 0,0 0 0 0 0,0 0 1 0 0,0 0-1 0 0,1 0 0 0 0,-1 0 1 0 0,0 0-1 0 0,0 0 0 0 0,0 0 1 0 0,0 0-1 0 0,0 0 0 0 0,0 0 1 0 0,0 0-1 0 0,0 0 0 0 0,0 0 1 0 0,0 0-1 0 0,0 0 0 0 0,9 5-1 0 0,10 9-75 0 0,104 91-151 0 0,-92-82 163 0 0,0-2 0 0 0,44 22 0 0 0,-54-32 48 0 0,25 8 0 0 0,-39-17 12 0 0,0 0 0 0 0,0 0 0 0 0,1-1 0 0 0,-1 1 0 0 0,0-1 0 0 0,0-1 0 0 0,13 0 0 0 0,-20 0 5 0 0,1 0 0 0 0,-1 0-1 0 0,1 0 1 0 0,-1 0 0 0 0,1 0 0 0 0,-1 0-1 0 0,0 0 1 0 0,1 0 0 0 0,-1 0 0 0 0,0 0-1 0 0,1 0 1 0 0,-1 0 0 0 0,1-1 0 0 0,-1 1-1 0 0,0 0 1 0 0,1 0 0 0 0,-1 0-1 0 0,0-1 1 0 0,1 1 0 0 0,-1 0 0 0 0,0 0-1 0 0,1-1 1 0 0,-1 1 0 0 0,0 0 0 0 0,0-1-1 0 0,1 1 1 0 0,-1-1 0 0 0,0 1 1 0 0,0-1 1 0 0,0 1 0 0 0,0-1-1 0 0,-1 1 1 0 0,1-1 0 0 0,0 1-1 0 0,0-1 1 0 0,-1 1 0 0 0,1 0-1 0 0,0-1 1 0 0,0 1-1 0 0,-1-1 1 0 0,1 1 0 0 0,0 0-1 0 0,-1-1 1 0 0,1 1 0 0 0,-1-1-1 0 0,-20-12 90 0 0,-3 4-60 0 0,0 0 0 0 0,-24-4 0 0 0,-30-11 16 0 0,32 4-48 0 0,1-2 0 0 0,-77-50 0 0 0,121 71 0 0 0,-2-1 0 0 0,1 1 0 0 0,-1-1 0 0 0,0 0 0 0 0,1 1 0 0 0,-1-1 0 0 0,0 1 0 0 0,0 0 0 0 0,0 0 0 0 0,0 0 0 0 0,0 1 0 0 0,0-1 0 0 0,-3 0 0 0 0,5 1-3 0 0,1 1 0 0 0,-1-1 0 0 0,1 0 0 0 0,-1 1 0 0 0,1-1 0 0 0,-1 1 0 0 0,1-1 0 0 0,0 0 0 0 0,-1 1 0 0 0,1-1 0 0 0,0 1 0 0 0,-1-1 0 0 0,1 1-1 0 0,0-1 1 0 0,0 1 0 0 0,-1-1 0 0 0,1 1 0 0 0,0-1 0 0 0,0 1 0 0 0,0-1 0 0 0,0 1 0 0 0,0 0 0 0 0,0-1 0 0 0,0 1 0 0 0,0-1 0 0 0,0 1 0 0 0,0-1 0 0 0,0 1 0 0 0,0-1 0 0 0,0 1-1 0 0,0 0 1 0 0,0-1 0 0 0,1 1 0 0 0,6 20-101 0 0,2-10 94 0 0,0 0 0 0 0,1-1 0 0 0,-1 1 0 0 0,2-2 0 0 0,0 1 0 0 0,0-2 0 0 0,16 11 0 0 0,-18-14 3 0 0,1 1 0 0 0,0-2-1 0 0,-1 1 1 0 0,1-1 0 0 0,1-1 0 0 0,-1 0-1 0 0,0 0 1 0 0,1-1 0 0 0,-1-1 0 0 0,15 1-1 0 0,-23-2 9 0 0,0 0 0 0 0,0 0 0 0 0,-1 0 0 0 0,1 0 0 0 0,0-1 0 0 0,0 1 0 0 0,0-1 0 0 0,-1 1-1 0 0,1-1 1 0 0,0 0 0 0 0,-1 0 0 0 0,1 1 0 0 0,-1-1 0 0 0,1 0 0 0 0,-1-1 0 0 0,1 1 0 0 0,-1 0 0 0 0,0 0 0 0 0,1-1-1 0 0,-1 1 1 0 0,2-3 0 0 0,-2 2 3 0 0,1-1 0 0 0,-1-1-1 0 0,1 1 1 0 0,-1 0 0 0 0,0 0-1 0 0,0 0 1 0 0,-1-1 0 0 0,1 1-1 0 0,0 0 1 0 0,-1-1 0 0 0,0-4-1 0 0,0 3 2 0 0,0 1 0 0 0,-1-1 0 0 0,0 0 0 0 0,1 1 0 0 0,-2-1 0 0 0,1 1 0 0 0,0-1-1 0 0,-4-5 1 0 0,4 8-3 0 0,0 0-1 0 0,0 0 0 0 0,0 0 0 0 0,-1-1 1 0 0,1 1-1 0 0,-1 1 0 0 0,0-1 0 0 0,1 0 1 0 0,-1 0-1 0 0,0 1 0 0 0,0-1 0 0 0,0 1 1 0 0,0-1-1 0 0,-1 1 0 0 0,-1-1 0 0 0,2 1-1 0 0,0 0 0 0 0,0 1 0 0 0,1 0 0 0 0,-1-1 0 0 0,0 1 0 0 0,0 0 0 0 0,1 0 0 0 0,-1 0 0 0 0,0 0 0 0 0,0 0 0 0 0,0 0 0 0 0,1 1 0 0 0,-5 0 0 0 0,6-1 0 0 0,-1 0 0 0 0,0 1 0 0 0,1-1 0 0 0,-1 1 0 0 0,1-1 0 0 0,-1 0 0 0 0,0 1 0 0 0,1-1 0 0 0,-1 1 0 0 0,1-1 0 0 0,-1 1 0 0 0,1 0 0 0 0,-1-1 0 0 0,1 1 0 0 0,0-1 0 0 0,-1 1 0 0 0,1 0 0 0 0,0-1 0 0 0,-1 1 0 0 0,1 0 0 0 0,0 0 0 0 0,0-1 0 0 0,0 1 0 0 0,0 0 0 0 0,-1 0 0 0 0,1-1 0 0 0,0 1 0 0 0,0 0 0 0 0,0 0 0 0 0,1-1 0 0 0,-1 1 0 0 0,0 0 0 0 0,0-1 0 0 0,0 1 0 0 0,1 1 0 0 0,0 2 0 0 0,1 0 0 0 0,0 0 0 0 0,0 0 0 0 0,0 0 0 0 0,0-1 0 0 0,1 1 0 0 0,-1-1 0 0 0,1 0 0 0 0,5 5 0 0 0,33 27 0 0 0,-19-19 0 0 0,19 20-64 0 0,-41-36 64 0 0,0 0 0 0 0,0 0 0 0 0,0 0 0 0 0,0 0 0 0 0,0 0 0 0 0,0 0 0 0 0,0 0 0 0 0,0 0 0 0 0,0 0 0 0 0,0 0 0 0 0,0 0 0 0 0,1 0 0 0 0,-1 0 0 0 0,0 0 0 0 0,0 0 0 0 0,0 0 0 0 0,0 0 0 0 0,0 0 0 0 0,0 1 0 0 0,0-1 0 0 0,0 0 0 0 0,0 0 0 0 0,0 0 0 0 0,0 0 0 0 0,0 0 0 0 0,0 0 0 0 0,0 0 0 0 0,0 0 0 0 0,0 0 0 0 0,0 0 0 0 0,0 0 0 0 0,0 0 0 0 0,0 0 0 0 0,0 0 0 0 0,0 0 0 0 0,0 0 0 0 0,0 0 0 0 0,0 1 0 0 0,-1-1 0 0 0,1 0 0 0 0,0 0 0 0 0,0 0 0 0 0,0 0 0 0 0,0 0 0 0 0,0 0 0 0 0,0 0 0 0 0,0 0 0 0 0,0 0 0 0 0,0 0 0 0 0,0 0 0 0 0,0 0 0 0 0,0 0 0 0 0,0 0 0 0 0,0 0 0 0 0,0 0 0 0 0,0 0 0 0 0,0 0 0 0 0,0 0 0 0 0,0 0 0 0 0,-1 0 0 0 0,1 0 0 0 0,-6 1 0 0 0,-5-2 0 0 0,1-2 33 0 0,0-1-1 0 0,0 1 1 0 0,0-2 0 0 0,-13-7-1 0 0,5 3 8 0 0,-7-4-37 0 0,1 0-1 0 0,-35-26 1 0 0,51 32 5 0 0,-1 0 0 0 0,1 0-1 0 0,0-1 1 0 0,1-1 0 0 0,0 1-1 0 0,0-1 1 0 0,0 0 0 0 0,2-1 0 0 0,-7-11-1 0 0,11 19-7 0 0,0 0 0 0 0,1-1 0 0 0,-1 1 0 0 0,0 0 0 0 0,1-1 0 0 0,-1 1 0 0 0,1-1 0 0 0,0 1 0 0 0,-1 0 0 0 0,2-5 0 0 0,-1 7 0 0 0,0 0 0 0 0,0-1 0 0 0,0 1 0 0 0,0-1 0 0 0,0 1 0 0 0,0 0 0 0 0,0-1 0 0 0,1 1 0 0 0,-1 0 0 0 0,0-1 0 0 0,0 1 0 0 0,1 0 0 0 0,-1-1 0 0 0,0 1 0 0 0,0 0 0 0 0,1-1 0 0 0,-1 1 0 0 0,0 0 0 0 0,1 0 0 0 0,-1-1 0 0 0,0 1 0 0 0,1 0 0 0 0,-1 0 0 0 0,1-1 0 0 0,0 1 0 0 0,0 0 0 0 0,0 0 0 0 0,0 0 0 0 0,0 0 0 0 0,0 0 0 0 0,0 1 0 0 0,0-1 0 0 0,0 0 0 0 0,0 0 0 0 0,0 1 0 0 0,0-1 0 0 0,-1 0 0 0 0,1 1 0 0 0,0-1 0 0 0,1 1 0 0 0,14 10-65 0 0,0 1-1 0 0,-1 0 0 0 0,0 1 0 0 0,22 26 0 0 0,-8-9 11 0 0,-19-20 58 0 0,4 5 17 0 0,1-1-1 0 0,0 0 0 0 0,26 17 0 0 0,-27-25-20 0 0,-14-6 1 0 0,0 0 0 0 0,0-1 0 0 0,0 1 0 0 0,0 0 0 0 0,0 0 0 0 0,0 0 0 0 0,0 0 0 0 0,0 0 0 0 0,0 0 0 0 0,0-1 0 0 0,0 1 0 0 0,0 0 0 0 0,0 0 0 0 0,0 0-1 0 0,0 0 1 0 0,0 0 0 0 0,0-1 0 0 0,0 1 0 0 0,0 0 0 0 0,0 0 0 0 0,0 0 0 0 0,0 0 0 0 0,0 0 0 0 0,0-1 0 0 0,0 1 0 0 0,0 0 0 0 0,0 0 0 0 0,0 0 0 0 0,-1 0 0 0 0,1 0 0 0 0,0 0 0 0 0,0 0 0 0 0,0-1 0 0 0,0 1 0 0 0,0 0 0 0 0,0 0 0 0 0,0 0 0 0 0,-1 0 0 0 0,1 0 0 0 0,0 0 0 0 0,0 0 0 0 0,-22-19 13 0 0,-129-65 139 0 0,19 14-67 0 0,117 60-45 0 0,-22-9 0 0 0,37 19-42 0 0,-1 0-1 0 0,1 0 1 0 0,0 0-1 0 0,0 0 1 0 0,0 0-1 0 0,0 0 1 0 0,-1 0-1 0 0,1 0 1 0 0,0 0-1 0 0,0 0 1 0 0,0-1-1 0 0,0 1 1 0 0,-1 0-1 0 0,1 0 0 0 0,0 0 1 0 0,0 0-1 0 0,0 0 1 0 0,0 0-1 0 0,-1 0 1 0 0,1 1-1 0 0,0-1 1 0 0,0 0-1 0 0,0 0 1 0 0,-1 0-1 0 0,1 0 1 0 0,0 0-1 0 0,0 0 1 0 0,0 0-1 0 0,0 0 1 0 0,0 0-1 0 0,-1 0 1 0 0,1 0-1 0 0,0 1 1 0 0,0-1-1 0 0,0 0 1 0 0,0 0-1 0 0,0 0 0 0 0,0 0 1 0 0,-1 0-1 0 0,1 1 1 0 0,0-1-1 0 0,0 0 1 0 0,0 0-1 0 0,0 0 1 0 0,0 0-1 0 0,0 1 1 0 0,0-1-1 0 0,0 0 1 0 0,0 0-1 0 0,2 14-70 0 0,8 14 56 0 0,-6-22 16 0 0,0-1-1 0 0,0 1 1 0 0,1-1-1 0 0,0 0 0 0 0,0-1 1 0 0,0 1-1 0 0,0-1 1 0 0,1 0-1 0 0,-1 0 1 0 0,1 0-1 0 0,0-1 1 0 0,12 5-1 0 0,-14-6-11 0 0,0-1 0 0 0,1 1 1 0 0,-1-1-1 0 0,0 0 0 0 0,1 0 0 0 0,-1-1 1 0 0,1 1-1 0 0,-1-1 0 0 0,1 0 1 0 0,-1 0-1 0 0,1-1 0 0 0,-1 1 0 0 0,1-1 1 0 0,-1 0-1 0 0,0 0 0 0 0,1 0 0 0 0,-1-1 1 0 0,0 1-1 0 0,0-1 0 0 0,6-4 0 0 0,-8 5 14 0 0,0-1 1 0 0,0 1-1 0 0,0-1 0 0 0,0 0 0 0 0,0 1 0 0 0,0-1 0 0 0,0 0 1 0 0,-1-1-1 0 0,1 1 0 0 0,-1 0 0 0 0,0 0 0 0 0,1 0 0 0 0,-1-1 1 0 0,0 1-1 0 0,0-1 0 0 0,-1 1 0 0 0,1-1 0 0 0,0 1 0 0 0,-1-1 1 0 0,0 1-1 0 0,1-1 0 0 0,-1 0 0 0 0,0 1 0 0 0,0-1 0 0 0,-1 0 1 0 0,1 1-1 0 0,-1-1 0 0 0,1 1 0 0 0,-1-1 0 0 0,0 1 0 0 0,1-1 1 0 0,-1 1-1 0 0,-1-1 0 0 0,1 1 0 0 0,0 0 0 0 0,-1 0 0 0 0,1 0 1 0 0,-1-1-1 0 0,1 1 0 0 0,-1 1 0 0 0,0-1 0 0 0,0 0 0 0 0,0 0 1 0 0,0 1-1 0 0,0-1 0 0 0,0 1 0 0 0,-1-1 0 0 0,1 1 0 0 0,0 0 1 0 0,-1 0-1 0 0,1 0 0 0 0,-1 0 0 0 0,1 1 0 0 0,-4-1 0 0 0,-3 0 5 0 0,1 1 0 0 0,-1 0 0 0 0,0 1-1 0 0,1 0 1 0 0,-1 0 0 0 0,1 1 0 0 0,-1 0-1 0 0,1 0 1 0 0,0 1 0 0 0,0 0 0 0 0,0 1-1 0 0,0 0 1 0 0,1 0 0 0 0,-1 0 0 0 0,-8 8-1 0 0,5-3 6 0 0,0 0-1 0 0,1 0 0 0 0,0 1 0 0 0,0 1 0 0 0,1 0 1 0 0,1 0-1 0 0,-1 1 0 0 0,-9 20 0 0 0,15-27-18 0 0,1 0-1 0 0,0 0 1 0 0,0 0-1 0 0,0 0 1 0 0,1 0-1 0 0,0 1 0 0 0,0-1 1 0 0,0 0-1 0 0,1 1 1 0 0,0-1-1 0 0,0 1 1 0 0,0-1-1 0 0,0 0 1 0 0,1 1-1 0 0,0-1 0 0 0,0 1 1 0 0,1-1-1 0 0,-1 0 1 0 0,1 0-1 0 0,0 0 1 0 0,1 0-1 0 0,-1 0 1 0 0,1 0-1 0 0,0-1 1 0 0,0 1-1 0 0,0-1 0 0 0,1 0 1 0 0,6 6-1 0 0,-3-3 9 0 0,-1-1 0 0 0,2 0 0 0 0,-1-1 0 0 0,0 1 0 0 0,1-2 0 0 0,0 1 0 0 0,0-1 0 0 0,1 0 0 0 0,-1-1 0 0 0,1 0 0 0 0,0 0 0 0 0,0-1 0 0 0,0 0 0 0 0,0 0 0 0 0,0-1 0 0 0,0 0 0 0 0,10-1 0 0 0,-17 0 1 0 0,0-1 0 0 0,1 1 0 0 0,-1 0 0 0 0,0-1-1 0 0,0 0 1 0 0,1 1 0 0 0,-1-1 0 0 0,0 0 0 0 0,0 0-1 0 0,0 0 1 0 0,0 0 0 0 0,0-1 0 0 0,0 1 0 0 0,0 0-1 0 0,-1-1 1 0 0,1 1 0 0 0,0-1 0 0 0,-1 0 0 0 0,1 0 0 0 0,-1 0-1 0 0,0 1 1 0 0,1-1 0 0 0,-1 0 0 0 0,0-1 0 0 0,0 1-1 0 0,0 0 1 0 0,-1 0 0 0 0,1 0 0 0 0,0 0 0 0 0,-1-1-1 0 0,1-2 1 0 0,-1 0 6 0 0,1 0-1 0 0,-1 0 1 0 0,0 0-1 0 0,-1 0 1 0 0,1 0-1 0 0,-1 0 1 0 0,0 0-1 0 0,0 0 1 0 0,-1 0 0 0 0,0 0-1 0 0,1 0 1 0 0,-1 1-1 0 0,-4-7 1 0 0,-9-10 9 0 0,0 2 0 0 0,-2-1 0 0 0,-23-20 0 0 0,-21-25 10 0 0,61 64-26 0 0,-1 0 0 0 0,0 0 0 0 0,0 0 0 0 0,0 0 0 0 0,1 0 0 0 0,-1 0 0 0 0,0 0 0 0 0,0 1 0 0 0,0-1 0 0 0,0 0 0 0 0,0 1 0 0 0,-2-2 0 0 0,3 2 0 0 0,-1 0 0 0 0,1 0 0 0 0,0 1 0 0 0,0-1 0 0 0,0 0 0 0 0,-1 0 0 0 0,1 0 0 0 0,0 0 0 0 0,0 0 0 0 0,0 0 0 0 0,-1 1 0 0 0,1-1 0 0 0,0 0 0 0 0,0 0 0 0 0,0 0 0 0 0,0 0 0 0 0,0 1 0 0 0,-1-1 0 0 0,1 0 0 0 0,0 0 0 0 0,0 1 0 0 0,0-1 0 0 0,0 0 0 0 0,0 0 0 0 0,0 0 0 0 0,0 1 0 0 0,0-1 0 0 0,0 0 0 0 0,0 0 0 0 0,0 1 0 0 0,0-1 0 0 0,0 0 0 0 0,0 0 0 0 0,0 0 0 0 0,0 1 0 0 0,0-1 0 0 0,6 34 0 0 0,-5-28 0 0 0,3 8-12 0 0,0-1 0 0 0,1 0 0 0 0,0 0-1 0 0,10 18 1 0 0,34 46-102 0 0,1 4 49 0 0,-18-26 33 0 0,69 95 0 0 0,-63-97 32 0 0,-49-71 44 0 0,0-1 0 0 0,-8-21-1 0 0,-6-10 18 0 0,-14-23-15 0 0,-3 3-1 0 0,-87-112 0 0 0,126 178-45 0 0,1 2 0 0 0,0-1 0 0 0,0 1 0 0 0,0 0 0 0 0,0-1 0 0 0,0 1 0 0 0,0 0 0 0 0,-1 1 0 0 0,1-1 0 0 0,-1 0 0 0 0,-4-1 0 0 0,7 3 0 0 0,0-1 0 0 0,0 1 0 0 0,0 0 0 0 0,-1 0 1 0 0,1 0-1 0 0,0 0 0 0 0,0 0 0 0 0,0 0 0 0 0,-1 0 0 0 0,1 0 0 0 0,0 0 0 0 0,0 0 0 0 0,0 0 0 0 0,-1 0 0 0 0,1 0 0 0 0,0 0 0 0 0,0 0 0 0 0,0 0 0 0 0,-1 0 0 0 0,1 0 0 0 0,0 0 0 0 0,0 0 0 0 0,0 1 0 0 0,-1-1 0 0 0,1 0 0 0 0,0 0 1 0 0,0 0-1 0 0,0 0 0 0 0,0 0 0 0 0,-1 0 0 0 0,1 1 0 0 0,0-1 0 0 0,0 0 0 0 0,0 0 0 0 0,0 0 0 0 0,0 1 0 0 0,-1 9 2 0 0,6 10-19 0 0,5 5-81 0 0,2 0 1 0 0,21 38-1 0 0,38 43 104 0 0,6 11 49 0 0,33 72-226 0 0,-109-188 176 0 0,0 1 0 0 0,-1-1 0 0 0,1 0 0 0 0,-1 0 0 0 0,1 0-1 0 0,-1 1 1 0 0,0-1 0 0 0,0 0 0 0 0,1 0 0 0 0,-1 2 0 0 0,-2-1 74 0 0,-3-6-50 0 0,-3-3 7 0 0,-51-82 25 0 0,33 46-48 0 0,-112-196 83 0 0,72 121-64 0 0,51 93-32 0 0,13 26 2 0 0,2 5-1 0 0,1 8-16 0 0,6 14-71 0 0,0 0-1 0 0,2 0 1 0 0,19 43-1 0 0,47 76 68 0 0,-67-133 12 0 0,25 48-19 0 0,56 77-1 0 0,-91-146 78 0 0,0 0 1 0 0,0 0-1 0 0,-4-9 0 0 0,-76-119 67 0 0,56 96-45 0 0,-40-79 0 0 0,158 343-3958 0 0,-71-169-254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0:09.7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344 102 1839 0 0,'8'-3'131'0'0,"1"0"-1"0"0,0 1 0 0 0,-1 0 0 0 0,1 1 0 0 0,0 0 1 0 0,0 0-1 0 0,16 2 0 0 0,10-3 254 0 0,26-2 218 0 0,132-14 1205 0 0,-176 15-1652 0 0,1 0 0 0 0,-2-1 0 0 0,20-6 0 0 0,-27 5-35 0 0,-12 2 250 0 0,-16 1 407 0 0,-257 34 1571 0 0,51-4-2375 0 0,199-26 64 0 0,14-2-37 0 0,1 0 1 0 0,-1 1-1 0 0,1 1 1 0 0,-1 0-1 0 0,-12 4 1 0 0,25-5-3 0 0,-1-1 1 0 0,0 0-1 0 0,0 0 1 0 0,0 0-1 0 0,0 0 1 0 0,0 0-1 0 0,0 0 1 0 0,0 0-1 0 0,0 0 1 0 0,0 0-1 0 0,0 0 0 0 0,0 0 1 0 0,0 0-1 0 0,0 0 1 0 0,0 0-1 0 0,0 0 1 0 0,0 0-1 0 0,0 0 1 0 0,0 0-1 0 0,0 0 1 0 0,0 0-1 0 0,0 1 0 0 0,0-1 1 0 0,0 0-1 0 0,0 0 1 0 0,0 0-1 0 0,0 0 1 0 0,0 0-1 0 0,0 0 1 0 0,0 0-1 0 0,0 0 1 0 0,0 0-1 0 0,0 0 0 0 0,0 0 1 0 0,0 0-1 0 0,0 0 1 0 0,0 0-1 0 0,0 0 1 0 0,-1 0-1 0 0,1 0 1 0 0,0 0-1 0 0,0 0 1 0 0,0 0-1 0 0,0 0 0 0 0,0 0 1 0 0,0 0-1 0 0,0 0 1 0 0,0 1-1 0 0,0-1 1 0 0,0 0-1 0 0,0 0 1 0 0,0 0-1 0 0,8 0-53 0 0,13-1-8 0 0,350-50-204 0 0,-316 47 267 0 0,-91 11 0 0 0,-37 2 26 0 0,-75 0-1 0 0,105-9-8 0 0,0-2-1 0 0,0-2 1 0 0,-48-11 0 0 0,79 13-8 0 0,-34-10 49 0 0,41 11-49 0 0,1 0 0 0 0,0-1 0 0 0,0 0 0 0 0,0 0 0 0 0,0 0 1 0 0,1 0-1 0 0,-1-1 0 0 0,-4-3 0 0 0,8 6-8 0 0,0 0 0 0 0,0-1-1 0 0,0 1 1 0 0,0 0 0 0 0,0-1 0 0 0,0 1 0 0 0,0 0 0 0 0,0 0-1 0 0,0-1 1 0 0,0 1 0 0 0,0 0 0 0 0,0 0 0 0 0,0-1 0 0 0,0 1-1 0 0,0 0 1 0 0,1-1 0 0 0,-1 1 0 0 0,0 0 0 0 0,0 0 0 0 0,0-1-1 0 0,0 1 1 0 0,1 0 0 0 0,-1 0 0 0 0,0 0 0 0 0,0-1-1 0 0,0 1 1 0 0,1 0 0 0 0,-1 0 0 0 0,0 0 0 0 0,0 0 0 0 0,1 0-1 0 0,-1-1 1 0 0,0 1 0 0 0,0 0 0 0 0,1 0 0 0 0,-1 0 0 0 0,0 0-1 0 0,0 0 1 0 0,1 0 0 0 0,-1 0 0 0 0,1 0 0 0 0,13-5 17 0 0,12 1-18 0 0,1 2 0 0 0,-1 0 1 0 0,37 3-1 0 0,-13 0-14 0 0,278-1-197 0 0,-306-1 179 0 0,-17 0 10 0 0,-14 0 12 0 0,-37-2 247 0 0,-65 7-1 0 0,-48 13 444 0 0,121-13-609 0 0,4 0 16 0 0,0-1 47 0 0,0 2 0 0 0,-48 13-1 0 0,79-17-144 0 0,0 0 1 0 0,0 0-1 0 0,0 1 0 0 0,0-1 0 0 0,0 1 0 0 0,-6 4 0 0 0,9-6 9 0 0,-1 0 0 0 0,1 1-1 0 0,0-1 1 0 0,-1 0-1 0 0,1 1 1 0 0,0-1 0 0 0,-1 1-1 0 0,1-1 1 0 0,0 0 0 0 0,0 1-1 0 0,-1-1 1 0 0,1 1-1 0 0,0-1 1 0 0,0 1 0 0 0,0-1-1 0 0,0 1 1 0 0,0-1 0 0 0,0 1-1 0 0,0-1 1 0 0,0 1-1 0 0,0 0 1 0 0,0 0 1 0 0,0-1-1 0 0,1 1 1 0 0,-1 0 0 0 0,0 0-1 0 0,1-1 1 0 0,-1 1 0 0 0,1 0 0 0 0,-1 0-1 0 0,1-1 1 0 0,0 1 0 0 0,-1-1-1 0 0,1 1 1 0 0,0-1 0 0 0,-1 1-1 0 0,1-1 1 0 0,0 1 0 0 0,0 0-1 0 0,7 3 2 0 0,0-1 0 0 0,0 1 0 0 0,0-1 0 0 0,0-1 0 0 0,17 4 0 0 0,47 3 0 0 0,-47-6 0 0 0,172 5-23 0 0,1-14-20 0 0,-26 2 21 0 0,-257 8 60 0 0,-111 19-1 0 0,2 0 208 0 0,155-20-202 0 0,16-3-5 0 0,0 2-1 0 0,0 1 0 0 0,-43 10 0 0 0,63-12-37 0 0,1 0 0 0 0,-1 0 0 0 0,0 0 0 0 0,1 1 0 0 0,-1-1 0 0 0,-4 4 0 0 0,7-4 0 0 0,0-1 0 0 0,-1 0 0 0 0,1 0 0 0 0,0 1 0 0 0,0-1 0 0 0,-1 0 0 0 0,1 1 0 0 0,0-1 0 0 0,0 1 0 0 0,0-1 0 0 0,-1 0 0 0 0,1 1 0 0 0,0-1 0 0 0,0 1 0 0 0,0-1 0 0 0,0 0 0 0 0,0 1 0 0 0,0-1 0 0 0,0 1 0 0 0,0 0 0 0 0,0 0 0 0 0,0-1 0 0 0,0 1 0 0 0,1-1 0 0 0,-1 1 0 0 0,0 0 0 0 0,1-1 0 0 0,-1 1 0 0 0,1-1 0 0 0,-1 1 0 0 0,1-1 0 0 0,-1 0 0 0 0,1 1 0 0 0,-1-1 0 0 0,1 1 0 0 0,-1-1 0 0 0,1 0 0 0 0,0 1 0 0 0,0-1 0 0 0,8 4 0 0 0,1-1 0 0 0,-1-1 0 0 0,0 0 0 0 0,1 0 0 0 0,0-1 0 0 0,12 1 0 0 0,-3-1 0 0 0,201 6 0 0 0,2-17 0 0 0,-108 4 0 0 0,79 11 0 0 0,-152-2 0 0 0,-22 0-64 0 0,-17-2 11 0 0,-12 0 10 0 0,-484 18 259 0 0,258-6-65 0 0,113-7-110 0 0,112-6-41 0 0,0 0 0 0 0,1 0 0 0 0,-1 1 0 0 0,1 0 0 0 0,0 1 0 0 0,-1 0 0 0 0,1 1 0 0 0,0 0 0 0 0,-12 6 0 0 0,22-9 0 0 0,0 0 0 0 0,-1 0 0 0 0,1 0 1 0 0,0 0-1 0 0,-1 0 0 0 0,1 0 0 0 0,0 1 0 0 0,-1-1 0 0 0,1 0 0 0 0,0 0 0 0 0,0 0 0 0 0,-1 1 0 0 0,1-1 0 0 0,0 0 0 0 0,0 0 0 0 0,0 1 0 0 0,-1-1 0 0 0,1 0 0 0 0,0 0 0 0 0,0 1 1 0 0,0-1-1 0 0,0 0 0 0 0,-1 1 0 0 0,1-1 0 0 0,0 0 0 0 0,0 1 0 0 0,0-1 0 0 0,0 0 0 0 0,0 1 0 0 0,0-1 0 0 0,0 1 0 0 0,9 6 2 0 0,16-1-20 0 0,42 1-74 0 0,105-3-1 0 0,-116-5 76 0 0,140-1 77 0 0,189 4 82 0 0,-215 4-152 0 0,-285-16 10 0 0,-338-5 386 0 0,310 12-300 0 0,68-1-34 0 0,32 1-79 0 0,0 2 0 0 0,-83 8 0 0 0,107 0-92 0 0,14-2 61 0 0,6-5 55 0 0,-1 0 1 0 0,0 1-1 0 0,0-1 1 0 0,1 0 0 0 0,-1 0-1 0 0,0 1 1 0 0,1-1 0 0 0,-1 0-1 0 0,0 0 1 0 0,1 1 0 0 0,-1-1-1 0 0,0 0 1 0 0,1 0 0 0 0,-1 0-1 0 0,1 0 1 0 0,-1 0-1 0 0,0 1 1 0 0,1-1 0 0 0,-1 0-1 0 0,1 0 1 0 0,0 0 0 0 0,16 2-18 0 0,1-1 1 0 0,0-1 0 0 0,0 0 0 0 0,26-4-1 0 0,-12 1 11 0 0,234-39 145 0 0,-186 26-142 0 0,160-12 0 0 0,-221 27 6 0 0,13 0 0 0 0,46 5 0 0 0,-260-11 0 0 0,121 6 0 0 0,-114 1 0 0 0,-228-13 0 0 0,365 9 0 0 0,-83-6 0 0 0,250 16 0 0 0,100 4 0 0 0,25 0 0 0 0,-143-7 0 0 0,-1 5 0 0 0,179 36 0 0 0,-258-34 0 0 0,-31-10 0 0 0,0 0 0 0 0,0 0 0 0 0,0 0 0 0 0,0 0 0 0 0,0 1 0 0 0,0-1 0 0 0,0 0 0 0 0,0 0 0 0 0,0 0 0 0 0,0 0 0 0 0,0 1 0 0 0,0-1 0 0 0,0 0 0 0 0,0 0 0 0 0,-1 0 0 0 0,1 0 0 0 0,0 0 0 0 0,0 0 0 0 0,0 0 0 0 0,0 1 0 0 0,0-1 0 0 0,0 0 0 0 0,-1 0 0 0 0,1 0 0 0 0,0 0 0 0 0,0 0 0 0 0,0 0 0 0 0,0 0 0 0 0,0 0 0 0 0,-1 0 0 0 0,1 0 0 0 0,0 0 0 0 0,0 0 0 0 0,0 0 0 0 0,0 0 0 0 0,-1 0 0 0 0,1 0 0 0 0,0 0 0 0 0,0 0 0 0 0,0 0 0 0 0,-1 0 0 0 0,-8 2 0 0 0,-127 0 43 0 0,36-2-22 0 0,-270 22-21 0 0,153-8 0 0 0,186-12-5 0 0,1-2-9 0 0,0 3 1 0 0,1 0-1 0 0,-53 13 0 0 0,63-7 2 0 0,19-8 12 0 0,-1-1 0 0 0,1 0 0 0 0,0 0 0 0 0,-1 0 0 0 0,1 0 0 0 0,0 1 0 0 0,0-1 0 0 0,-1 0 0 0 0,1 0 0 0 0,0 1 0 0 0,0-1 0 0 0,-1 0 0 0 0,1 1 0 0 0,0-1 0 0 0,0 0 0 0 0,0 1 0 0 0,-1-1 0 0 0,1 0 0 0 0,0 1 0 0 0,0-1 0 0 0,0 0 0 0 0,0 1 0 0 0,0-1 0 0 0,0 0 0 0 0,0 1 0 0 0,0-1 0 0 0,0 0 0 0 0,0 1 0 0 0,0-1 0 0 0,0 1 0 0 0,0-1 0 0 0,0 0 0 0 0,0 1 0 0 0,0-1 0 0 0,1 0 0 0 0,-1 1 0 0 0,0-1 0 0 0,0 0 0 0 0,0 1 0 0 0,0-1 0 0 0,1 0 0 0 0,-1 0 0 0 0,0 1 0 0 0,0-1 0 0 0,1 0 0 0 0,-1 0 0 0 0,0 1 0 0 0,0-1 0 0 0,1 0 0 0 0,-1 0 0 0 0,0 0 0 0 0,1 1 0 0 0,-1-1 0 0 0,4 2-1 0 0,1 0 0 0 0,-1 0 0 0 0,0 0 0 0 0,0-1 0 0 0,1 1 0 0 0,-1-1 0 0 0,1 0 0 0 0,6 0 0 0 0,42 1-46 0 0,-26-1 39 0 0,297 3 96 0 0,170 14-96 0 0,-476-16 8 0 0,92 13 0 0 0,-110-15 0 0 0,0 0 0 0 0,0 0 0 0 0,0 0 0 0 0,0 0 0 0 0,0 0 0 0 0,1 0 0 0 0,-1 0 0 0 0,0 0 0 0 0,0 0 0 0 0,0 0 0 0 0,0 0 0 0 0,1 0 0 0 0,-1 0 0 0 0,0 0 0 0 0,0 0 0 0 0,0 0 0 0 0,0 0 0 0 0,0 0 0 0 0,1 0 0 0 0,-1 0 0 0 0,0 1 0 0 0,0-1 0 0 0,0 0 0 0 0,0 0 0 0 0,0 0 0 0 0,0 0 0 0 0,1 0 0 0 0,-1 0 0 0 0,0 0 0 0 0,0 0 0 0 0,0 1 0 0 0,0-1 0 0 0,0 0 0 0 0,0 0 0 0 0,0 0 0 0 0,0 0 0 0 0,0 0 0 0 0,0 1 0 0 0,0-1 0 0 0,0 0 0 0 0,-7 3 0 0 0,-13 1 0 0 0,-314 13 0 0 0,283-15 0 0 0,-57 0 0 0 0,-258 17 0 0 0,358-18 0 0 0,-2-1 0 0 0,0 1 0 0 0,1 1 0 0 0,-1 0 0 0 0,1 0 0 0 0,-1 1 0 0 0,-17 8 0 0 0,27-11 0 0 0,0 0 0 0 0,-1 0 0 0 0,1 0 0 0 0,-1 1 0 0 0,1-1 0 0 0,0 0 0 0 0,-1 0 0 0 0,1 1 0 0 0,0-1 0 0 0,-1 0 0 0 0,1 0 0 0 0,0 1 0 0 0,-1-1 0 0 0,1 0 0 0 0,0 1 0 0 0,0-1 0 0 0,0 1 0 0 0,-1-1 0 0 0,1 0 0 0 0,0 1 0 0 0,0-1 0 0 0,0 1 0 0 0,0-1 0 0 0,0 0 0 0 0,-1 1 0 0 0,2 0 0 0 0,-1-1 0 0 0,0 0 0 0 0,0 1 0 0 0,1-1 0 0 0,-1 1 0 0 0,0-1 0 0 0,1 0 0 0 0,-1 1 0 0 0,0-1 0 0 0,1 0 0 0 0,-1 1 0 0 0,0-1 0 0 0,1 0 0 0 0,-1 0 0 0 0,1 1 0 0 0,-1-1 0 0 0,0 0 0 0 0,1 0 0 0 0,24 6 0 0 0,6-3 0 0 0,0-1 0 0 0,39-4 0 0 0,-29 1 0 0 0,516-12 0 0 0,-511 13 6 0 0,-9 0-26 0 0,-1-1 1 0 0,52-9-1 0 0,-77 6 70 0 0,-18 0-42 0 0,-18 1-13 0 0,-165 6 48 0 0,-48 0 32 0 0,174-4-67 0 0,-235 3-6 0 0,293-2-2 0 0,1 0 0 0 0,0 1 0 0 0,0-1 0 0 0,0 1 0 0 0,0 0 0 0 0,0 0 0 0 0,0 1 0 0 0,0 0 0 0 0,0-1 0 0 0,1 2 0 0 0,-10 4 0 0 0,14-7 0 0 0,0 0 0 0 0,0 1 0 0 0,-1-1 0 0 0,1 0 0 0 0,0 0 0 0 0,-1 1 0 0 0,1-1 0 0 0,0 0 0 0 0,0 0 0 0 0,0 1 0 0 0,-1-1 0 0 0,1 0 0 0 0,0 1 0 0 0,0-1 0 0 0,0 0 0 0 0,0 1 0 0 0,0-1 0 0 0,-1 1 0 0 0,1-1 0 0 0,0 0 0 0 0,0 1 0 0 0,0-1 0 0 0,0 0 0 0 0,0 1 0 0 0,0-1 0 0 0,0 1 0 0 0,0-1 0 0 0,0 0 0 0 0,1 1 0 0 0,-1-1 0 0 0,0 0 0 0 0,0 1 0 0 0,0-1 0 0 0,0 0 0 0 0,0 1 0 0 0,1-1 0 0 0,-1 0 0 0 0,0 1 0 0 0,0-1 0 0 0,1 0 0 0 0,-1 1 0 0 0,0-1 0 0 0,0 0 0 0 0,1 0 0 0 0,-1 1 0 0 0,0-1 0 0 0,1 0 0 0 0,-1 0 0 0 0,0 0 0 0 0,1 0 0 0 0,-1 1 0 0 0,0-1 0 0 0,1 0 0 0 0,-1 0 0 0 0,1 0 0 0 0,22 7 0 0 0,22-4 0 0 0,54-1 0 0 0,-32-2 0 0 0,-46 0 0 0 0,291 2-64 0 0,-145-1 21 0 0,-62 0 22 0 0,-343 8 21 0 0,36 0 0 0 0,178-8 0 0 0,5-2 0 0 0,-1 2 0 0 0,1 0 0 0 0,0 1 0 0 0,-1 1 0 0 0,-26 8 0 0 0,45-11 0 0 0,0 0 0 0 0,0 0 0 0 0,1 0 0 0 0,-1 1 0 0 0,0-1 0 0 0,1 0 0 0 0,-1 1 0 0 0,0-1 0 0 0,1 0 0 0 0,-1 1 0 0 0,1-1 0 0 0,-1 1 0 0 0,0-1 0 0 0,1 1 0 0 0,-1-1 0 0 0,1 1 0 0 0,-1-1 0 0 0,1 1 0 0 0,-1 1 0 0 0,1-2 0 0 0,0 1 0 0 0,0-1 0 0 0,0 1 0 0 0,0-1 0 0 0,0 0 0 0 0,1 1 0 0 0,-1-1 0 0 0,0 1 0 0 0,0-1 0 0 0,0 0 0 0 0,0 1 0 0 0,1-1 0 0 0,-1 0 0 0 0,0 1 0 0 0,1-1 0 0 0,-1 0 0 0 0,0 1 0 0 0,0-1 0 0 0,1 0 0 0 0,-1 0 0 0 0,0 1 0 0 0,1-1 0 0 0,-1 0 0 0 0,1 0 0 0 0,3 2 0 0 0,-1 0 0 0 0,1 0 0 0 0,0-1 0 0 0,0 0 0 0 0,6 2 0 0 0,34 1 0 0 0,70-1 0 0 0,-43-2 0 0 0,38 1 0 0 0,164 8 0 0 0,-251-9 0 0 0,-17-2 0 0 0,-16-2 0 0 0,-27-3 0 0 0,-1 3 0 0 0,-50 0 0 0 0,11 2 0 0 0,5-4 0 0 0,20 1 0 0 0,-75 4 0 0 0,126 0 0 0 0,0 0 0 0 0,0 0 0 0 0,-1 1 0 0 0,1-1 0 0 0,0 1 0 0 0,0 0 0 0 0,-4 1 0 0 0,6-2 0 0 0,0 0 0 0 0,0 0 0 0 0,0 0 0 0 0,0 0 0 0 0,0 0 0 0 0,0 0 0 0 0,0 0 0 0 0,0 0 0 0 0,0 0 0 0 0,0 1 0 0 0,-1-1 0 0 0,1 0 0 0 0,0 0 0 0 0,0 0 0 0 0,0 0 0 0 0,0 0 0 0 0,0 0 0 0 0,0 0 0 0 0,0 0 0 0 0,0 0 0 0 0,0 0 0 0 0,0 0 0 0 0,0 1 0 0 0,0-1 0 0 0,0 0 0 0 0,0 0 0 0 0,0 0 0 0 0,0 0 0 0 0,0 0 0 0 0,0 0 0 0 0,0 0 0 0 0,0 0 0 0 0,0 0 0 0 0,0 1 0 0 0,0-1 0 0 0,0 0 0 0 0,0 0 0 0 0,0 0 0 0 0,0 0 0 0 0,0 0 0 0 0,0 0 0 0 0,0 0 0 0 0,0 0 0 0 0,0 0 0 0 0,0 1 0 0 0,0-1 0 0 0,0 0 0 0 0,0 0 0 0 0,0 0 0 0 0,0 0 0 0 0,1 0 0 0 0,11 3 0 0 0,177 7 0 0 0,-72-6 0 0 0,-91-3 14 0 0,63 2-56 0 0,-74-3 36 0 0,0-1 0 0 0,0-1-1 0 0,26-5 1 0 0,-40 6 9 0 0,1 1-1 0 0,-1 0 1 0 0,0-1 0 0 0,0 1 0 0 0,0 0-1 0 0,0-1 1 0 0,0 1 0 0 0,1-1 0 0 0,-1 0-1 0 0,0 1 1 0 0,0-1 0 0 0,0 0 0 0 0,0 0 0 0 0,-1 0-1 0 0,1 0 1 0 0,0 0 0 0 0,0 1 0 0 0,0-1-1 0 0,-1-1 1 0 0,1 0 0 0 0,-1 2-4 0 0,1 0 1 0 0,-1-1 0 0 0,0 1 0 0 0,0 0-1 0 0,0-1 1 0 0,0 1 0 0 0,0-1-1 0 0,0 1 1 0 0,-1 0 0 0 0,1-1 0 0 0,0 1-1 0 0,0 0 1 0 0,0-1 0 0 0,0 1-1 0 0,0 0 1 0 0,0-1 0 0 0,-1 1-1 0 0,1 0 1 0 0,0-1 0 0 0,0 1 0 0 0,0 0-1 0 0,-1 0 1 0 0,1-1 0 0 0,-1 1-1 0 0,0-1 2 0 0,0 0-1 0 0,0 1 0 0 0,0-1 1 0 0,-1 0-1 0 0,1 1 0 0 0,0-1 0 0 0,0 1 1 0 0,-1 0-1 0 0,-2-1 0 0 0,-15-1 1 0 0,0 1 1 0 0,-1 0-1 0 0,1 2 0 0 0,-27 4 0 0 0,-18 0-113 0 0,15-4-225 0 0,9-1-1435 0 0,-1 2 1 0 0,-42 8 0 0 0,80-10 1357 0 0,1 1-1 0 0,-1-1 1 0 0,1 1 0 0 0,0 0 0 0 0,-1-1-1 0 0,1 1 1 0 0,0 0 0 0 0,0 0-1 0 0,0 1 1 0 0,-4 1 0 0 0,34-10-457 0 0,-21 4 944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0:15.8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819 81 455 0 0,'35'-9'674'0'0,"35"-9"1508"0"0,-69 18-2121 0 0,-1 0-1 0 0,1 0 0 0 0,0 0 0 0 0,-1-1 1 0 0,1 1-1 0 0,0 0 0 0 0,-1 0 0 0 0,1-1 0 0 0,0 1 1 0 0,-1-1-1 0 0,1 1 0 0 0,-1 0 0 0 0,1-1 1 0 0,-1 1-1 0 0,1-1 0 0 0,0 0 0 0 0,-1 0-8 0 0,0 1 0 0 0,0 0-1 0 0,-1 0 1 0 0,1-1 0 0 0,0 1-1 0 0,0 0 1 0 0,0 0 0 0 0,0 0-1 0 0,-1-1 1 0 0,1 1 0 0 0,0 0-1 0 0,0 0 1 0 0,-1 0 0 0 0,1 0-1 0 0,0-1 1 0 0,0 1 0 0 0,-1 0-1 0 0,1 0 1 0 0,0 0 0 0 0,-1 0 0 0 0,1 0-1 0 0,0 0 1 0 0,0 0 0 0 0,-1 0-1 0 0,0 0 1 0 0,-26-3 1122 0 0,-84 4-396 0 0,-198-5-418 0 0,197 0-361 0 0,-72-6-182 0 0,165 9 125 0 0,16 2 46 0 0,-1-1 0 0 0,1-1 0 0 0,-1 1 0 0 0,1 0 0 0 0,-1-1 0 0 0,1 0 0 0 0,-6-2 0 0 0,9 3 11 0 0,0 0 1 0 0,0 0-1 0 0,0 0 0 0 0,0 0 1 0 0,0 0-1 0 0,0 0 1 0 0,0 0-1 0 0,0 0 1 0 0,0 0-1 0 0,0-1 0 0 0,0 1 1 0 0,0 0-1 0 0,0 0 1 0 0,0 0-1 0 0,0 0 1 0 0,0 0-1 0 0,0 0 0 0 0,0 0 1 0 0,0 0-1 0 0,0-1 1 0 0,0 1-1 0 0,0 0 1 0 0,0 0-1 0 0,0 0 1 0 0,0 0-1 0 0,0 0 0 0 0,0 0 1 0 0,0 0-1 0 0,0 0 1 0 0,0 0-1 0 0,0 0 1 0 0,0-1-1 0 0,0 1 0 0 0,0 0 1 0 0,1 0-1 0 0,-1 0 1 0 0,0 0-1 0 0,0 0 1 0 0,0 0-1 0 0,0 0 0 0 0,0 0 1 0 0,0 0-1 0 0,0 0 1 0 0,0 0-1 0 0,0 0 1 0 0,1 0-1 0 0,-1 0 0 0 0,0 0 1 0 0,0 0-1 0 0,0 0 1 0 0,0 0-1 0 0,0 0 1 0 0,0 0-1 0 0,0 0 0 0 0,0 0 1 0 0,0 0-1 0 0,1 0 1 0 0,-1 0-1 0 0,0 0 1 0 0,0 0-1 0 0,7-2-18 0 0,352-7-455 0 0,-239 10 375 0 0,81 2 87 0 0,173-4 13 0 0,-352-2-5 0 0,-16 1 8 0 0,-17 2 12 0 0,-138-2 693 0 0,-248 9 308 0 0,144 16-978 0 0,4 22-20 0 0,221-38-41 0 0,-29 12 0 0 0,48-15 14 0 0,1 0-1 0 0,-1 0 1 0 0,1 0-1 0 0,-1 2 1 0 0,2-1-1 0 0,-1 1 1 0 0,-7 6-1 0 0,14-11 6 0 0,1-1 0 0 0,-1 1 0 0 0,0-1-1 0 0,1 1 1 0 0,-1-1 0 0 0,1 1-1 0 0,-1 0 1 0 0,1-1 0 0 0,0 1 0 0 0,-1-1-1 0 0,1 1 1 0 0,0 0 0 0 0,-1 0 0 0 0,1-1-1 0 0,0 1 1 0 0,0 0 0 0 0,-1-1 0 0 0,1 1-1 0 0,0 0 1 0 0,0 0 0 0 0,0-1-1 0 0,0 2 1 0 0,0-1 3 0 0,1-1-1 0 0,-1 1 1 0 0,1-1-1 0 0,-1 1 0 0 0,0-1 1 0 0,1 1-1 0 0,-1-1 1 0 0,1 1-1 0 0,-1-1 1 0 0,1 0-1 0 0,-1 1 0 0 0,1-1 1 0 0,-1 0-1 0 0,1 1 1 0 0,-1-1-1 0 0,1 0 1 0 0,0 0-1 0 0,-1 0 1 0 0,1 1-1 0 0,0-1 0 0 0,5 1 3 0 0,0 0-1 0 0,-1-1 1 0 0,1 1-1 0 0,7-2 0 0 0,229-25-79 0 0,-181 17 64 0 0,137-17-78 0 0,313 0-1 0 0,-257 31 29 0 0,-239-5 53 0 0,-23 1 9 0 0,-26 0 4 0 0,-36-1 11 0 0,-618 4 537 0 0,669-4-538 0 0,-26 0 7 0 0,-1 3 0 0 0,-75 12 0 0 0,117-14-22 0 0,2-1-2 0 0,0 0-1 0 0,0 1 1 0 0,0-1-1 0 0,0 1 1 0 0,0 0-1 0 0,0-1 1 0 0,1 1-1 0 0,-1 0 1 0 0,0 0-1 0 0,0 0 1 0 0,0 0-1 0 0,1 1 1 0 0,-3 1-1 0 0,4-3 6 0 0,0 0 0 0 0,0 0 0 0 0,0 0 0 0 0,0 0 0 0 0,0 1 0 0 0,0-1 0 0 0,0 0 0 0 0,0 0 0 0 0,-1 0 0 0 0,1 0 0 0 0,0 1 0 0 0,0-1 0 0 0,0 0 0 0 0,0 0 0 0 0,0 0 0 0 0,0 1 0 0 0,0-1 0 0 0,0 0 0 0 0,1 0 0 0 0,-1 0 0 0 0,0 0 0 0 0,0 1 0 0 0,0-1 0 0 0,0 0 0 0 0,0 0 0 0 0,0 0 0 0 0,0 1 0 0 0,0-1 0 0 0,0 0 0 0 0,1 0 0 0 0,-1 0 0 0 0,0 0 0 0 0,0 0 0 0 0,0 0 0 0 0,0 1 0 0 0,0-1 0 0 0,1 0 0 0 0,-1 0 0 0 0,0 0 0 0 0,0 0 0 0 0,0 0 0 0 0,0 0 0 0 0,1 0 0 0 0,-1 0 0 0 0,0 0 0 0 0,0 0 0 0 0,10 3 0 0 0,29 1-33 0 0,-1-2 0 0 0,42-3-1 0 0,0 0-2 0 0,91 5 140 0 0,121 2 321 0 0,-2-20-162 0 0,-277 12-263 0 0,-6 2 0 0 0,0 0 0 0 0,0-1 0 0 0,0-1 0 0 0,-1 1 0 0 0,13-5 0 0 0,-34 5 0 0 0,0 3 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0:16.3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1144 211 1839 0 0,'-24'-10'107'0'0,"0"2"0"0"0,-45-9-1 0 0,-51-1 501 0 0,115 18-574 0 0,-246-27 752 0 0,-128 5 398 0 0,378 22-1183 0 0,-15 0 0 0 0,-33 2 0 0 0,107-2 0 0 0,209-30 1183 0 0,-43 4-211 0 0,-77 18-774 0 0,35-4-17 0 0,-177 12-162 0 0,-2 0-10 0 0,0 0 0 0 0,0-1 0 0 0,0 1 0 0 0,0-1 1 0 0,0 1-1 0 0,0-1 0 0 0,-1 0 0 0 0,1 0 0 0 0,0 0 1 0 0,3-2-1 0 0,-6 3-7 0 0,0-1 0 0 0,0 1 1 0 0,0 0-1 0 0,0 0 1 0 0,1 0-1 0 0,-1 0 0 0 0,0-1 1 0 0,0 1-1 0 0,0 0 0 0 0,0 0 1 0 0,0 0-1 0 0,0-1 0 0 0,0 1 1 0 0,-1 0-1 0 0,1 0 1 0 0,0 0-1 0 0,0-1 0 0 0,0 1 1 0 0,0 0-1 0 0,0 0 0 0 0,0 0 1 0 0,0-1-1 0 0,0 1 0 0 0,0 0 1 0 0,0 0-1 0 0,-1 0 1 0 0,1 0-1 0 0,0 0 0 0 0,0-1 1 0 0,0 1-1 0 0,0 0 0 0 0,-1 0 1 0 0,1 0-1 0 0,0 0 0 0 0,0 0 1 0 0,0 0-1 0 0,0 0 1 0 0,-1 0-1 0 0,1 0 0 0 0,0 0 1 0 0,0-1-1 0 0,0 1 0 0 0,-1 0 1 0 0,1 0-1 0 0,0 0 0 0 0,0 0 1 0 0,0 0-1 0 0,-1 1 1 0 0,-11-5 249 0 0,-37-2 538 0 0,-55 0 0 0 0,44 4-376 0 0,-97 0 6 0 0,-157 19 0 0 0,101-2-348 0 0,165-14-72 0 0,20-1 0 0 0,0 2 0 0 0,-48 8 0 0 0,73-9 1 0 0,1 0 0 0 0,0-1-1 0 0,-1 1 1 0 0,1 1 0 0 0,0-1-1 0 0,0 0 1 0 0,0 1-1 0 0,0-1 1 0 0,-4 4 0 0 0,6-5-2 0 0,0 1 1 0 0,-1-1-1 0 0,1 0 1 0 0,0 1-1 0 0,0-1 1 0 0,-1 0 0 0 0,1 1-1 0 0,0-1 1 0 0,0 0-1 0 0,0 1 1 0 0,-1-1-1 0 0,1 1 1 0 0,0-1-1 0 0,0 0 1 0 0,0 1 0 0 0,0-1-1 0 0,0 1 1 0 0,0-1-1 0 0,0 1 1 0 0,0-1-1 0 0,0 0 1 0 0,0 1-1 0 0,0 0 1 0 0,1-1-4 0 0,-1 1 1 0 0,0-1 0 0 0,1 1-1 0 0,-1 0 1 0 0,1-1-1 0 0,-1 0 1 0 0,1 1-1 0 0,0-1 1 0 0,-1 1-1 0 0,1-1 1 0 0,0 0 0 0 0,-1 1-1 0 0,1-1 1 0 0,-1 0-1 0 0,1 0 1 0 0,0 1-1 0 0,0-1 1 0 0,-1 0-1 0 0,2 0 1 0 0,35 5-16 0 0,-1-2 1 0 0,1-1-1 0 0,39-3 1 0 0,-12-1 13 0 0,94-7 265 0 0,-27 0-3353 0 0,-97 9-218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0:18.8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399 4 4143 0 0,'-4'-1'129'0'0,"1"0"-1"0"0,-1 1 1 0 0,1-1-1 0 0,-1 0 0 0 0,1 1 1 0 0,-1 0-1 0 0,0 0 1 0 0,1 0-1 0 0,-1 0 0 0 0,-5 2 1 0 0,-5-1 141 0 0,-3-1 116 0 0,1 2 1 0 0,-1 0-1 0 0,0 0 0 0 0,1 2 0 0 0,-33 10 0 0 0,40-10-312 0 0,-1 0-1 0 0,1 1 0 0 0,0 0 0 0 0,0 0 1 0 0,0 1-1 0 0,1 0 0 0 0,0 1 0 0 0,0 0 0 0 0,1 0 1 0 0,0 1-1 0 0,-7 8 0 0 0,13-16-77 0 0,1 1 1 0 0,-1-1-1 0 0,1 1 1 0 0,-1 0-1 0 0,1-1 0 0 0,-1 1 1 0 0,1 0-1 0 0,-1 0 1 0 0,1-1-1 0 0,0 1 0 0 0,-1 0 1 0 0,1 0-1 0 0,0-1 1 0 0,0 1-1 0 0,-1 0 0 0 0,1 0 1 0 0,0 0-1 0 0,0 0 1 0 0,0 0-1 0 0,0-1 0 0 0,0 1 1 0 0,0 0-1 0 0,0 0 1 0 0,0 0-1 0 0,1 0 0 0 0,-1-1 1 0 0,0 1-1 0 0,1 1 1 0 0,0-1-5 0 0,0-1 0 0 0,0 1 0 0 0,0 0 0 0 0,0-1 0 0 0,0 0 0 0 0,0 1 0 0 0,0-1 0 0 0,0 1 0 0 0,0-1 0 0 0,0 0 1 0 0,1 0-1 0 0,-1 0 0 0 0,0 0 0 0 0,0 0 0 0 0,0 0 0 0 0,0 0 0 0 0,0 0 0 0 0,0 0 0 0 0,1 0 0 0 0,1-1 0 0 0,23-6-141 0 0,1-1-1 0 0,-1-1 0 0 0,-1-1 1 0 0,0-1-1 0 0,0-2 0 0 0,36-23 0 0 0,-60 35 151 0 0,-1 1-1 0 0,1-1 0 0 0,0 1 0 0 0,-1 0 0 0 0,1-1 0 0 0,0 1 0 0 0,-1-1 0 0 0,1 0 1 0 0,-1 1-1 0 0,1-1 0 0 0,-1 1 0 0 0,1-1 0 0 0,-1 0 0 0 0,1 1 0 0 0,-1-2 0 0 0,0 1 30 0 0,0 1-1 0 0,0 0 0 0 0,0 0 1 0 0,0 0-1 0 0,-1-1 0 0 0,1 1 1 0 0,0 0-1 0 0,0 0 0 0 0,0 0 0 0 0,-1 0 1 0 0,1-1-1 0 0,0 1 0 0 0,0 0 1 0 0,-1 0-1 0 0,1 0 0 0 0,0 0 0 0 0,0 0 1 0 0,-1 0-1 0 0,1 0 0 0 0,0 0 1 0 0,0 0-1 0 0,-1 0 0 0 0,1 0 1 0 0,0 0-1 0 0,0 0 0 0 0,-1 0 0 0 0,1 0 1 0 0,-1 0-1 0 0,-26 5 1698 0 0,-259 83-44 0 0,285-88-1681 0 0,-1 1-24 0 0,-1-1 0 0 0,1 1 1 0 0,-1 0-1 0 0,1 0 0 0 0,0 0 0 0 0,0 0 0 0 0,0 1 0 0 0,-4 1 0 0 0,6-2 19 0 0,0-1 0 0 0,0 0 0 0 0,0 0 0 0 0,1 0 0 0 0,-1 0 0 0 0,0 1 0 0 0,0-1 0 0 0,0 0 0 0 0,0 0 0 0 0,0 0 0 0 0,1 0 0 0 0,-1 0 0 0 0,0 0 0 0 0,0 0 0 0 0,0 1 0 0 0,1-1 0 0 0,-1 0 0 0 0,0 0 0 0 0,0 0 0 0 0,0 0 0 0 0,0 0 0 0 0,1 0 0 0 0,-1 0 0 0 0,0 0 0 0 0,0 0 0 0 0,0 0 0 0 0,1 0 0 0 0,-1 0 0 0 0,0 0 0 0 0,0 0 0 0 0,0 0 0 0 0,1 0 0 0 0,-1 0 0 0 0,0-1 0 0 0,0 1 0 0 0,0 0 0 0 0,1 0 0 0 0,10-1-118 0 0,11-4-71 0 0,-7 1 96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0:19.0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26 3223 0 0,'-2'-11'136'0'0,"1"7"40"0"0,0 0-176 0 0,0 0 0 0 0,1 3 0 0 0,0 0 0 0 0,-2 0 64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0:20.5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230 119 455 0 0,'-78'-32'3639'0'0,"71"31"-3505"0"0,-1-1 0 0 0,1 1 0 0 0,0 0 0 0 0,0 1-1 0 0,-1 0 1 0 0,1 0 0 0 0,0 0 0 0 0,0 1 0 0 0,-13 3 0 0 0,-19 1-72 0 0,24-4 50 0 0,4 1 161 0 0,9-2-153 0 0,3-1-49 0 0,36-10 92 0 0,14-5 908 0 0,81-14-1 0 0,-127 28-851 0 0,-10 0 111 0 0,-10 0 313 0 0,-82 16-243 0 0,84-11-400 0 0,9-2 0 0 0,14-3 0 0 0,43-4-2 0 0,-38 5-30 0 0,1-1-1 0 0,-1-1 1 0 0,21-5-1 0 0,-86 11 667 0 0,11 2-627 0 0,-58 2-36 0 0,115-9-9 0 0,-5-1 12 0 0,12 0 23 0 0,-8 2-7 0 0,0-1 0 0 0,0-1 0 0 0,0 0 0 0 0,21-7 0 0 0,-36 8 21 0 0,-2 2 5 0 0,-8-1 24 0 0,-8 3 10 0 0,-102 15 206 0 0,219-37-256 0 0,-93 19 26 0 0,-2 0 31 0 0,-1 0 0 0 0,1 0 0 0 0,0 0 0 0 0,9-3 0 0 0,-36 2 1268 0 0,-99 30-665 0 0,120-28-660 0 0,-1 0 0 0 0,1 1 0 0 0,-1-1 0 0 0,1 0 0 0 0,-1 0 0 0 0,1 0 0 0 0,-1 0 0 0 0,0 1 0 0 0,1-1 0 0 0,-1 0 0 0 0,1 0 0 0 0,-1 0 0 0 0,1 0 0 0 0,-1 0 0 0 0,1 0 0 0 0,-1-1 0 0 0,1 1 0 0 0,-1 0 0 0 0,1 0 0 0 0,-1 0 0 0 0,0 0 0 0 0,1-1 0 0 0,0 1 0 0 0,-1 0 0 0 0,1 0 0 0 0,-1-1 0 0 0,1 1 0 0 0,-1 0 0 0 0,1-1 0 0 0,-1 0 0 0 0,1 0 0 0 0,0 1 0 0 0,1-1 0 0 0,-1 0 0 0 0,0 1 0 0 0,1-1 0 0 0,-1 0 0 0 0,1 1 0 0 0,-1-1 0 0 0,1 0 0 0 0,-1 1 0 0 0,1-1 0 0 0,-1 1 0 0 0,1-1 0 0 0,0 1 0 0 0,-1-1 0 0 0,1 1 0 0 0,0 0 0 0 0,-1-1 0 0 0,1 1 0 0 0,0 0 0 0 0,1-1 0 0 0,2 0 0 0 0,0 0 0 0 0,0 0 0 0 0,0 0 0 0 0,-1 0 0 0 0,1 0 0 0 0,1 1 0 0 0,6 0 0 0 0,-6 0 0 0 0,0 0 0 0 0,-1 0 0 0 0,1 0 0 0 0,-1-1 0 0 0,7-1 0 0 0,-39 2 0 0 0,7 1-9 0 0,18-1 58 0 0,0 0 1 0 0,-1 0-1 0 0,1 0 0 0 0,0 0 0 0 0,-1 1 0 0 0,1 0 0 0 0,-6 1 0 0 0,36 11-329 0 0,-24-10 216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0:21.5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 3223 0 0,'22'3'3979'0'0,"34"4"-2630"0"0,-18-6-1172 0 0,43-3 0 0 0,-6-1-905 0 0,-66 3-2210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0:34.5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585 595 1839 0 0,'-14'-4'289'0'0,"0"1"0"0"0,-1 1 0 0 0,-15-1-1 0 0,-11-2 177 0 0,11 0 269 0 0,1-2 0 0 0,0-1 0 0 0,-37-15 0 0 0,46 14 589 0 0,1-1 0 0 0,0 0 0 0 0,-17-13 0 0 0,36 22-1313 0 0,0 1 0 0 0,0 0 0 0 0,-1 0-1 0 0,1 0 1 0 0,0 0 0 0 0,0 0 0 0 0,0-1 0 0 0,-1 1-1 0 0,1 0 1 0 0,0 0 0 0 0,0 0 0 0 0,0-1 0 0 0,0 1-1 0 0,0 0 1 0 0,-1 0 0 0 0,1 0 0 0 0,0-1 0 0 0,0 1-1 0 0,0 0 1 0 0,0 0 0 0 0,0-1 0 0 0,0 1 0 0 0,0 0-1 0 0,0 0 1 0 0,0-1 0 0 0,0 1 0 0 0,0 0 0 0 0,0 0-1 0 0,0-1 1 0 0,0 1 0 0 0,0 0 0 0 0,0 0 0 0 0,0-1-1 0 0,0 1 1 0 0,1 0 0 0 0,-1 0 0 0 0,0-1-1 0 0,0 1 1 0 0,0 0 0 0 0,0 0 0 0 0,0 0 0 0 0,1-1-1 0 0,-1 1 1 0 0,0 0 0 0 0,0 0 0 0 0,0 0 0 0 0,0 0-1 0 0,1 0 1 0 0,-1-1 0 0 0,0 1 0 0 0,0 0 0 0 0,1 0-1 0 0,-1 0 1 0 0,0 0 0 0 0,0 0 0 0 0,1 0 0 0 0,-1 0-1 0 0,0 0 1 0 0,0 0 0 0 0,1 0 0 0 0,20-6-160 0 0,-18 5 162 0 0,32-7-147 0 0,1 2 0 0 0,52-3 0 0 0,74 6 41 0 0,-153 3 88 0 0,226 11-87 0 0,61-2-17 0 0,-259-12 110 0 0,-46 4 21 0 0,0 0 0 0 0,-1 0 0 0 0,-12-1 0 0 0,1 0 13 0 0,-139 2 2 0 0,-244 14 66 0 0,353-11-102 0 0,-286 35 0 0 0,330-39 0 0 0,0 0 0 0 0,0 0 0 0 0,-1 0 0 0 0,1 1 0 0 0,0 0 0 0 0,0 1 0 0 0,0-1 0 0 0,0 2 0 0 0,-10 5 0 0 0,16-9 0 0 0,1 1-1 0 0,0-1 1 0 0,-1 0 0 0 0,1 0-1 0 0,0 0 1 0 0,-1 1-1 0 0,1-1 1 0 0,0 0-1 0 0,0 0 1 0 0,-1 1-1 0 0,1-1 1 0 0,0 0-1 0 0,0 1 1 0 0,0-1 0 0 0,-1 0-1 0 0,1 1 1 0 0,0-1-1 0 0,0 0 1 0 0,0 1-1 0 0,0-1 1 0 0,0 0-1 0 0,0 1 1 0 0,0-1-1 0 0,0 0 1 0 0,-1 1 0 0 0,1-1-1 0 0,0 1 1 0 0,1-1-1 0 0,-1 0 1 0 0,0 1-1 0 0,0-1 1 0 0,0 0-1 0 0,0 1 1 0 0,1 0-3 0 0,-1 0 1 0 0,1-1-1 0 0,0 1 0 0 0,0 0 0 0 0,-1-1 1 0 0,1 1-1 0 0,0-1 0 0 0,0 1 1 0 0,0-1-1 0 0,0 1 0 0 0,0-1 0 0 0,1 1 1 0 0,29 6-65 0 0,39-2 34 0 0,88-5-1 0 0,-88-2 26 0 0,423 1 8 0 0,-250 7 0 0 0,191-7 0 0 0,-433 1 0 0 0,22-2-29 0 0,-1 0 0 0 0,1-1-1 0 0,32-9 1 0 0,-64 14 38 0 0,0-1 1 0 0,0 1-1 0 0,-1-2 0 0 0,-10 1 0 0 0,-5-1-2 0 0,-182 10 92 0 0,-73 5 72 0 0,255-14-161 0 0,-509 43-44 0 0,462-36 53 0 0,-324 50-184 0 0,382-56 156 0 0,-22 7 4 0 0,34-8 5 0 0,0 0 0 0 0,0 0 0 0 0,-1 0 0 0 0,1 0 1 0 0,0 0-1 0 0,0 0 0 0 0,0 0 0 0 0,0 1 1 0 0,0-1-1 0 0,0 1 0 0 0,-2 3 0 0 0,4-5 0 0 0,0 0 0 0 0,0 0 0 0 0,-1 0 0 0 0,1 0 0 0 0,0 1 0 0 0,0-1 0 0 0,0 0 0 0 0,0 0 0 0 0,0 0 0 0 0,0 0 0 0 0,0 0 0 0 0,0 1 0 0 0,0-1 0 0 0,0 0 0 0 0,0 0 0 0 0,0 0 0 0 0,0 0 0 0 0,0 0 0 0 0,0 1 0 0 0,0-1 0 0 0,0 0 0 0 0,0 0 0 0 0,0 0 0 0 0,0 0 0 0 0,0 0 0 0 0,0 0 0 0 0,1 1 0 0 0,-1-1 0 0 0,0 0 0 0 0,0 0 0 0 0,0 0 0 0 0,0 0 0 0 0,0 0 0 0 0,0 0 0 0 0,0 0 0 0 0,0 1 0 0 0,1-1 0 0 0,-1 0 0 0 0,0 0 0 0 0,0 0 0 0 0,9 3 0 0 0,10 0 0 0 0,-19-3 0 0 0,207 3 0 0 0,-152-4 0 0 0,542-35-168 0 0,-346 7 224 0 0,87-6-48 0 0,-248 27-8 0 0,144-5 0 0 0,-215 15 0 0 0,-19-2 0 0 0,0 0 0 0 0,1 0 0 0 0,-1 0 0 0 0,0 0 0 0 0,0 0 0 0 0,0 0 0 0 0,0 0 0 0 0,0 0 0 0 0,0 0 0 0 0,0 1 0 0 0,0-1 0 0 0,0 0 0 0 0,0 0 0 0 0,0 0 0 0 0,0 0 0 0 0,1 0 0 0 0,-1 0 0 0 0,0 0 0 0 0,0 0 0 0 0,0 0 0 0 0,0 0 0 0 0,0 0 0 0 0,0 0 0 0 0,0 0 0 0 0,0 1 0 0 0,0-1 0 0 0,0 0 0 0 0,0 0 0 0 0,0 0 0 0 0,0 0 0 0 0,0 0 0 0 0,0 0 0 0 0,0 0 0 0 0,0 0 0 0 0,0 0 0 0 0,0 0 0 0 0,0 1 0 0 0,0-1 0 0 0,0 0 0 0 0,0 0 0 0 0,0 0 0 0 0,0 0 0 0 0,0 0 0 0 0,0 0 0 0 0,0 0 0 0 0,0 0 0 0 0,0 0 0 0 0,-1 0 0 0 0,1 0 0 0 0,0 0 0 0 0,0 1 0 0 0,0-1 0 0 0,-11 5 0 0 0,-36 8 0 0 0,-83 11 0 0 0,44-9 0 0 0,-181 30 0 0 0,-65 14 0 0 0,195-34 0 0 0,75-16 0 0 0,-117 35 0 0 0,144-29 0 0 0,35-15 0 0 0,1 0 0 0 0,-1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0 0 0 0,8 0 0 0 0,10-1 0 0 0,336-19-59 0 0,-202 16-47 0 0,61-2 219 0 0,59-2-35 0 0,-225 5-162 0 0,0 0 33 0 0,65 3-1 0 0,-112 0 53 0 0,0 0-1 0 0,0 0 1 0 0,0 0 0 0 0,-1 0-1 0 0,1 0 1 0 0,0 0 0 0 0,0 0-1 0 0,0 0 1 0 0,0 0 0 0 0,0 0-1 0 0,0 1 1 0 0,0-1 0 0 0,0 0-1 0 0,0 0 1 0 0,0 0-1 0 0,0 0 1 0 0,0 0 0 0 0,0 0-1 0 0,0 0 1 0 0,0 0 0 0 0,0 0-1 0 0,0 0 1 0 0,0 0 0 0 0,1 0-1 0 0,-1 0 1 0 0,0 0 0 0 0,0 0-1 0 0,0 1 1 0 0,0-1 0 0 0,0 0-1 0 0,0 0 1 0 0,0 0 0 0 0,0 0-1 0 0,0 0 1 0 0,0 0 0 0 0,0 0-1 0 0,0 0 1 0 0,0 0 0 0 0,0 0-1 0 0,0 0 1 0 0,0 0-1 0 0,0 0 1 0 0,0 0 0 0 0,0 0-1 0 0,1 0 1 0 0,-1 0 0 0 0,0 0-1 0 0,0 0 1 0 0,0 0 0 0 0,0 0-1 0 0,0 0 1 0 0,0 0 0 0 0,0 0-1 0 0,0 0 1 0 0,0 0 0 0 0,0 0-1 0 0,0 0 1 0 0,0 0 0 0 0,0 0-1 0 0,0 0 1 0 0,1 0 0 0 0,-1 0-1 0 0,0 0 1 0 0,0 0 0 0 0,0 0-1 0 0,0 0 1 0 0,-7 3 67 0 0,-11 2 21 0 0,-285 29-89 0 0,300-34 0 0 0,-188 11 0 0 0,-34 2 0 0 0,-212 5 0 0 0,427-19 0 0 0,13-1 0 0 0,17-3 0 0 0,339-33-111 0 0,-243 28 70 0 0,61-1-26 0 0,-70 5 31 0 0,108-19 1 0 0,-154 14 28 0 0,10-1 15 0 0,109-33 1 0 0,-177 44-7 0 0,-1 1 0 0 0,0-1 0 0 0,0 0-1 0 0,1 0 1 0 0,-1 0 0 0 0,0 0 0 0 0,0-1-1 0 0,0 1 1 0 0,0-1 0 0 0,0 1 0 0 0,-1-1 0 0 0,3-1-1 0 0,-4 2 0 0 0,0 1 1 0 0,0-1-1 0 0,1 1 0 0 0,-1-1 0 0 0,0 1 0 0 0,0 0 0 0 0,0-1 0 0 0,0 1 0 0 0,0-1 0 0 0,0 1 0 0 0,1-1 1 0 0,-1 1-1 0 0,0-1 0 0 0,0 1 0 0 0,-1-1 0 0 0,1 1 0 0 0,0-1 0 0 0,0 1 0 0 0,0-1 0 0 0,0 1 1 0 0,0-1-1 0 0,0 1 0 0 0,-1-1 0 0 0,0 0 2 0 0,0-1 0 0 0,0 1 0 0 0,0 0 0 0 0,0 0 1 0 0,0 0-1 0 0,0 0 0 0 0,-1 0 0 0 0,1 0 0 0 0,0 0 0 0 0,-3-1 0 0 0,-16-7 30 0 0,-1 1-1 0 0,-1 0 0 0 0,1 2 0 0 0,-1 1 1 0 0,-24-4-1 0 0,35 7-30 0 0,-356-46-2 0 0,-49-11 0 0 0,413 58 0 0 0,0 0 0 0 0,0 0 0 0 0,0 0 0 0 0,0 0 0 0 0,0 0 0 0 0,-2-2 0 0 0,4 3 0 0 0,1-1 0 0 0,0 1 0 0 0,0 0 0 0 0,-1 0 0 0 0,1 0 0 0 0,0-1 0 0 0,0 1 0 0 0,0 0 0 0 0,-1 0 0 0 0,1 0 0 0 0,0-1 0 0 0,0 1 0 0 0,0 0 0 0 0,-1 0 0 0 0,1-1 0 0 0,0 1 0 0 0,0 0 0 0 0,0-1 0 0 0,0 1 0 0 0,0 0 0 0 0,0 0 0 0 0,0-1 0 0 0,0 1 0 0 0,0 0 0 0 0,0-1 0 0 0,0 1 0 0 0,0-1 0 0 0,0 1 0 0 0,1-1 0 0 0,-1 0 0 0 0,1 1 0 0 0,-1-1 0 0 0,1 1 0 0 0,-1-1 0 0 0,1 1 0 0 0,-1-1 0 0 0,1 1 0 0 0,0-1 0 0 0,-1 1 0 0 0,1 0 0 0 0,0-1 0 0 0,0 1 0 0 0,-1 0 0 0 0,2-1 0 0 0,23-7-11 0 0,-1 2 1 0 0,1 0-1 0 0,35-3 0 0 0,-23 4-6 0 0,323-43 68 0 0,-208 29-56 0 0,-44 6-10 0 0,191-28 20 0 0,70-16-5 0 0,-296 46-26 0 0,0-3-1 0 0,75-24 0 0 0,-147 38 28 0 0,0-1 0 0 0,0 1 0 0 0,0 0 0 0 0,0 0 0 0 0,0 0 0 0 0,-1-1 0 0 0,1 1 0 0 0,0-1 0 0 0,0 1 0 0 0,0 0 0 0 0,-1-1 0 0 0,1 1 0 0 0,0-1-1 0 0,-1 0 1 0 0,1 1 0 0 0,0-1 0 0 0,-1 1 0 0 0,1-1 0 0 0,0-1 0 0 0,-1 1 0 0 0,0 1 1 0 0,-1 0-1 0 0,1-1 0 0 0,0 1 1 0 0,0-1-1 0 0,-1 1 0 0 0,1 0 1 0 0,0-1-1 0 0,-1 1 0 0 0,1-1 1 0 0,-1 1-1 0 0,1 0 0 0 0,0 0 1 0 0,-1-1-1 0 0,1 1 0 0 0,-1 0 1 0 0,1 0-1 0 0,-1-1 0 0 0,1 1 1 0 0,-1 0-1 0 0,1 0 0 0 0,-1 0 1 0 0,0 0-1 0 0,-38-7 12 0 0,-24 3-13 0 0,-85 8 0 0 0,29-1 0 0 0,-287 0 0 0 0,349-5 0 0 0,-70-10 0 0 0,126 12 0 0 0,0 0 0 0 0,1 0 0 0 0,-1 0 0 0 0,0 0 0 0 0,0-1 0 0 0,1 1 0 0 0,-1 0 0 0 0,0 0 0 0 0,1 0 0 0 0,-1-1 0 0 0,1 1 0 0 0,-1 0 0 0 0,0-1 0 0 0,1 1 0 0 0,-1-1 0 0 0,0 0 0 0 0,1 1 0 0 0,0 0 0 0 0,0 0 0 0 0,0-1 0 0 0,0 1 0 0 0,0 0 0 0 0,0 0 0 0 0,0 0 0 0 0,1-1 0 0 0,-1 1 0 0 0,0 0 0 0 0,0 0 0 0 0,0-1 0 0 0,0 1 0 0 0,0 0 0 0 0,0 0 0 0 0,1 0 0 0 0,-1-1 0 0 0,0 1 0 0 0,0 0 0 0 0,0 0 0 0 0,0 0 0 0 0,1 0 0 0 0,-1 0 0 0 0,0-1 0 0 0,0 1 0 0 0,1 0 0 0 0,-1 0 0 0 0,0 0 0 0 0,25-10 0 0 0,-23 10 0 0 0,60-17 0 0 0,78-10 0 0 0,-95 19 0 0 0,91-16 0 0 0,559-88 0 0 0,-687 111 0 0 0,137-11 0 0 0,-298 21 0 0 0,70-3 0 0 0,-264 29 0 0 0,53-4 0 0 0,271-33 0 0 0,23 2 0 0 0,-1 0 0 0 0,1 0 0 0 0,0 0 0 0 0,0 0 0 0 0,0 0 0 0 0,0 0 0 0 0,0 0 0 0 0,-1 0 0 0 0,1 0 0 0 0,0 0 0 0 0,0 0 0 0 0,0 0 0 0 0,0 0 0 0 0,0 0 0 0 0,0 0 0 0 0,-1-1 0 0 0,1 1 0 0 0,0 0 0 0 0,0 0 0 0 0,0 0 0 0 0,0 0 0 0 0,0 0 0 0 0,0 0 0 0 0,0 0 0 0 0,0-1 0 0 0,-1 1 0 0 0,1 0 0 0 0,0 0 0 0 0,0 0 0 0 0,0 0 0 0 0,0 0 0 0 0,0-1 0 0 0,0 1 0 0 0,0 0 0 0 0,0 0 0 0 0,0 0 0 0 0,0 0 0 0 0,0-1 0 0 0,0 1 0 0 0,11-7 0 0 0,4 0 0 0 0,2 1 0 0 0,-1 1 0 0 0,21-4 0 0 0,55-6 0 0 0,-66 11 0 0 0,107-13-36 0 0,1 6 0 0 0,1 6 0 0 0,136 12 0 0 0,-270-7 36 0 0,93 9 0 0 0,-77-6 0 0 0,0 0 0 0 0,0 1 0 0 0,24 10 0 0 0,-38-13 0 0 0,0 0 0 0 0,1 1 0 0 0,-1 0 0 0 0,0 0 0 0 0,0 0 0 0 0,0 0 0 0 0,4 4 0 0 0,-7-5 0 0 0,1-1 0 0 0,0 1 0 0 0,-1 0 0 0 0,1-1 0 0 0,-1 1 0 0 0,0 0 0 0 0,1-1 0 0 0,-1 1 0 0 0,1 0 0 0 0,-1 0 0 0 0,0 0 0 0 0,0 0 0 0 0,0-1 0 0 0,1 1 0 0 0,-1 0 0 0 0,0 0 0 0 0,0 0 0 0 0,0 0 0 0 0,0 0 0 0 0,0-1 0 0 0,0 1 0 0 0,-1 0 0 0 0,1 0 0 0 0,0 0 0 0 0,0 0 0 0 0,-1-1 0 0 0,1 1 0 0 0,0 0 0 0 0,-1 0 0 0 0,1 0 0 0 0,-1-1 0 0 0,1 1 0 0 0,-1 0 0 0 0,1-1 0 0 0,-1 1 0 0 0,1 0 0 0 0,-2 0 0 0 0,-3 3 2 0 0,0 1-1 0 0,0-1 1 0 0,-1 0-1 0 0,1 0 1 0 0,-1-1 0 0 0,0 0-1 0 0,-11 5 1 0 0,-47 13 34 0 0,47-17-21 0 0,-503 120 107 0 0,417-102-116 0 0,-16 2-6 0 0,-108 25 0 0 0,168-33 0 0 0,-100 41 0 0 0,157-57 0 0 0,-31 17 0 0 0,32-16 0 0 0,-1 0 0 0 0,1 0 0 0 0,-1 0 0 0 0,1 0 0 0 0,-1 1 0 0 0,1-1 0 0 0,0 0 0 0 0,0 0 0 0 0,0 1 0 0 0,0-1 0 0 0,0 1 0 0 0,0-1 0 0 0,0 1 0 0 0,0-1 0 0 0,0 1 0 0 0,1 0 0 0 0,-1 2 0 0 0,1-3 0 0 0,0 0 1 0 0,0 0-1 0 0,0 0 0 0 0,0 0 0 0 0,1 0 0 0 0,-1 0 0 0 0,0 0 0 0 0,1 0 1 0 0,-1-1-1 0 0,1 1 0 0 0,-1 0 0 0 0,1 0 0 0 0,-1 0 0 0 0,1 0 0 0 0,0 0 1 0 0,-1-1-1 0 0,1 1 0 0 0,0 0 0 0 0,0-1 0 0 0,-1 1 0 0 0,1 0 0 0 0,0-1 0 0 0,0 1 1 0 0,0-1-1 0 0,0 1 0 0 0,0-1 0 0 0,0 0 0 0 0,1 1 0 0 0,32 8-16 0 0,-32-9 12 0 0,44 7-31 0 0,1-2 0 0 0,57-1 0 0 0,97-11-65 0 0,-168 5 97 0 0,361-27 3 0 0,350-10 0 0 0,-678 38 0 0 0,53 1 0 0 0,-93 1 0 0 0,0 2 0 0 0,38 7 0 0 0,-61-9-3 0 0,-1 0-1 0 0,1 0 1 0 0,0 0-1 0 0,-1 0 1 0 0,1 0-1 0 0,-1 0 0 0 0,1 0 1 0 0,2 3-1 0 0,-4-4 3 0 0,-1 1 0 0 0,0-1 1 0 0,0 0-1 0 0,1 1 0 0 0,-1-1 0 0 0,0 0 0 0 0,0 1 0 0 0,1-1 0 0 0,-1 0 0 0 0,0 1 0 0 0,0-1 0 0 0,0 0 0 0 0,0 1 0 0 0,0-1 1 0 0,1 1-1 0 0,-1-1 0 0 0,0 0 0 0 0,0 1 0 0 0,0-1 0 0 0,0 1 0 0 0,0-1 0 0 0,0 0 0 0 0,0 2 0 0 0,-1-2 1 0 0,1 1-1 0 0,-1 0 0 0 0,1 0 1 0 0,-1 0-1 0 0,1 0 0 0 0,-1-1 1 0 0,0 1-1 0 0,0 0 0 0 0,1 0 1 0 0,-1-1-1 0 0,0 1 0 0 0,0-1 1 0 0,1 1-1 0 0,-3 0 0 0 0,-6 4 1 0 0,0 0-1 0 0,0-1 1 0 0,-1 0-1 0 0,-17 4 1 0 0,-44 6 5 0 0,46-9 3 0 0,-583 78 123 0 0,-5-33-17 0 0,574-48-114 0 0,5 0 0 0 0,1 0 0 0 0,0 3 0 0 0,-48 11 0 0 0,68-9 0 0 0,12-7 0 0 0,1 0 0 0 0,0 0 0 0 0,0 0 0 0 0,0 1 0 0 0,0-1 0 0 0,0 0 0 0 0,0 0 0 0 0,0 0 0 0 0,0 0 0 0 0,0 0 0 0 0,0 1 0 0 0,0-1 0 0 0,0 0 0 0 0,0 0 0 0 0,0 0 0 0 0,0 0 0 0 0,0 0 0 0 0,0 1 0 0 0,0-1 0 0 0,0 0 0 0 0,0 0 0 0 0,1 0 0 0 0,-1 0 0 0 0,0 0 0 0 0,0 1 0 0 0,0-1 0 0 0,0 0 0 0 0,0 0 0 0 0,0 0 0 0 0,0 0 0 0 0,0 0 0 0 0,0 0 0 0 0,1 0 0 0 0,-1 0 0 0 0,0 0 0 0 0,0 1 0 0 0,0-1 0 0 0,0 0 0 0 0,0 0 0 0 0,0 0 0 0 0,1 0 0 0 0,-1 0 0 0 0,0 0 0 0 0,4 1 0 0 0,-1 0 0 0 0,1 0 0 0 0,0 0 0 0 0,0-1 0 0 0,3 1 0 0 0,175-4-33 0 0,-114 0 2 0 0,101-4 31 0 0,244-8 88 0 0,324 18-102 0 0,-247 36 18 0 0,-477-37-5 0 0,2-1-28 0 0,0 0 0 0 0,-1 2 0 0 0,1 0-1 0 0,-1 1 1 0 0,0 0 0 0 0,24 11-1 0 0,-38-15 30 0 0,1 0 0 0 0,-1 0 0 0 0,1 0 0 0 0,-1 0 0 0 0,0 1 0 0 0,1-1 0 0 0,-1 0 0 0 0,0 0 0 0 0,1 1 0 0 0,-1-1 0 0 0,1 0 0 0 0,-1 1 0 0 0,0-1 0 0 0,0 0 0 0 0,1 1 0 0 0,-1-1 0 0 0,0 1 0 0 0,0-1 0 0 0,1 0 0 0 0,-1 1 0 0 0,0-1 0 0 0,0 1 0 0 0,0-1 0 0 0,0 1 0 0 0,1 0 0 0 0,-2-1 0 0 0,1 1 0 0 0,0-1 0 0 0,0 1 0 0 0,-1-1 0 0 0,1 1 0 0 0,0-1 0 0 0,-1 1 0 0 0,1-1 0 0 0,0 0 0 0 0,-1 1 0 0 0,1-1 0 0 0,-1 0 0 0 0,1 1 0 0 0,-1-1 0 0 0,1 0 0 0 0,-1 1 0 0 0,1-1 0 0 0,-1 0 0 0 0,-26 8 0 0 0,-95 4 96 0 0,56-8-40 0 0,-326 20-39 0 0,135-11-18 0 0,64-3 1 0 0,-118 9 0 0 0,218-13 0 0 0,-57 8 0 0 0,135-10 0 0 0,12-1 0 0 0,9 1 0 0 0,19 0-39 0 0,0 0 0 0 0,0-2-1 0 0,45-1 1 0 0,-43-2 28 0 0,177-8 11 0 0,-9 0 0 0 0,67-1 0 0 0,31 1 0 0 0,-101 5 15 0 0,53 0 24 0 0,-184 8 59 0 0,-149-4-34 0 0,-108 1-64 0 0,-31-1 0 0 0,61-4 0 0 0,-274-14 0 0 0,353 13 0 0 0,-35-3 0 0 0,122 8 0 0 0,0 0 0 0 0,-1 0 0 0 0,1 0 0 0 0,0 0 0 0 0,-1 0 0 0 0,1 0 0 0 0,0 0 0 0 0,-1 0 0 0 0,1 0 0 0 0,0 0 0 0 0,-1 0 0 0 0,1 0 0 0 0,0 0 0 0 0,-1 0 0 0 0,1-1 0 0 0,0 1 0 0 0,0 0 0 0 0,-1 0 0 0 0,1 0 0 0 0,0 0 0 0 0,-1-1 0 0 0,1 1 0 0 0,0 0 0 0 0,0 0 0 0 0,0-1 0 0 0,-1 1 0 0 0,1 0 0 0 0,0 0 0 0 0,0-1 0 0 0,-1 1 0 0 0,9-7 0 0 0,21-5 0 0 0,-27 12 0 0 0,43-15 0 0 0,91-16 0 0 0,51 6 0 0 0,-105 15 0 0 0,645-88-201 0 0,-604 78 264 0 0,128-15 75 0 0,-586 54-10 0 0,-182-1 0 0 0,244-32-216 0 0,269 13 91 0 0,2 1 3 0 0,0 0-1 0 0,0 0 1 0 0,0 0-1 0 0,0-1 1 0 0,0 1 0 0 0,-1-1-1 0 0,1 1 1 0 0,0-1-1 0 0,0 0 1 0 0,-3-2-1 0 0,6 2-5 0 0,1 1 0 0 0,-1-1 0 0 0,0 0 0 0 0,1 0 0 0 0,-1 1 0 0 0,1-1 0 0 0,0 1 0 0 0,2-1 0 0 0,256-33-242 0 0,-212 30 218 0 0,413-26 17 0 0,3 19 16 0 0,55-3-1 0 0,-492 13-8 0 0,-7-1 0 0 0,0 2 0 0 0,0 0 0 0 0,21 3 0 0 0,-81 5-53 0 0,-1291 51 288 0 0,1298-57-278 0 0,16 0 6 0 0,-24-2-1 0 0,37-2 38 0 0,8-1 0 0 0,12-2 0 0 0,49-11 0 0 0,118-12 0 0 0,-130 22 0 0 0,940-60-104 0 0,-571 70 181 0 0,-2 30-174 0 0,-401-32 73 0 0,-3-1 2 0 0,0 2 1 0 0,0-1-1 0 0,0 2 1 0 0,26 9-1 0 0,-41-13 22 0 0,0 1 0 0 0,0-1 0 0 0,0 0 0 0 0,-1 1 0 0 0,1-1 0 0 0,0 1 0 0 0,-1-1 0 0 0,1 1 0 0 0,0-1 0 0 0,-1 1 0 0 0,1-1 0 0 0,-1 1 0 0 0,1 0 0 0 0,0-1 0 0 0,-1 1 0 0 0,1 1 0 0 0,-1-2 0 0 0,0 1 0 0 0,0-1 0 0 0,0 1 0 0 0,0-1 0 0 0,0 0 0 0 0,0 1 0 0 0,0-1 0 0 0,0 1 0 0 0,0-1 0 0 0,0 1 0 0 0,0-1 0 0 0,0 0 0 0 0,0 1 0 0 0,-1-1 0 0 0,1 1 0 0 0,0-1 0 0 0,0 0 0 0 0,0 1 0 0 0,-1-1 0 0 0,1 0 0 0 0,0 1 0 0 0,-1 0 0 0 0,-1 0 0 0 0,-1 1 0 0 0,1 0 0 0 0,0 0 0 0 0,-1-1 0 0 0,1 1 0 0 0,-1-1 0 0 0,0 0 0 0 0,-3 1 0 0 0,-37 10 62 0 0,-1-2 0 0 0,-73 8 0 0 0,53-10-32 0 0,-362 42-30 0 0,187-25 0 0 0,-61 21 0 0 0,296-46 0 0 0,-1 1 0 0 0,0 0 0 0 0,1 0 0 0 0,0 0 0 0 0,-1 1 0 0 0,1 0 0 0 0,0-1 0 0 0,-6 4 0 0 0,10-4 0 0 0,0-1 0 0 0,-1 0 0 0 0,1 0 0 0 0,0 0 0 0 0,0 0 0 0 0,0 0 0 0 0,0 0 0 0 0,-1 1 0 0 0,1-1 0 0 0,0 0 0 0 0,0 0 0 0 0,0 0 0 0 0,0 0 0 0 0,0 1 0 0 0,0-1 0 0 0,-1 0 0 0 0,1 0 0 0 0,0 0 0 0 0,0 1 0 0 0,0-1 0 0 0,0 0 0 0 0,0 0 0 0 0,0 1 0 0 0,0-1 0 0 0,0 0 0 0 0,0 0 0 0 0,0 0 0 0 0,0 1 0 0 0,0-1 0 0 0,0 0 0 0 0,0 0 0 0 0,0 0 0 0 0,0 1 0 0 0,0-1 0 0 0,0 0 0 0 0,1 0 0 0 0,-1 0 0 0 0,0 1 0 0 0,0-1 0 0 0,0 0 0 0 0,0 0 0 0 0,0 0 0 0 0,0 0 0 0 0,1 1 0 0 0,-1-1 0 0 0,0 0 0 0 0,0 0 0 0 0,0 0 0 0 0,0 0 0 0 0,1 0 0 0 0,-1 1 0 0 0,0-1 0 0 0,0 0 0 0 0,0 0 0 0 0,1 0 0 0 0,-1 0 0 0 0,0 0 0 0 0,0 0 0 0 0,0 0 0 0 0,1 0 0 0 0,-1 0 0 0 0,0 0 0 0 0,1 0 0 0 0,16 4 0 0 0,31 0 0 0 0,1-2 0 0 0,88-8 0 0 0,-66 2 0 0 0,426-13 0 0 0,-220 10-130 0 0,-66 3 44 0 0,-161 2 107 0 0,1-1 71 0 0,88 8-1 0 0,-135-5-82 0 0,-1 0-24 0 0,-1 1 0 0 0,1-1 0 0 0,0 0 0 0 0,-1 1 0 0 0,1 0 1 0 0,0-1-1 0 0,-1 1 0 0 0,1 0 0 0 0,3 3 0 0 0,-6-4 14 0 0,0 0 0 0 0,0 0 0 0 0,0 0 0 0 0,0 1 0 0 0,0-1-1 0 0,0 0 1 0 0,0 0 0 0 0,0 1 0 0 0,0-1 0 0 0,0 0 0 0 0,0 0 0 0 0,0 0-1 0 0,0 1 1 0 0,0-1 0 0 0,0 0 0 0 0,0 0 0 0 0,0 0 0 0 0,-1 1 0 0 0,1-1-1 0 0,0 0 1 0 0,0 0 0 0 0,0 0 0 0 0,0 0 0 0 0,-1 1 0 0 0,1-1 0 0 0,0 0-1 0 0,0 0 1 0 0,0 0 0 0 0,0 0 0 0 0,-1 0 0 0 0,1 0 0 0 0,0 0 0 0 0,0 1-1 0 0,0-1 1 0 0,-1 0 0 0 0,1 0 0 0 0,0 0 0 0 0,0 0 0 0 0,-1 0 0 0 0,1 0-1 0 0,0 0 1 0 0,-11 4-15 0 0,-21 3 61 0 0,0-2-1 0 0,-35 2 0 0 0,12-2-9 0 0,-426 34-35 0 0,181-19 0 0 0,265-17 0 0 0,11-2 0 0 0,1 1 0 0 0,-1 1 0 0 0,-37 10 0 0 0,60-13 0 0 0,1 0 0 0 0,-1 0 0 0 0,0 0 0 0 0,0 1 0 0 0,0-1 0 0 0,1 0 0 0 0,-1 1 0 0 0,0-1 0 0 0,0 1 0 0 0,1-1 0 0 0,-1 1 0 0 0,0-1 0 0 0,1 1 0 0 0,-1-1 0 0 0,1 1 0 0 0,-1-1 0 0 0,0 1 0 0 0,0 1 0 0 0,1-2 0 0 0,0 0 0 0 0,1 1 0 0 0,-1-1 0 0 0,0 0 0 0 0,0 1 0 0 0,0-1 0 0 0,0 0 0 0 0,0 1 0 0 0,0-1 0 0 0,1 0 0 0 0,-1 1 0 0 0,0-1 0 0 0,0 0 0 0 0,1 1 0 0 0,-1-1 0 0 0,0 0 0 0 0,0 0 0 0 0,1 1 0 0 0,-1-1 0 0 0,0 0 0 0 0,1 0 0 0 0,-1 1 0 0 0,0-1 0 0 0,1 0 0 0 0,-1 0 0 0 0,1 0 0 0 0,4 2 0 0 0,-1 0 0 0 0,1-1 0 0 0,0 1 0 0 0,7 0 0 0 0,37 3 0 0 0,66-1 0 0 0,49-12 0 0 0,2 1 0 0 0,-31 7 0 0 0,45 0 0 0 0,-154-1 0 0 0,16-1 0 0 0,-1 2 0 0 0,84 10 0 0 0,-124-10 0 0 0,0 0 0 0 0,0 1 0 0 0,0-1 0 0 0,0 0 0 0 0,0 0 0 0 0,0 1 0 0 0,0-1 0 0 0,0 0 0 0 0,0 1 0 0 0,0-1 0 0 0,0 1 0 0 0,1 1 0 0 0,-2-2 0 0 0,0 0 0 0 0,0 0 0 0 0,0 1 0 0 0,0-1 0 0 0,0 0 0 0 0,-1 0 0 0 0,1 0 0 0 0,0 1 0 0 0,0-1 0 0 0,0 0 0 0 0,0 0 0 0 0,0 0 0 0 0,-1 1 0 0 0,1-1 0 0 0,0 0 0 0 0,0 0 0 0 0,0 0 0 0 0,-1 0 0 0 0,1 1 0 0 0,0-1 0 0 0,0 0 0 0 0,-1 0 0 0 0,1 0 0 0 0,0 0 0 0 0,0 0 0 0 0,-1 0 0 0 0,1 0 0 0 0,0 0 0 0 0,0 0 0 0 0,-1 0 0 0 0,-28 6 0 0 0,-111 11 0 0 0,-160 14 0 0 0,246-29 0 0 0,-156 15 0 0 0,201-15 0 0 0,17 0 0 0 0,17-2 0 0 0,165-7 0 0 0,269-47 0 0 0,-419 47 0 0 0,116-28 0 0 0,-155 35 3 0 0,0 0 1 0 0,0-1-1 0 0,0 1 0 0 0,0 0 0 0 0,0-1 0 0 0,0 1 0 0 0,0-1 0 0 0,0 1 0 0 0,-1-1 0 0 0,1 1 0 0 0,0-1 1 0 0,0 1-1 0 0,0-1 0 0 0,0-1 0 0 0,-1 2 0 0 0,0 0 0 0 0,0 0 0 0 0,0-1 0 0 0,0 1 0 0 0,0 0 1 0 0,0 0-1 0 0,0 0 0 0 0,0-1 0 0 0,0 1 0 0 0,-1 0 0 0 0,1 0 0 0 0,0-1 0 0 0,0 1 0 0 0,0 0 1 0 0,0 0-1 0 0,0 0 0 0 0,-1-1 0 0 0,1 1 0 0 0,0 0 0 0 0,0 0 0 0 0,0 0 0 0 0,0 0 0 0 0,-1-1 1 0 0,1 1-1 0 0,0 0 0 0 0,0 0 0 0 0,-1 0 0 0 0,1 0 0 0 0,0 0 0 0 0,0 0 0 0 0,-1 0 1 0 0,1 0-1 0 0,-30-7 151 0 0,29 6-154 0 0,-263-25 119 0 0,33 5-22 0 0,215 19-97 0 0,1 0 0 0 0,0 0 0 0 0,0-1 0 0 0,0-1 0 0 0,-17-6 0 0 0,32 10 0 0 0,0 0 0 0 0,0 0 0 0 0,-1 0 0 0 0,1 0 0 0 0,0 0 0 0 0,0 0 0 0 0,0 0 0 0 0,0 0 0 0 0,0 0 0 0 0,0-1 0 0 0,-1 1 0 0 0,1 0 0 0 0,0 0 0 0 0,0 0 0 0 0,0 0 0 0 0,0 0 0 0 0,0 0 0 0 0,0 0 0 0 0,-1 0 0 0 0,1 0 0 0 0,0-1 0 0 0,0 1 0 0 0,0 0 0 0 0,0 0 0 0 0,0 0 0 0 0,0 0 0 0 0,0 0 0 0 0,0 0 0 0 0,0-1 0 0 0,0 1 0 0 0,0 0 0 0 0,0 0 0 0 0,0 0 0 0 0,0 0 0 0 0,0 0 0 0 0,0-1 0 0 0,0 1 0 0 0,0 0 0 0 0,0 0 0 0 0,0 0 0 0 0,0 0 0 0 0,0 0 0 0 0,0-1 0 0 0,7-3 0 0 0,16-1 0 0 0,-20 5 0 0 0,222-39 0 0 0,191-43 0 0 0,-292 53 0 0 0,-114 25 0 0 0,-16 0 0 0 0,-19 0 0 0 0,23 4 0 0 0,-79-7 92 0 0,-151 9-1 0 0,5 0 22 0 0,216-2-111 0 0,18 1 0 0 0,18 2-20 0 0,293-15-140 0 0,-166 3 114 0 0,118-13 44 0 0,174-1 0 0 0,-426 24 0 0 0,-9 0 0 0 0,0-1 0 0 0,0 0 0 0 0,14-2 0 0 0,-33 3 0 0 0,0 0 0 0 0,0-1 0 0 0,-12-2 0 0 0,-8 1 0 0 0,-347-3 0 0 0,368 4 0 0 0,0 0 0 0 0,1 1 0 0 0,-18 2 0 0 0,24-1 0 0 0,7 1 0 0 0,7 0 0 0 0,151 6 0 0 0,-74-7 0 0 0,-69-1 0 0 0,270 18-13 0 0,-277-18 0 0 0,-3 0-2 0 0,0 0 0 0 0,0 0 1 0 0,0 1-1 0 0,0 0 0 0 0,0 1 1 0 0,-1 0-1 0 0,10 5 0 0 0,-18-8 15 0 0,-1 0 0 0 0,1 0-1 0 0,-1 0 1 0 0,0 0 0 0 0,1 0-1 0 0,-1 1 1 0 0,0-1 0 0 0,1 0-1 0 0,-1 0 1 0 0,0 0 0 0 0,1 1-1 0 0,-1-1 1 0 0,0 0 0 0 0,1 1-1 0 0,-1-1 1 0 0,0 0 0 0 0,0 1 0 0 0,1-1-1 0 0,-1 0 1 0 0,0 1 0 0 0,0-1-1 0 0,0 0 1 0 0,0 1 0 0 0,1-1-1 0 0,-1 1 1 0 0,0-1 0 0 0,0 0-1 0 0,0 1 1 0 0,0-1 0 0 0,0 1-1 0 0,-1 0 0 0 0,1-1 0 0 0,-1 1-1 0 0,1-1 1 0 0,-1 1-1 0 0,1-1 1 0 0,-1 1 0 0 0,1-1-1 0 0,-1 1 1 0 0,0-1 0 0 0,1 0-1 0 0,-1 1 1 0 0,0-1-1 0 0,1 0 1 0 0,-1 0 0 0 0,-1 0-1 0 0,-27 5-30 0 0,-74-4 121 0 0,72-2-42 0 0,-1 1 0 0 0,1 2 1 0 0,-31 5-1 0 0,61-5-13 0 0,5 0 15 0 0,4 1 14 0 0,16 2-86 0 0,0-1-1 0 0,1-1 0 0 0,-1-1 1 0 0,33-2-1 0 0,10 1-10 0 0,-54-1 34 0 0,-10 0 0 0 0,0 0 0 0 0,0 0 0 0 0,0 0 0 0 0,0 0 0 0 0,0 0 0 0 0,3 2 0 0 0,-29 11 0 0 0,-60 10 49 0 0,60-17-29 0 0,0 0 0 0 0,1 1 0 0 0,-24 12-1 0 0,45-19-20 0 0,-1 1-1 0 0,0 0 1 0 0,1 0-1 0 0,-1 0 1 0 0,1 0 0 0 0,-1 0-1 0 0,1 0 1 0 0,0 0-1 0 0,-1 0 1 0 0,1 1-1 0 0,0-1 1 0 0,0 0-1 0 0,0 1 1 0 0,0-1-1 0 0,0 1 1 0 0,0 0 0 0 0,0-1-1 0 0,1 1 1 0 0,-1 0-1 0 0,0-1 1 0 0,0 4-1 0 0,1-4 1 0 0,1 0 0 0 0,-1 1 0 0 0,0-1 0 0 0,0 0 0 0 0,1 1-1 0 0,-1-1 1 0 0,1 0 0 0 0,-1 1 0 0 0,1-1 0 0 0,-1 0 0 0 0,1 0 0 0 0,0 0-1 0 0,0 0 1 0 0,-1 0 0 0 0,1 1 0 0 0,0-1 0 0 0,0-1 0 0 0,0 1 0 0 0,0 0-1 0 0,0 0 1 0 0,1 0 0 0 0,-1 0 0 0 0,0-1 0 0 0,0 1 0 0 0,0-1 0 0 0,1 1-1 0 0,2 0 1 0 0,3 1 4 0 0,0 0 0 0 0,1 0 0 0 0,-1-1 0 0 0,1 0-1 0 0,-1-1 1 0 0,1 1 0 0 0,10-2 0 0 0,-2 1-36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0:38.9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58 85 3223 0 0,'0'-1'10'0'0,"0"0"0"0"0,1 0-1 0 0,-1 1 1 0 0,0-1-1 0 0,1 0 1 0 0,-1 0 0 0 0,1 1-1 0 0,-1-1 1 0 0,1 0-1 0 0,-1 1 1 0 0,1-1 0 0 0,-1 0-1 0 0,1 1 1 0 0,0-1-1 0 0,-1 1 1 0 0,1-1-1 0 0,0 1 1 0 0,-1-1 0 0 0,1 1-1 0 0,1-1 1 0 0,19-8 74 0 0,-18 8-82 0 0,20-7 103 0 0,1 1 0 0 0,-1 1 0 0 0,32-3 0 0 0,75-2 574 0 0,-70 6-515 0 0,391-8 496 0 0,-285 11-735 0 0,-160 2 80 0 0,178 1-75 0 0,-139 1 67 0 0,0 3 0 0 0,46 10 0 0 0,-89-15 8 0 0,13 4 3 0 0,-14-4-8 0 0,-1 0 0 0 0,1 1 0 0 0,-1-1 0 0 0,1 0-1 0 0,-1 0 1 0 0,1 0 0 0 0,-1 1 0 0 0,1-1 0 0 0,-1 0 0 0 0,1 0 0 0 0,-1 1 0 0 0,0-1 0 0 0,1 0-1 0 0,-1 1 1 0 0,0-1 0 0 0,1 1 0 0 0,-1-1 0 0 0,0 0 0 0 0,1 1 0 0 0,-1-1 0 0 0,0 1 0 0 0,0-1 0 0 0,1 1-1 0 0,-1 0 1 0 0,-1-1 0 0 0,1 1 0 0 0,0-1 0 0 0,-1 1 0 0 0,1-1 0 0 0,0 1 0 0 0,-1-1 0 0 0,1 1 0 0 0,0-1 0 0 0,-1 1 0 0 0,1-1 0 0 0,-1 0 0 0 0,1 1 0 0 0,-1-1 0 0 0,1 0 0 0 0,-1 1 0 0 0,1-1 0 0 0,-1 0 0 0 0,-1 1 0 0 0,-13 5 0 0 0,12-5 0 0 0,-13 3 0 0 0,1 0 0 0 0,-1-1 0 0 0,-20 1 0 0 0,-14 4 0 0 0,-54 13 0 0 0,-217 36 0 0 0,155-36 0 0 0,-102 8 0 0 0,227-27 0 0 0,-94 8 0 0 0,112-5 0 0 0,22-3 0 0 0,5-1 0 0 0,5 2 0 0 0,18-2 0 0 0,1-2 0 0 0,0-1 0 0 0,32-7 0 0 0,-1 1 0 0 0,141-9 12 0 0,248 11 0 0 0,-432 6-12 0 0,-11 0 0 0 0,0-1 0 0 0,0 1 0 0 0,-1 1 0 0 0,1-1 0 0 0,7 2 0 0 0,-29 4 0 0 0,-55 6 115 0 0,-82 1-1 0 0,-73-8 281 0 0,52-3-251 0 0,127-1-145 0 0,-37 3-10 0 0,-169-16-1 0 0,252 12 12 0 0,-7-1 0 0 0,0 0 0 0 0,0-1 0 0 0,0 0 0 0 0,1 0 0 0 0,-1-1 0 0 0,0 0 0 0 0,-11-6 0 0 0,20 9 0 0 0,0-1 0 0 0,0 1 0 0 0,-1 0 0 0 0,1 0 0 0 0,0 0 0 0 0,0 0 0 0 0,0 0 0 0 0,0 0 0 0 0,0 0 0 0 0,0-1 0 0 0,-1 1 0 0 0,1 0 0 0 0,0 0 0 0 0,0 0 0 0 0,0 0 0 0 0,0 0 0 0 0,0-1 0 0 0,0 1 0 0 0,0 0 0 0 0,0 0 0 0 0,0 0 0 0 0,0 0 0 0 0,0 0 0 0 0,0-1 0 0 0,0 1 0 0 0,0 0 0 0 0,0 0 0 0 0,0 0 0 0 0,0 0 0 0 0,0-1 0 0 0,0 1 0 0 0,0 0 0 0 0,0 0 0 0 0,0 0 0 0 0,0 0 0 0 0,0-1 0 0 0,0 1 0 0 0,7-5 0 0 0,13-3 0 0 0,-17 7 0 0 0,58-20 24 0 0,1 3 0 0 0,0 3 0 0 0,102-12 0 0 0,-65 18 24 0 0,161 7 0 0 0,-167 6-58 0 0,-89-3-22 0 0,-5 0 13 0 0,-10 3 13 0 0,-17 1 63 0 0,-493 94 447 0 0,516-98-498 0 0,-42 7-64 0 0,-52 17 0 0 0,99-25 58 0 0,0 0 0 0 0,-1 0 0 0 0,1 0 0 0 0,0 0 0 0 0,0 0 0 0 0,-1 0 0 0 0,1 0 0 0 0,0 0 0 0 0,0 0 0 0 0,-1 0 0 0 0,1 0 0 0 0,0 1 0 0 0,0-1 0 0 0,0 0 0 0 0,-1 0 0 0 0,1 0 0 0 0,0 0 0 0 0,0 0 0 0 0,-1 0 0 0 0,1 1 0 0 0,0-1 0 0 0,0 0 0 0 0,0 0 0 0 0,0 0 0 0 0,-1 0 0 0 0,1 1 0 0 0,0-1 0 0 0,0 0 0 0 0,0 0 0 0 0,0 1 0 0 0,0-1 0 0 0,0 0 0 0 0,0 0 0 0 0,0 1 0 0 0,8 1 0 0 0,17-2 0 0 0,92-4-37 0 0,163-4-81 0 0,0 17 132 0 0,-152-6-78 0 0,-104-3 61 0 0,-24 0 5 0 0,-4 2 3 0 0,-15 4 14 0 0,-27 4 46 0 0,-302 30 780 0 0,280-36-845 0 0,-295 12 0 0 0,285-14 0 0 0,144-7-69 0 0,-38 1 56 0 0,355-33-158 0 0,37 24 254 0 0,-344 13-41 0 0,-66 0-35 0 0,76 3-48 0 0,-146 10 41 0 0,-34 3 6 0 0,-126 16 116 0 0,-222 24-112 0 0,420-52-14 0 0,-6 1-21 0 0,-55 3 1 0 0,222-21-2 0 0,-99 8 41 0 0,86-8-47 0 0,144 3 0 0 0,24 1 96 0 0,-416 28 636 0 0,-62 8-328 0 0,-177 8-382 0 0,263-24-47 0 0,-29 4-4 0 0,111-9 57 0 0,15-4 2 0 0,11-3 0 0 0,52-9-26 0 0,104-4-1 0 0,-76 9-50 0 0,21 2 78 0 0,-1 4 1 0 0,144 20-1 0 0,-140-1-125 0 0,-87-15 81 0 0,-63-8 111 0 0,-70 3-1 0 0,18 1 7 0 0,-49-7 3 0 0,-107 0 68 0 0,91 12-79 0 0,152-7-65 0 0,4 0 2 0 0,8-4 0 0 0,16-2-14 0 0,41-5-76 0 0,101-6 0 0 0,69 17 103 0 0,44 5-14 0 0,-272-4 0 0 0,1 0 0 0 0,16-4 0 0 0,-50 4 0 0 0,15 1 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0:53.421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30 17 4143 0 0,'3'-9'1880'0'0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0:56.538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89 320 3223 0 0,'-2'30'-1166'0'0,"1"-24"1445"0"0,0 1-1 0 0,0-1 0 0 0,1 1 1 0 0,0 0-1 0 0,2 9 0 0 0,1 28 1570 0 0,-9-101-401 0 0,3 35-571 0 0,-1-27 1 0 0,3 32-251 0 0,-5-29-1 0 0,3 29-34 0 0,-1-29-1 0 0,5 30-590 0 0,-1 8 0 0 0,0 0 0 0 0,-2-13 0 0 0,2 14 8 0 0,-1 1 0 0 0,1 0 0 0 0,1-11-1 0 0,0-3-14 0 0,-4 3-11 0 0,3 15 50 0 0,-1 0 0 0 0,1 0 1 0 0,-1 0-1 0 0,1 0 0 0 0,0 0 0 0 0,-1 0 1 0 0,1-1-1 0 0,1 1 0 0 0,-1-2 0 0 0,0 1 0 0 0,0 0 0 0 0,0 1 0 0 0,0-1 0 0 0,0 0 0 0 0,0 1 0 0 0,0-1 0 0 0,-1 1 0 0 0,0-1 0 0 0,1 0 0 0 0,-1 1 0 0 0,0-1 0 0 0,0 1 0 0 0,-2-4 0 0 0,4 17-100 0 0,0 0 0 0 0,-1 21 0 0 0,0-21 48 0 0,0 6 20 0 0,0 4 0 0 0,2 24 0 0 0,0-25 0 0 0,-3 30 0 0 0,0-17 0 0 0,-5 109-74 0 0,3-112 76 0 0,2-23 5 0 0,1-1-1 0 0,-1 1 1 0 0,1 0-1 0 0,1 13 0 0 0,0-14-16 0 0,-1-1-1 0 0,0 1 1 0 0,-1 10-1 0 0,0-10 2 0 0,1-1 0 0 0,0 0 0 0 0,0 1-1 0 0,1 7 1 0 0,1-5 9 0 0,0 0 0 0 0,-1 0 0 0 0,0 0 0 0 0,-1 1 0 0 0,0-1 0 0 0,0 0 0 0 0,-2 11 0 0 0,-7 64 64 0 0,1-35-64 0 0,6-32-6 0 0,1 0 0 0 0,1 22 0 0 0,1-10 14 0 0,-1-17-54 0 0,-1 1 1 0 0,0-2 0 0 0,-4 21-1 0 0,-5 51-18 0 0,6-47 54 0 0,3-28 11 0 0,1 1 1 0 0,1-1-1 0 0,-1 0 1 0 0,1 1-1 0 0,1-1 1 0 0,3 12-1 0 0,-4-15-1 0 0,-1-3 0 0 0,1-1 0 0 0,-1 0 0 0 0,0 1 0 0 0,0-1 0 0 0,1 0 0 0 0,-1 1 0 0 0,0-1 0 0 0,0 0 0 0 0,0 1 0 0 0,1-1 0 0 0,-1 0 0 0 0,0 1 0 0 0,0-1 0 0 0,0 1 0 0 0,0-1 0 0 0,0 1 0 0 0,0-1 0 0 0,0 0 0 0 0,0 1 0 0 0,0-1 0 0 0,0 1 0 0 0,0-1 0 0 0,0 0 0 0 0,0 1 0 0 0,0-1 0 0 0,0 1 0 0 0,0-1 0 0 0,-1 0 0 0 0,1 1 0 0 0,0-1 0 0 0,0 1 0 0 0,-1-1 0 0 0,0 2 0 0 0,-1 1 0 0 0,0 1 0 0 0,1-1 0 0 0,-1 0 0 0 0,1 1 0 0 0,0-1 0 0 0,0 1 0 0 0,0-1 0 0 0,0 1 0 0 0,0 4 0 0 0,1-8 44 0 0,-3 6-601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1:14.538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147 1113 3223 0 0,'28'-1'278'0'0,"0"-2"-1"0"0,0-1 1 0 0,33-10-1 0 0,5 0 429 0 0,-50 12-531 0 0,0 0-1 0 0,0 2 1 0 0,20 1-1 0 0,2 0 176 0 0,47 4-315 0 0,-58-3-33 0 0,0 0 0 0 0,0-2 0 0 0,43-5 0 0 0,75-9-17 0 0,-112 12 11 0 0,70-1-135 0 0,-56 3-24 0 0,54-7 0 0 0,-67 1-13 0 0,0 3 1 0 0,0 1-1 0 0,46 2 0 0 0,-58 1 564 0 0,29-2-1 0 0,-35 0-100 0 0,1 0-1 0 0,0 2 0 0 0,28 3 0 0 0,-27-1-290 0 0,-9-1 326 0 0,0-1 0 0 0,0 1 1 0 0,-1 1-1 0 0,17 6 0 0 0,-19-6-176 0 0,-4-2-104 0 0,1 0-1 0 0,-1 0 1 0 0,0 0 0 0 0,-1 0 0 0 0,1 0-1 0 0,0 0 1 0 0,0 0 0 0 0,0 0-1 0 0,-1 1 1 0 0,1-1 0 0 0,0 1 0 0 0,-1-1-1 0 0,0 1 1 0 0,1 0 0 0 0,-1-1-1 0 0,0 1 1 0 0,0 0 0 0 0,0 0 0 0 0,0 0-1 0 0,0 0 1 0 0,0 0 0 0 0,0 4-1 0 0,0-4-7 0 0,1 4 9 0 0,-1 7 4 0 0,-1-13-39 0 0,-1 1 0 0 0,1 0 1 0 0,0-1-1 0 0,0 1 1 0 0,0-1-1 0 0,0 1 0 0 0,-1 0 1 0 0,1-1-1 0 0,0 1 1 0 0,-1-1-1 0 0,1 1 0 0 0,0-1 1 0 0,-1 1-1 0 0,1-1 1 0 0,-1 1-1 0 0,1-1 0 0 0,0 1 1 0 0,-1-1-1 0 0,1 1 1 0 0,-1-1-1 0 0,0 0 0 0 0,1 1 1 0 0,-1-1-1 0 0,1 0 1 0 0,-1 0-1 0 0,1 1 0 0 0,-1-1 1 0 0,0 0-1 0 0,1 0 1 0 0,-1 0-1 0 0,0 0 0 0 0,1 0 1 0 0,-1 0-1 0 0,0 0 1 0 0,-13 1 103 0 0,-3 0-73 0 0,0 0 1 0 0,-23-3-1 0 0,14 1 7 0 0,21 1-52 0 0,-1 0 1 0 0,1 0-1 0 0,-1-1 0 0 0,1 0 0 0 0,0 0 1 0 0,0 0-1 0 0,-7-2 0 0 0,6 1 6 0 0,0 0 0 0 0,0 1 0 0 0,0-1 0 0 0,-1 2 0 0 0,1-1 0 0 0,-1 1 0 0 0,1 0 0 0 0,0 0 0 0 0,-1 0 0 0 0,-5 2 0 0 0,-22 1 0 0 0,-26-1 0 0 0,55-1 0 0 0,1-1 0 0 0,-1 1 0 0 0,1 0 0 0 0,-9 3 0 0 0,9-3-13 0 0,-1 0 1 0 0,1 1-1 0 0,-1-1 0 0 0,-8 0 0 0 0,-40-5-115 0 0,-12 13 280 0 0,50-9-152 0 0,-6 0 0 0 0,-21 2 0 0 0,29-1-54 0 0,1 0 0 0 0,-14-2 0 0 0,15 0 36 0 0,-1 1 0 0 0,-22 2 0 0 0,18-1 37 0 0,0 0-1 0 0,0 0 1 0 0,0-2-1 0 0,-17-2 0 0 0,-27-1 26 0 0,14 9-88 0 0,37-3 29 0 0,0-1 0 0 0,1 0 1 0 0,-1-1-1 0 0,0 1 0 0 0,-11-3 0 0 0,-92-10-68 0 0,100 11 83 0 0,-1 1 0 0 0,0 0 0 0 0,-13 2 0 0 0,-13 0 0 0 0,-47 5 0 0 0,73-7 0 0 0,5 0 0 0 0,-1 0 0 0 0,0 0 0 0 0,-17 4 0 0 0,21-4 0 0 0,-1 0 0 0 0,1 0 0 0 0,-1-1 0 0 0,1 0 0 0 0,0 1 0 0 0,-1-2 0 0 0,-5-1 0 0 0,3 1 0 0 0,3 1 0 0 0,0 0 0 0 0,0 1 0 0 0,0 0 0 0 0,0 0 0 0 0,0 0 0 0 0,-8 1 0 0 0,-12 1 0 0 0,23-2 0 0 0,1 0 0 0 0,0-1 0 0 0,0 1 0 0 0,-1-1 0 0 0,1 1 0 0 0,0-1 0 0 0,0 0 0 0 0,0 1 0 0 0,0-1 0 0 0,0 0 0 0 0,0 0 0 0 0,0 0 0 0 0,0 0 0 0 0,0 0 0 0 0,0 0 0 0 0,0 0 0 0 0,0 0 0 0 0,1 0 0 0 0,-1 0 0 0 0,0 0 0 0 0,1 0 0 0 0,-1-1 0 0 0,1 1 0 0 0,0 0 0 0 0,-1-3 0 0 0,0 1 0 0 0,0 0 0 0 0,0 0 0 0 0,1 0 0 0 0,-1 0 0 0 0,1 0 0 0 0,0 0 0 0 0,0-1 0 0 0,0 1 0 0 0,0 0 0 0 0,1-5 0 0 0,1 1 0 0 0,0 1 0 0 0,-1-1 0 0 0,0 0 0 0 0,-1 0 0 0 0,1 0 0 0 0,-1-7 0 0 0,-7-44 0 0 0,5 39 0 0 0,-3-15 0 0 0,2 17 0 0 0,-2-33 0 0 0,5 46-3 0 0,0 0-1 0 0,-1-1 0 0 0,0 1 1 0 0,1 0-1 0 0,-1 0 1 0 0,-1 0-1 0 0,1 0 0 0 0,-1 1 1 0 0,1-1-1 0 0,-1 0 0 0 0,0 0 1 0 0,0 1-1 0 0,-1 0 0 0 0,1-1 1 0 0,-1 1-1 0 0,-3-4 1 0 0,0 0 48 0 0,5 5-47 0 0,-1 0 0 0 0,1-1 0 0 0,1 1 0 0 0,-1 0-1 0 0,0 0 1 0 0,1-1 0 0 0,-1 1 0 0 0,1-1 0 0 0,-1 1-1 0 0,1 0 1 0 0,0-1 0 0 0,0 1 0 0 0,0-1 0 0 0,1 1-1 0 0,0-4 1 0 0,-1 3 0 0 0,1 0-1 0 0,-1 0 0 0 0,0-1 1 0 0,0 1-1 0 0,0 0 1 0 0,0 0-1 0 0,-1 0 0 0 0,1 0 1 0 0,-1 0-1 0 0,-1-5 0 0 0,-4-3 7 0 0,4 9-2 0 0,1 0 0 0 0,0 0 0 0 0,-1 0-1 0 0,1-1 1 0 0,0 1 0 0 0,1 0 0 0 0,-1-1-1 0 0,0 1 1 0 0,1 0 0 0 0,-1-1 0 0 0,1 1-1 0 0,0-1 1 0 0,0 1 0 0 0,0-1 0 0 0,0-3-1 0 0,1-1-9 0 0,-1 1 1 0 0,0-1-1 0 0,-1 0 0 0 0,-2-13 0 0 0,-1-15-17 0 0,-3-18-39 0 0,7 25 56 0 0,-1 17 2 0 0,0-1 0 0 0,2 1 0 0 0,1-12 0 0 0,-1 8 0 0 0,0 0 0 0 0,-2-29 1 0 0,-1 7-2 0 0,-3-102 31 0 0,8 127-24 0 0,-3 10 0 0 0,0 1 0 0 0,1 0 0 0 0,-1 0 0 0 0,0 0 0 0 0,1 0 0 0 0,-1 0 0 0 0,0 0 0 0 0,0 0 0 0 0,0 0 0 0 0,0 0 0 0 0,0-1 0 0 0,0 1 0 0 0,0 0 0 0 0,0 0 0 0 0,-1 0 0 0 0,1 0 0 0 0,0 0 0 0 0,-1 0 0 0 0,1 0 0 0 0,-1 0 0 0 0,1 0 0 0 0,-2-1 0 0 0,1 0 0 0 0,1 0 0 0 0,-1 1 0 0 0,0-1 0 0 0,1 0 0 0 0,-1 1 0 0 0,0-1 0 0 0,1 0 0 0 0,0 0 0 0 0,-1 0 0 0 0,1 0 0 0 0,0-3 0 0 0,-2-12 0 0 0,-10-26-53 0 0,8 17 245 0 0,8 24-149 0 0,11-4-53 0 0,1 1 1 0 0,0 1-1 0 0,1 0 1 0 0,-1 1-1 0 0,1 1 1 0 0,31 0-1 0 0,-7 3-31 0 0,71 10-1 0 0,-91-8 42 0 0,32 6 0 0 0,1-2 0 0 0,60-2 0 0 0,-58-6 0 0 0,0 2 0 0 0,0 2 0 0 0,81 16 0 0 0,-74-8-64 0 0,118 7 0 0 0,-148-17-420 0 0,55 10-1 0 0,-77-9 429 0 0,0 1 0 0 0,0 0 0 0 0,0 1 0 0 0,0 0 1 0 0,0 1-1 0 0,-1 0 0 0 0,0 1 0 0 0,14 10 0 0 0,-22-15 56 0 0,-1 0 0 0 0,1 0 0 0 0,-1 0 0 0 0,0 0 0 0 0,1 1 0 0 0,-1-1 0 0 0,0 0 0 0 0,0 1 0 0 0,0-1 0 0 0,0 1 0 0 0,0 0 0 0 0,0-1 0 0 0,-1 1 0 0 0,1 0 0 0 0,-1-1 0 0 0,1 1 0 0 0,-1 0 0 0 0,1 0 0 0 0,-1 2 0 0 0,0-1 0 0 0,0-1 0 0 0,-1 1 0 0 0,1-1 0 0 0,-1 0 0 0 0,1 1 0 0 0,-1-1 0 0 0,0 0 0 0 0,0 1 0 0 0,0-1 0 0 0,-1 0 0 0 0,1 0 0 0 0,-3 4 0 0 0,-4 3 0 0 0,-1-1 0 0 0,0 1 0 0 0,0-1 0 0 0,-17 10 0 0 0,21-14 0 0 0,2-2 6 0 0,0 1-1 0 0,0-1 1 0 0,0 0-1 0 0,1 1 0 0 0,-1 0 1 0 0,1 0-1 0 0,0 0 1 0 0,-1 0-1 0 0,-2 6 0 0 0,4-8-4 0 0,1 0-1 0 0,0 0 0 0 0,0 0 0 0 0,-1 0 1 0 0,1 0-1 0 0,0 0 0 0 0,0 0 0 0 0,0 0 1 0 0,0 0-1 0 0,0 0 0 0 0,0 0 0 0 0,0 0 1 0 0,0 0-1 0 0,0 0 0 0 0,1 0 0 0 0,-1 0 1 0 0,0 0-1 0 0,1 0 0 0 0,-1 0 0 0 0,1 0 1 0 0,-1 0-1 0 0,1 0 0 0 0,-1 0 0 0 0,1-1 1 0 0,-1 1-1 0 0,1 0 0 0 0,0 0 0 0 0,0-1 1 0 0,-1 1-1 0 0,1 0 0 0 0,0-1 0 0 0,0 1 1 0 0,0-1-1 0 0,0 1 0 0 0,0-1 0 0 0,-1 1 1 0 0,1-1-1 0 0,0 0 0 0 0,2 1 0 0 0,1 0-6 0 0,0 1 0 0 0,1-1 0 0 0,-1-1 0 0 0,0 1 0 0 0,0 0-1 0 0,1-1 1 0 0,-1 0 0 0 0,7-1 0 0 0,37-7 44 0 0,-38 5-34 0 0,0 1-1 0 0,0 1 1 0 0,0-1-1 0 0,14 1 0 0 0,-15 1-4 0 0,-7 0-4 0 0,0-1 0 0 0,-1 1 1 0 0,1 0-1 0 0,0 0 0 0 0,0 0 1 0 0,0 0-1 0 0,-1 1 0 0 0,1-1 0 0 0,0 0 1 0 0,3 2-1 0 0,-9 0 3 0 0,1 0 0 0 0,-1 0 0 0 0,1 0 0 0 0,-8 2-1 0 0,-77 14 199 0 0,66-15 3 0 0,0 1-1 0 0,1 1 0 0 0,-36 12 1 0 0,56-16-199 0 0,0-1 1 0 0,0 0-1 0 0,0 1 1 0 0,0-1-1 0 0,0 1 1 0 0,0-1-1 0 0,0 1 1 0 0,0 0 0 0 0,1-1-1 0 0,-1 1 1 0 0,0 0-1 0 0,-1 1 1 0 0,2-2-1 0 0,0 0 0 0 0,0 0 0 0 0,0 1 1 0 0,0-1-1 0 0,0 0 0 0 0,0 0 0 0 0,0 0 1 0 0,0 1-1 0 0,0-1 0 0 0,0 0 0 0 0,0 0 1 0 0,0 0-1 0 0,0 1 0 0 0,0-1 0 0 0,0 0 1 0 0,0 0-1 0 0,1 0 0 0 0,-1 1 0 0 0,0-1 1 0 0,0 0-1 0 0,0 0 0 0 0,0 0 0 0 0,0 0 1 0 0,0 1-1 0 0,1-1 0 0 0,-1 0 0 0 0,0 0 1 0 0,0 0-1 0 0,0 0 0 0 0,0 0 0 0 0,1 0 1 0 0,-1 1-1 0 0,0-1 0 0 0,0 0 0 0 0,0 0 0 0 0,1 0 1 0 0,1 1-9 0 0,0 0 1 0 0,1-1 0 0 0,-1 1 0 0 0,1-1-1 0 0,-1 1 1 0 0,1-1 0 0 0,0 0 0 0 0,3 0-1 0 0,55-8-903 0 0,-42 4 488 0 0,0 1 1 0 0,20 1 0 0 0,-19 1 296 0 0,-2 1 174 0 0,22 2-1 0 0,-36 0 124 0 0,-9 1-100 0 0,-13 3 1062 0 0,-95 27-536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1:09.326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216 97 1287 0 0,'-29'-23'5523'0'0,"196"17"-4206"0"0,-81 5-1317 0 0,-44 2 0 0 0,125-8-160 0 0,-120 6 146 0 0,-8 0-11 0 0,50 5 0 0 0,-60 0 18 0 0,-8 0-76 0 0,31-1-1 0 0,106-11-440 0 0,-3 16-218 0 0,-136-6 262 0 0,1 0 0 0 0,-1-2 0 0 0,1 0 0 0 0,30-5 0 0 0,75-13 421 0 0,-63 9 38 0 0,-49 8-107 0 0,-8 1 27 0 0,1-1-1 0 0,-1 0 1 0 0,0 0 0 0 0,0 0 0 0 0,7-2-1 0 0,-12 3 102 0 0,0-1 0 0 0,0 1 0 0 0,0 0 0 0 0,0 0 0 0 0,0 0 0 0 0,0 0 0 0 0,0 0-1 0 0,0 0 1 0 0,0 0 0 0 0,1 0 0 0 0,-1 0 0 0 0,0 0 0 0 0,0-1 0 0 0,0 1-1 0 0,0 0 1 0 0,0 0 0 0 0,0 0 0 0 0,0 0 0 0 0,0 0 0 0 0,0 0 0 0 0,0 0 0 0 0,0-1-1 0 0,0 1 1 0 0,0 0 0 0 0,0 0 0 0 0,0 0 0 0 0,0 0 0 0 0,0 0 0 0 0,0 0-1 0 0,0 0 1 0 0,0-1 0 0 0,0 1 0 0 0,0 0 0 0 0,0 0 0 0 0,0 0 0 0 0,0 0 0 0 0,0 0-1 0 0,-1 0 1 0 0,1 0 0 0 0,0 0 0 0 0,0-1 0 0 0,0 1 0 0 0,0 0 0 0 0,0 0-1 0 0,0 0 1 0 0,0 0 0 0 0,-12-10 958 0 0,12 9-940 0 0,-1 1-11 0 0,0-1 0 0 0,0 0 1 0 0,0 1-1 0 0,0-1 0 0 0,1 0 1 0 0,-1 0-1 0 0,0 0 0 0 0,0 0 1 0 0,1 1-1 0 0,-1-1 0 0 0,1 0 1 0 0,-1 0-1 0 0,0-2 0 0 0,1 2 36 0 0,0 1-1 0 0,-1-1 0 0 0,-2-3 550 0 0,3 3-550 0 0,-1 1 0 0 0,1 0 0 0 0,0 0 0 0 0,-1 0 1 0 0,1-1-1 0 0,-1 1 0 0 0,1 0 0 0 0,0 0 1 0 0,-1 0-1 0 0,1 0 0 0 0,-1 0 0 0 0,-14-1 141 0 0,-122 16 1513 0 0,121-14-1464 0 0,0 0-1 0 0,-1-1 0 0 0,-27-4 0 0 0,-15 0 1260 0 0,45 5-1430 0 0,0 0-1 0 0,-19 5 1 0 0,0 0-3 0 0,-46 11 6 0 0,58-13-64 0 0,1 1 0 0 0,-21 8 0 0 0,2-4 0 0 0,30-7 0 0 0,0 1 0 0 0,0-2 0 0 0,0 1 0 0 0,0-1 0 0 0,0 0 0 0 0,-18-2 0 0 0,-22 3 0 0 0,39-2 0 0 0,0 0-1 0 0,-1 0 0 0 0,1-1 0 0 0,0 0 1 0 0,0-1-1 0 0,0 0 0 0 0,-14-5 0 0 0,10 3-11 0 0,0 1-1 0 0,-24-3 0 0 0,18 5-61 0 0,-27 4-1 0 0,34-2 66 0 0,-1 0-1 0 0,0-1 1 0 0,0 0 0 0 0,-24-4-1 0 0,29 2 11 0 0,0 1 0 0 0,0 0-1 0 0,0 1 1 0 0,-1 0 0 0 0,-12 2-1 0 0,-48 10-29 0 0,50-8-18 0 0,14-3 57 0 0,-1 0 0 0 0,1-1 0 0 0,-11-1 0 0 0,0 1 14 0 0,17 2-24 0 0,8 1 0 0 0,39 1-44 0 0,-1-1 0 0 0,66-6 0 0 0,-13 0-44 0 0,139 14-3135 0 0,-192-8 2032 0 0,-46-3 1184 0 0,20 2-228 0 0,-19-2 225 0 0,0 0-1 0 0,0 1 1 0 0,0-1-1 0 0,0 0 1 0 0,0 0 0 0 0,0 1-1 0 0,0-1 1 0 0,0 0 0 0 0,0 1-1 0 0,0-1 1 0 0,0 1 0 0 0,0-1-1 0 0,0 1 1 0 0,1 1-1 0 0,-3-1 25 0 0,0-1-1 0 0,0 1 0 0 0,0 0 1 0 0,0-1-1 0 0,0 1 0 0 0,0-1 1 0 0,0 1-1 0 0,0-1 0 0 0,0 1 1 0 0,0-1-1 0 0,0 0 0 0 0,0 1 1 0 0,0-1-1 0 0,-2 0 0 0 0,-173 32 99 0 0,15-3-16 0 0,-340 66 432 0 0,485-91-528 0 0,15-4 0 0 0,9-2 0 0 0,243-79 0 0 0,-150 45 0 0 0,12-8-184 0 0,-237 77 274 0 0,76-22-32 0 0,-68 24 0 0 0,98-30-129 0 0,18-5 70 0 0,0 0 0 0 0,0 0 0 0 0,0 0 0 0 0,0 0 1 0 0,-1 0-1 0 0,1 0 0 0 0,0 0 0 0 0,0 0 0 0 0,0 0 0 0 0,0 0 0 0 0,0 0 0 0 0,0 0 0 0 0,0 0 0 0 0,0 0 0 0 0,-1 0 1 0 0,1 0-1 0 0,0-1 0 0 0,0 1 0 0 0,0 0 0 0 0,0 0 0 0 0,0 0 0 0 0,0 0 0 0 0,0 0 0 0 0,0 0 0 0 0,0 0 1 0 0,0 0-1 0 0,0 0 0 0 0,-1-1 0 0 0,1 1 0 0 0,0 0 0 0 0,0 0 0 0 0,0 0 0 0 0,0 0 0 0 0,0 0 0 0 0,0 0 0 0 0,0 0 1 0 0,0 0-1 0 0,0-1 0 0 0,0 1 0 0 0,0 0 0 0 0,0 0 0 0 0,6-9-16 0 0,4-2 7 0 0,-7 9 3 0 0,-1-1 0 0 0,1 1 0 0 0,-1-1 0 0 0,0 1 0 0 0,0-1 0 0 0,0 0 0 0 0,0 0 1 0 0,-1 0-1 0 0,1 0 0 0 0,1-3 0 0 0,-4 5 9 0 0,1 0 0 0 0,0 1 1 0 0,0-1-1 0 0,0 1 1 0 0,0-1-1 0 0,0 0 0 0 0,-1 1 1 0 0,1-1-1 0 0,0 1 0 0 0,-1-1 1 0 0,1 1-1 0 0,0-1 0 0 0,-1 1 1 0 0,1-1-1 0 0,-1 1 0 0 0,1-1 1 0 0,-1 1-1 0 0,1-1 0 0 0,-1 1 1 0 0,1 0-1 0 0,-1-1 1 0 0,1 1-1 0 0,-1 0 0 0 0,1-1 1 0 0,-1 1-1 0 0,1 0 0 0 0,-1 0 1 0 0,0 0-1 0 0,1 0 0 0 0,-1-1 1 0 0,0 1-1 0 0,1 0 0 0 0,-1 0 1 0 0,-1 0-1 0 0,-22-1 106 0 0,12 3-115 0 0,8-2-3 0 0,-1 0 0 0 0,0 0 0 0 0,0 1 0 0 0,0 0 0 0 0,1 0 0 0 0,-1 0-1 0 0,0 0 1 0 0,1 1 0 0 0,-1 0 0 0 0,1 0 0 0 0,0 0 0 0 0,-1 0 0 0 0,1 1-1 0 0,0 0 1 0 0,-6 5 0 0 0,0 1 7 0 0,7-8-3 0 0,1 1 1 0 0,0-1-1 0 0,0 1 1 0 0,0-1-1 0 0,0 1 0 0 0,1 0 1 0 0,-1 0-1 0 0,0 0 1 0 0,1 0-1 0 0,-1 0 1 0 0,1 0-1 0 0,0 0 1 0 0,0 0-1 0 0,-1 3 0 0 0,2-10-18 0 0,0 0-1 0 0,0-1 0 0 0,-1 1 0 0 0,1 0 0 0 0,-1-1 1 0 0,0 1-1 0 0,0 0 0 0 0,-1 0 0 0 0,-2-6 0 0 0,-2-1 162 0 0,2 7 42 0 0,1-1 1 0 0,0 0-1 0 0,1 1 1 0 0,0-1-1 0 0,0 0 1 0 0,0 0-1 0 0,0-1 1 0 0,0-9-1 0 0,9 72 2181 0 0,-8-26-2360 0 0,1-15 0 0 0,1 29 0 0 0,0-37 0 0 0,-1 1 0 0 0,-1 0 0 0 0,0 10 0 0 0,-2 10 0 0 0,3-1 56 0 0,-6 32 0 0 0,5-8 12 0 0,1-36 14 0 0,-10 135 1710 0 0,9-141-1770 0 0,0-1 0 0 0,0 1 0 0 0,-1-1 0 0 0,-5 15 0 0 0,5-15-3 0 0,-1 0-1 0 0,1 1 1 0 0,1-1-1 0 0,-2 17 0 0 0,2-19-12 0 0,1 1-1 0 0,-1-1 0 0 0,-1 1 0 0 0,1-1 1 0 0,-5 11-1 0 0,3-11 0 0 0,1 1 1 0 0,0-1-1 0 0,1 1 1 0 0,-1-1-1 0 0,0 13 0 0 0,2 5 182 0 0,-1-10 228 0 0,1 0 0 0 0,4 28 0 0 0,-3-37-415 0 0,0-1 0 0 0,-1 1 0 0 0,1 0 0 0 0,-1-1 0 0 0,0 1 0 0 0,0-1 0 0 0,0 1 0 0 0,-1 0 0 0 0,0-1 0 0 0,-1 6 0 0 0,1 12 70 0 0,1-19-71 0 0,0 0 1 0 0,0-1-1 0 0,0 1 0 0 0,0 0 0 0 0,-1 0 0 0 0,0 4 0 0 0,-3 2 1 0 0,3-6 0 0 0,0 0 0 0 0,0 0 0 0 0,0 0 0 0 0,0 0 0 0 0,1 0 0 0 0,-1 0 0 0 0,1 6 0 0 0,2 9 0 0 0,-1-15 0 0 0,0-2 0 0 0,0 0-1 0 0,0 0 0 0 0,0 0 0 0 0,0 0 0 0 0,0 0 0 0 0,0 0 1 0 0,0 0-1 0 0,0 0 0 0 0,1-1 0 0 0,-1 1 0 0 0,0 0 1 0 0,0-1-1 0 0,1 1 0 0 0,-1-1 0 0 0,0 1 0 0 0,1-1 1 0 0,-1 0-1 0 0,1 0 0 0 0,2 1 0 0 0,0 0-43 0 0,8 2 62 0 0,-2 0-13 0 0,-1-1-1 0 0,0 0 1 0 0,1 0 0 0 0,-1-1 0 0 0,1 0-1 0 0,-1-1 1 0 0,1 0 0 0 0,18-2-1 0 0,147-24-208 0 0,-139 21 200 0 0,0 2 0 0 0,37 2 0 0 0,113-9 4 0 0,-163 10 0 0 0,35-1 0 0 0,77 10 0 0 0,-109-6 0 0 0,1-2 0 0 0,38-3 0 0 0,-35 0 0 0 0,43 4 0 0 0,-51 0 0 0 0,47 3 0 0 0,-54-4 0 0 0,-1 0 0 0 0,16 5 0 0 0,16 0 0 0 0,122 0 0 0 0,-141-5 0 0 0,-17 0 0 0 0,0-1 0 0 0,0 0 0 0 0,0-1 0 0 0,16-2 0 0 0,-25 3 0 0 0,0-1 0 0 0,0 1 0 0 0,0 0 0 0 0,0-1 0 0 0,0 1 0 0 0,0 0 0 0 0,0-1-1 0 0,0 1 1 0 0,0-1 0 0 0,0 0 0 0 0,0 1 0 0 0,1-2 0 0 0,-2 1 0 0 0,0 1 0 0 0,1 0 0 0 0,-1-1 0 0 0,0 1 0 0 0,0-1 0 0 0,0 1 0 0 0,1-1-1 0 0,-1 1 1 0 0,0 0 0 0 0,0-1 0 0 0,0 1 0 0 0,0-1 0 0 0,0 1 0 0 0,0-1 0 0 0,0 1 0 0 0,0 0 0 0 0,0-1 0 0 0,0 1 0 0 0,0-1 0 0 0,0 1 0 0 0,-1-1 0 0 0,1-1 1 0 0,-1 1-1 0 0,0 0 1 0 0,0-1 0 0 0,0 1 0 0 0,0 0 0 0 0,0-1 0 0 0,0 1 0 0 0,0 0 0 0 0,0 0 0 0 0,-1 0-1 0 0,1 0 1 0 0,0 0 0 0 0,-1 0 0 0 0,-1-1 0 0 0,-27-11 21 0 0,-40-12 0 0 0,16 7-13 0 0,7 3 28 0 0,-1 1 0 0 0,0 3 0 0 0,-1 2 0 0 0,-55-3-1 0 0,51 8-58 0 0,-37-5-28 0 0,-79-2 35 0 0,147 10 14 0 0,-151 8-48 0 0,97-2 34 0 0,51-5 3 0 0,1-1 0 0 0,-32-5 0 0 0,27 2-2 0 0,-30 0 0 0 0,46 4 13 0 0,0-1 0 0 0,0 0 1 0 0,-20-4-1 0 0,29 4 2 0 0,0 0 0 0 0,0-1 0 0 0,0 1 1 0 0,0-1-1 0 0,0 1 0 0 0,0-1 0 0 0,1 0 0 0 0,-1-1 1 0 0,0 1-1 0 0,1-1 0 0 0,0 1 0 0 0,0-1 1 0 0,0 0-1 0 0,-5-6 0 0 0,7 8-1 0 0,1 1 0 0 0,-1-1 0 0 0,1 0 1 0 0,0 1-1 0 0,-1-1 0 0 0,1 1 0 0 0,0-1 0 0 0,0 1 0 0 0,-1-1 0 0 0,1 0 0 0 0,0 1 1 0 0,0-1-1 0 0,0 0 0 0 0,0 1 0 0 0,0-1 0 0 0,0 1 0 0 0,0-1 0 0 0,0 0 1 0 0,0 1-1 0 0,0-1 0 0 0,0 0 0 0 0,0 1 0 0 0,0-1 0 0 0,1 1 0 0 0,-1-1 0 0 0,0 0 1 0 0,0 1-1 0 0,1-1 0 0 0,-1 1 0 0 0,0-1 0 0 0,1 1 0 0 0,-1-1 0 0 0,1 1 1 0 0,-1-1-1 0 0,1 1 0 0 0,-1-1 0 0 0,1 1 0 0 0,-1 0 0 0 0,1-1 0 0 0,-1 1 0 0 0,1 0 1 0 0,-1-1-1 0 0,1 1 0 0 0,0 0 0 0 0,-1 0 0 0 0,1-1 0 0 0,-1 1 0 0 0,2 0 1 0 0,5-2-6 0 0,0 0 0 0 0,0 1 0 0 0,13-1 1 0 0,-10 1 1 0 0,341-19-151 0 0,-305 19 148 0 0,242 1 87 0 0,-109 2-42 0 0,-135-4-71 0 0,61-11-1 0 0,0 0-6 0 0,3 12-46 0 0,-54 2 90 0 0,-37-3-5 0 0,-10-1 0 0 0,-7 3 0 0 0,-1 0 0 0 0,1 0 0 0 0,0-1 0 0 0,0 1 0 0 0,0 0 0 0 0,0 0 0 0 0,0 0 0 0 0,0 0 0 0 0,0-1 0 0 0,0 1 0 0 0,0 0 0 0 0,0 0 0 0 0,0 0 0 0 0,-1 0 0 0 0,1 0 0 0 0,0-1 0 0 0,0 1 0 0 0,0 0 0 0 0,0 0 0 0 0,0 0 0 0 0,-1 0 0 0 0,1 0 0 0 0,0 0 0 0 0,0 0 0 0 0,0-1 0 0 0,0 1 0 0 0,-1 0 0 0 0,1 0 0 0 0,0 0 0 0 0,0 0 0 0 0,0 0 0 0 0,0 0 0 0 0,-1 0 0 0 0,1 0 0 0 0,-1-1 1 0 0,-1 1-1 0 0,1-1 0 0 0,-1 1 1 0 0,1-1-1 0 0,-1 1 0 0 0,0 0 0 0 0,1 0 1 0 0,-1 0-1 0 0,1 0 0 0 0,-1 0 1 0 0,1 0-1 0 0,-4 0 0 0 0,-1 1 7 0 0,-21-1-12 0 0,0 2-1 0 0,0 1 1 0 0,-35 8-1 0 0,-32 4-15 0 0,20-8-8 0 0,-216 12-183 0 0,-96-1-347 0 0,358-16 499 0 0,0-1-1 0 0,-40-5 0 0 0,54 2 58 0 0,1 0-1 0 0,-1-1 1 0 0,1-1-1 0 0,0 0 1 0 0,0-1 0 0 0,0 0-1 0 0,-12-7 1 0 0,19 8 25 0 0,-1-1 1 0 0,1 0-1 0 0,0 0 1 0 0,1 0-1 0 0,-9-11 0 0 0,7 8-71 0 0,0 0-1 0 0,-10-8 0 0 0,15 14 34 0 0,-1 0-1 0 0,1 0 1 0 0,0 0-1 0 0,0-1 1 0 0,0 1-1 0 0,-3-6 0 0 0,4 7-6 0 0,1 1 0 0 0,0 0-1 0 0,0-1 1 0 0,-1 1-1 0 0,1-1 1 0 0,0 1 0 0 0,0-1-1 0 0,0 1 1 0 0,0-1-1 0 0,0 0 1 0 0,0 1-1 0 0,0-1 1 0 0,0 1 0 0 0,0-1-1 0 0,0 1 1 0 0,0-1-1 0 0,0 1 1 0 0,0-1 0 0 0,0 1-1 0 0,0-1 1 0 0,0 1-1 0 0,1-1 1 0 0,-1 1-1 0 0,0-1 1 0 0,0 1 0 0 0,1-1-1 0 0,-1 1 1 0 0,0-1-1 0 0,1 1 1 0 0,-1 0 0 0 0,0-1-1 0 0,1 1 1 0 0,-1 0-1 0 0,1-1 1 0 0,-1 1 0 0 0,1 0-1 0 0,-1-1 1 0 0,0 1-1 0 0,1 0 1 0 0,-1 0-1 0 0,1 0 1 0 0,-1-1 0 0 0,1 1-1 0 0,0 0 1 0 0,-1 0-1 0 0,1 0 1 0 0,-1 0 0 0 0,1 0-1 0 0,0 0 1 0 0,55-11-668 0 0,84-5 0 0 0,59 10 794 0 0,-164 5-215 0 0,156 1 102 0 0,32 0-23 0 0,-24-11-280 0 0,-144 6 148 0 0,87-21-1 0 0,-141 26 155 0 0,0 0 6 0 0,-1 0 1 0 0,1 0 0 0 0,0-1-1 0 0,-1 1 1 0 0,1 0-1 0 0,0 0 1 0 0,-1 0 0 0 0,1 0-1 0 0,-1-1 1 0 0,1 1 0 0 0,0 0-1 0 0,-1-1 1 0 0,1 1-1 0 0,-1 0 1 0 0,1-1 0 0 0,-1 1-1 0 0,1-1 1 0 0,-1 1-1 0 0,1-1 1 0 0,-1 1 0 0 0,1-2-1 0 0,-4 0 5 0 0,-4 0 15 0 0,0 0-1 0 0,1 0 0 0 0,-1 0 1 0 0,0 1-1 0 0,0 0 0 0 0,-7 1 1 0 0,-50 0 139 0 0,27 1-129 0 0,-350 28 29 0 0,246-14-250 0 0,65-6-111 0 0,-81 5-114 0 0,131-13 408 0 0,0-1 1 0 0,0-2 0 0 0,-50-9-1 0 0,68 10 28 0 0,1 0-1 0 0,0-1 1 0 0,0 0-1 0 0,0-1 1 0 0,0 0-1 0 0,0 0 1 0 0,1 0-1 0 0,-1-1 1 0 0,1 0-1 0 0,0 0 1 0 0,0 0-1 0 0,0-1 1 0 0,0 0-1 0 0,1 0 1 0 0,-5-7-1 0 0,-2-1-34 0 0,10 11 15 0 0,0 0 0 0 0,0 0 0 0 0,0 0 0 0 0,0 0 1 0 0,1 0-1 0 0,-1-1 0 0 0,1 1 0 0 0,-2-4 0 0 0,3 6 6 0 0,0 0 0 0 0,0-1-1 0 0,0 1 1 0 0,0 0 0 0 0,0-1 0 0 0,0 1-1 0 0,1 0 1 0 0,-1-1 0 0 0,0 1-1 0 0,0 0 1 0 0,0-1 0 0 0,1 1-1 0 0,-1 0 1 0 0,0-1 0 0 0,0 1-1 0 0,1 0 1 0 0,-1 0 0 0 0,0-1-1 0 0,0 1 1 0 0,1 0 0 0 0,-1 0 0 0 0,0 0-1 0 0,1-1 1 0 0,-1 1 0 0 0,0 0-1 0 0,1 0 1 0 0,-1 0 0 0 0,0 0-1 0 0,1 0 1 0 0,-1 0 0 0 0,0 0-1 0 0,1 0 1 0 0,-1 0 0 0 0,1 0 0 0 0,-1 0-1 0 0,19-3 35 0 0,-15 3-31 0 0,114-15 32 0 0,181 0 0 0 0,-192 20 7 0 0,86-1 58 0 0,-67-10-101 0 0,115-8 0 0 0,-240 14 0 0 0,-1 0 0 0 0,1 0 0 0 0,0 0 0 0 0,0 0 0 0 0,-1 0 0 0 0,1 0 0 0 0,0 0 0 0 0,0 0 0 0 0,-1 0 0 0 0,1-1 0 0 0,0 1 0 0 0,0 0 0 0 0,-1-1 0 0 0,1 1 0 0 0,0-1 0 0 0,-1 1 0 0 0,1-1 0 0 0,0 1 0 0 0,-1-1 0 0 0,1 0 0 0 0,-1 1 0 0 0,0-1 0 0 0,0 1 0 0 0,0-1 0 0 0,0 0 0 0 0,-1 1 0 0 0,1-1 0 0 0,0 1 0 0 0,-1 0 0 0 0,1-1 0 0 0,0 1 0 0 0,-1-1 0 0 0,1 1 0 0 0,0-1 0 0 0,-1 1 0 0 0,1 0 0 0 0,-1-1 0 0 0,1 1 0 0 0,-1 0 0 0 0,1-1 0 0 0,-1 1 0 0 0,1 0 0 0 0,-1 0 0 0 0,1-1 0 0 0,-1 1 0 0 0,1 0 0 0 0,-2 0 0 0 0,-16-7 9 0 0,-1 0 0 0 0,-1 2-1 0 0,1 0 1 0 0,-1 2-1 0 0,1 0 1 0 0,-1 1 0 0 0,-35 0-1 0 0,-7 6-12 0 0,-71 13 0 0 0,-12 1 7 0 0,-86 7-393 0 0,64-6 340 0 0,141-17 62 0 0,0-1 0 0 0,-1-1 1 0 0,-33-4-1 0 0,44 1-27 0 0,1 0 0 0 0,-1 0 0 0 0,1-1 0 0 0,0-1 0 0 0,0-1 0 0 0,-25-13 0 0 0,40 19 18 0 0,-1 0 0 0 0,1 0 0 0 0,-1-1-1 0 0,1 1 1 0 0,-1 0 0 0 0,0 0 0 0 0,1-1 0 0 0,-1 1-1 0 0,1 0 1 0 0,-1-1 0 0 0,1 1 0 0 0,0-1-1 0 0,-1 1 1 0 0,1-1 0 0 0,-1 1 0 0 0,1-1-1 0 0,0 1 1 0 0,-1-1 0 0 0,1 1 0 0 0,0-1 0 0 0,-1 1-1 0 0,1-1 1 0 0,0 0 0 0 0,0 1 0 0 0,0-1-1 0 0,0 1 1 0 0,0-1 0 0 0,0 0 0 0 0,-1 1 0 0 0,1-1-1 0 0,0 1 1 0 0,1-1 0 0 0,-1 0 0 0 0,0 1-1 0 0,0-1 1 0 0,0 1 0 0 0,0-1 0 0 0,0 0-1 0 0,1 1 1 0 0,-1-1 0 0 0,0 1 0 0 0,0-1 0 0 0,1 1-1 0 0,-1-1 1 0 0,1 1 0 0 0,-1-1 0 0 0,0 1-1 0 0,1-1 1 0 0,-1 1 0 0 0,1-1 0 0 0,2-1-7 0 0,0-1 0 0 0,0 1 1 0 0,0 1-1 0 0,0-1 0 0 0,0 0 1 0 0,0 1-1 0 0,5-3 0 0 0,14-1-6 0 0,1 1 0 0 0,-1 1-1 0 0,0 1 1 0 0,41 2 0 0 0,-2-1 155 0 0,-42 0-137 0 0,149-3-21 0 0,-129 5-4 0 0,-1 2 1 0 0,54 11 0 0 0,-16 3 33 0 0,78 15 30 0 0,-114-26-54 0 0,77 2 0 0 0,84-17-385 0 0,-192 8 320 0 0,0-1 0 0 0,0 0 0 0 0,-1-1 0 0 0,1 1-1 0 0,-1-2 1 0 0,16-7 0 0 0,-9 2 85 0 0,-1 0 0 0 0,24-20 0 0 0,-37 28-12 0 0,0 0-1 0 0,1 0 0 0 0,-1-1 0 0 0,0 1 0 0 0,0 0 0 0 0,0-1 0 0 0,-1 1 0 0 0,1-1 1 0 0,0 1-1 0 0,0-1 0 0 0,-1 1 0 0 0,1-1 0 0 0,-1 1 0 0 0,1-1 0 0 0,-1 0 0 0 0,0-2 1 0 0,0 0-2 0 0,0 1 0 0 0,0-1 1 0 0,0 0-1 0 0,-1 1 0 0 0,0-1 1 0 0,1 1-1 0 0,-3-5 0 0 0,-1-2 17 0 0,0 0 0 0 0,-1 0 0 0 0,-1 1 0 0 0,-7-11-1 0 0,2 3 7 0 0,7 10-5 0 0,0 1-1 0 0,0 0 0 0 0,-10-11 1 0 0,13 16-16 0 0,0 0 1 0 0,0-1-1 0 0,-1 1 1 0 0,1 0-1 0 0,0 1 1 0 0,-1-1-1 0 0,1 0 1 0 0,-1 0-1 0 0,1 0 1 0 0,-1 1-1 0 0,1-1 1 0 0,-1 1 0 0 0,1-1-1 0 0,-1 1 1 0 0,0 0-1 0 0,1 0 1 0 0,-1 0-1 0 0,1 0 1 0 0,-1 0-1 0 0,0 0 1 0 0,1 0-1 0 0,-1 0 1 0 0,-1 1-1 0 0,-16 6-3 0 0,1 0 0 0 0,0 1 0 0 0,0 1 0 0 0,1 1 0 0 0,-26 20 0 0 0,30-20-36 0 0,-15 15 0 0 0,22-19 27 0 0,0 0 0 0 0,0 0 1 0 0,-1-1-1 0 0,0 1 0 0 0,0-2 0 0 0,0 1 1 0 0,0-1-1 0 0,-1 0 0 0 0,-12 5 0 0 0,6-5-622 0 0,0 0 0 0 0,-1-1 0 0 0,1-1 0 0 0,-1 0 0 0 0,1-1-1 0 0,-1 0 1 0 0,-23-2 0 0 0,45-10-666 0 0,13-1 1179 0 0,171-71 224 0 0,-161 71 323 0 0,1 2 0 0 0,53-10-1 0 0,-79 18-290 0 0,-2 2 56 0 0,0-1 0 0 0,0 0 0 0 0,0 1 0 0 0,1-1 0 0 0,-1 1 0 0 0,5 0 0 0 0,-45 7 1139 0 0,-27 8-388 0 0,-67 11-318 0 0,52-13-548 0 0,49-7-95 0 0,-1-1 1 0 0,-41 1-1 0 0,100-20-145 0 0,99-34 87 0 0,137-33 0 0 0,-247 76 91 0 0,-5 1 23 0 0,1 1 0 0 0,0-1 0 0 0,0 2 0 0 0,0 0 0 0 0,0 0-1 0 0,20 2 1 0 0,-33-1-37 0 0,0 1 0 0 0,0 0 0 0 0,1 0 0 0 0,-1 0-1 0 0,0 0 1 0 0,0 0 0 0 0,0 0 0 0 0,0 0 0 0 0,0 0 0 0 0,0 0-1 0 0,1 0 1 0 0,-1 0 0 0 0,0 0 0 0 0,0 0 0 0 0,0 0-1 0 0,0 0 1 0 0,0 0 0 0 0,0 0 0 0 0,1 0 0 0 0,-1 0-1 0 0,0 0 1 0 0,0 0 0 0 0,0 0 0 0 0,0 0 0 0 0,0 0 0 0 0,0 0-1 0 0,1 0 1 0 0,-1 0 0 0 0,0 0 0 0 0,0 1 0 0 0,0-1-1 0 0,0 0 1 0 0,0 0 0 0 0,0 0 0 0 0,0 0 0 0 0,0 0-1 0 0,1 0 1 0 0,-1 0 0 0 0,0 0 0 0 0,0 1 0 0 0,0-1-1 0 0,0 0 1 0 0,0 0 0 0 0,0 0 0 0 0,0 0 0 0 0,0 0 0 0 0,0 0-1 0 0,0 1 1 0 0,0-1 0 0 0,0 0 0 0 0,0 0 0 0 0,0 0-1 0 0,0 0 1 0 0,0 0 0 0 0,0 1 0 0 0,0-1 0 0 0,0 0-1 0 0,0 0 1 0 0,-10 6 13 0 0,-16 3 7 0 0,-373 88 926 0 0,146-38-901 0 0,230-54-30 0 0,14-4-34 0 0,0 1-1 0 0,0 0 1 0 0,1 1 0 0 0,-9 3-1 0 0,26-8-9 0 0,0-1 0 0 0,0 1 0 0 0,0 1 0 0 0,1 0 0 0 0,11 0 0 0 0,82-2 20 0 0,63-3-8 0 0,-4-2 16 0 0,-154 7-1 0 0,-14 0 0 0 0,-12 1 14 0 0,-122 11 620 0 0,-134 3 11 0 0,254-14-649 0 0,-239-8-62 0 0,242 6 67 0 0,15 0 0 0 0,10-3 0 0 0,41-13 13 0 0,2 2 0 0 0,0 3-1 0 0,0 1 1 0 0,1 3 0 0 0,80-3-1 0 0,-120 11-56 0 0,-2 0-44 0 0,-19 3 56 0 0,-156 33 171 0 0,81-15-127 0 0,25-5 107 0 0,25-6-124 0 0,0-2-1 0 0,-1-1 1 0 0,-52 3-1 0 0,86-9 5 0 0,0 0 1 0 0,0 0-1 0 0,0 0 0 0 0,1 0 0 0 0,-1 0 0 0 0,0 0 0 0 0,0 0 0 0 0,0 0 0 0 0,0 0 0 0 0,0-1 1 0 0,1 1-1 0 0,-1 0 0 0 0,0-1 0 0 0,0 1 0 0 0,1 0 0 0 0,-1-1 0 0 0,0 1 0 0 0,0-1 0 0 0,1 0 0 0 0,-1 1 0 0 0,1 0 0 0 0,0-1 0 0 0,0 1 0 0 0,0-1-1 0 0,0 1 1 0 0,0 0 0 0 0,0-1 0 0 0,0 1 0 0 0,0 0 0 0 0,0-1-1 0 0,0 1 1 0 0,0-1 0 0 0,0 1 0 0 0,1 0 0 0 0,-1-1 0 0 0,0 1-1 0 0,0 0 1 0 0,0-1 0 0 0,0 1 0 0 0,1 0 0 0 0,-1-1 0 0 0,0 1-1 0 0,0 0 1 0 0,0-1 0 0 0,1 1 0 0 0,2-3-3 0 0,0 0 0 0 0,0 0 1 0 0,0 1-1 0 0,0 0 0 0 0,0-1 0 0 0,6-1 1 0 0,57-24-28 0 0,-50 23 38 0 0,-1-1 0 0 0,1-1 0 0 0,-1 0-1 0 0,0-1 1 0 0,22-16 0 0 0,-37 24-7 0 0,0 0 0 0 0,0 0 0 0 0,0 0 0 0 0,0 0 0 0 0,1 0 0 0 0,-1 0 0 0 0,0 0 0 0 0,0 0 0 0 0,0 0 0 0 0,0 0 0 0 0,0-1 0 0 0,0 1 0 0 0,0 0 0 0 0,0 0 0 0 0,0 0 0 0 0,1 0 0 0 0,-1 0 0 0 0,0 0 0 0 0,0 0 0 0 0,0-1 0 0 0,0 1 0 0 0,0 0 0 0 0,0 0 0 0 0,0 0 0 0 0,0 0 0 0 0,0 0 0 0 0,0 0 0 0 0,0-1 0 0 0,0 1 0 0 0,0 0 0 0 0,0 0 0 0 0,0 0 0 0 0,0 0 0 0 0,0 0 0 0 0,0 0 0 0 0,0-1 0 0 0,0 1 0 0 0,0 0 0 0 0,0 0 0 0 0,0 0 0 0 0,0 0 0 0 0,0 0 0 0 0,-1 0 0 0 0,1 0 0 0 0,0-1 0 0 0,0 1 0 0 0,0 0 0 0 0,0 0 0 0 0,0 0 0 0 0,0 0 0 0 0,0 0 0 0 0,0 0 0 0 0,-1 0 0 0 0,-10-3 0 0 0,-18 2 0 0 0,26 1 0 0 0,-33 0 0 0 0,0 1 0 0 0,0 2 0 0 0,-57 12 0 0 0,85-9 8 0 0,6-4-21 0 0,3-1-70 0 0,26-11 72 0 0,0 2 0 0 0,42-7 0 0 0,36-10 4 0 0,-158 30 7 0 0,7 0 26 0 0,0-1 0 0 0,0-2-1 0 0,-1-3 1 0 0,-66-8-1 0 0,109 8-25 0 0,-29-5 0 0 0,31 5 0 0 0,0 1 0 0 0,-1-1 0 0 0,1 0 0 0 0,0 0 0 0 0,0 0 0 0 0,0 0 0 0 0,0 0 0 0 0,0 0 0 0 0,0 0 0 0 0,0-1 0 0 0,-2-2 0 0 0,3 4-1 0 0,1-1-1 0 0,0 1 1 0 0,-1-1-1 0 0,1 0 0 0 0,0 1 1 0 0,0-1-1 0 0,-1 0 1 0 0,1 0-1 0 0,0 1 0 0 0,0-1 1 0 0,0 0-1 0 0,0 1 1 0 0,0-1-1 0 0,0 0 0 0 0,0 1 1 0 0,0-1-1 0 0,0 0 1 0 0,0 0-1 0 0,1 1 0 0 0,-1-1 1 0 0,0 0-1 0 0,0 1 1 0 0,1-1-1 0 0,-1 1 0 0 0,1-2 1 0 0,13-18-108 0 0,-3 5 163 0 0,-7-3-11 0 0,-4 17-45 0 0,1 1 1 0 0,-1 0-1 0 0,0-1 1 0 0,-1 1-1 0 0,1-1 0 0 0,0 1 1 0 0,0-1-1 0 0,0 1 1 0 0,0-1-1 0 0,0 1 1 0 0,0-1-1 0 0,0 1 1 0 0,-1 0-1 0 0,1-1 0 0 0,0 1 1 0 0,0-1-1 0 0,-1 1 1 0 0,1 0-1 0 0,0-1 1 0 0,0 1-1 0 0,-1 0 1 0 0,1-1-1 0 0,-1 1 0 0 0,1 0 1 0 0,0 0-1 0 0,-1-1 1 0 0,1 1-1 0 0,0 0 1 0 0,-1 0-1 0 0,1 0 1 0 0,-1-1-1 0 0,1 1 0 0 0,-1 0 1 0 0,1 0-1 0 0,-1 0 1 0 0,1 0-1 0 0,0 0 1 0 0,-1 0-1 0 0,1 0 1 0 0,-2 0 52 0 0,0-2 3 0 0,-1 0-49 0 0,1 1-5 0 0,0 0-1 0 0,0-1 1 0 0,1 1-1 0 0,-1 0 1 0 0,0 0-1 0 0,0 0 0 0 0,0 1 1 0 0,0-1-1 0 0,0 0 1 0 0,0 1-1 0 0,-1-1 1 0 0,-3 1-1 0 0,-2-4-77 0 0,6 3 80 0 0,0 1 0 0 0,0-1 1 0 0,0 0-1 0 0,0 0 0 0 0,0-1 0 0 0,0 1 0 0 0,1 0 0 0 0,-1-1 0 0 0,0 1 1 0 0,1-1-1 0 0,-1 1 0 0 0,1-1 0 0 0,-1 0 0 0 0,1 0 0 0 0,-2-2 0 0 0,-4-2-2 0 0,3 4 0 0 0,2 1 0 0 0,0 0 0 0 0,0-1 0 0 0,0 1 0 0 0,0-1 0 0 0,0 1 0 0 0,0-1 0 0 0,0 0 0 0 0,1 0 0 0 0,-4-4 0 0 0,4 5-10 0 0,4 2 10 0 0,-1 1-1 0 0,1-1 1 0 0,-1 0 0 0 0,1 0 0 0 0,-1 0-1 0 0,1-1 1 0 0,-1 1 0 0 0,1-1 0 0 0,0 1 0 0 0,0-1-1 0 0,-1 0 1 0 0,5 0 0 0 0,2 0 4 0 0,0 0 1 0 0,15-3-1 0 0,27-12-64 0 0,-49 14 61 0 0,0 1-1 0 0,1 0 0 0 0,-1 0 0 0 0,0 0 0 0 0,1 0 1 0 0,-1 0-1 0 0,3 1 0 0 0,-3 0 7 0 0,1-1-1 0 0,-1 1 1 0 0,0-1 0 0 0,1 0-1 0 0,-1 0 1 0 0,0 0-1 0 0,1-1 1 0 0,-1 1 0 0 0,3-1-1 0 0,-3 1-10 0 0,1-1-1 0 0,0 1 0 0 0,0 0 1 0 0,-1 0-1 0 0,1 0 1 0 0,3 0-1 0 0,12 0-16 0 0,-13-1 23 0 0,0 0-1 0 0,0 1 1 0 0,0 0 0 0 0,0 0-1 0 0,0 0 1 0 0,0 1 0 0 0,8 1-1 0 0,3-2-6 0 0,-15 0 4 0 0,1 0 1 0 0,-1 0-1 0 0,1 0 0 0 0,-1 0 0 0 0,1 0 0 0 0,-1 0 1 0 0,1 0-1 0 0,-1 0 0 0 0,1 1 0 0 0,-1-1 1 0 0,0 1-1 0 0,1-1 0 0 0,1 2 0 0 0,-2-2 12 0 0,0 0-11 0 0,0 0 0 0 0,-1 0 0 0 0,1 0 1 0 0,0 1-1 0 0,0-1 0 0 0,0 0 0 0 0,-1 1 0 0 0,1-1 0 0 0,0 0 0 0 0,0 1 0 0 0,-1-1 1 0 0,1 1-1 0 0,-1-1 0 0 0,2 1 0 0 0,-2 0-1 0 0,1-1 0 0 0,-1 1 1 0 0,1-1-1 0 0,-1 1 0 0 0,1-1 0 0 0,-1 1 1 0 0,1-1-1 0 0,-1 0 0 0 0,1 0 0 0 0,0 1 1 0 0,-1-1-1 0 0,1 0 0 0 0,0 0 0 0 0,-1 1 1 0 0,1-1-1 0 0,0 0 0 0 0,-1 0 0 0 0,1 0 0 0 0,0 0 1 0 0,-1 0-1 0 0,1 0 0 0 0,0 0 0 0 0,-1 0 1 0 0,1 0-1 0 0,0-1 0 0 0,1 1 0 0 0,0-2 7 0 0,1 1-1 0 0,0 0 0 0 0,0 0 0 0 0,0 0 0 0 0,0 0 0 0 0,0 0 0 0 0,0 1 1 0 0,0-1-1 0 0,0 1 0 0 0,0 0 0 0 0,0 0 0 0 0,0 0 0 0 0,5 1 0 0 0,-5 0-9 0 0,-1 0 0 0 0,1 0 0 0 0,-1 0 0 0 0,1-1 0 0 0,-1 1 0 0 0,1-1 0 0 0,0 1 1 0 0,-1-1-1 0 0,1 0 0 0 0,0 0 0 0 0,-1 0 0 0 0,1-1 0 0 0,0 1 0 0 0,-1-1 0 0 0,1 1 0 0 0,-1-1 0 0 0,4-1 0 0 0,-4 2 3 0 0,-1-1 0 0 0,0 1-1 0 0,0 0 0 0 0,0 0 0 0 0,0 0 0 0 0,0 0 0 0 0,0 1 1 0 0,0-1-1 0 0,0 0 0 0 0,0 0 0 0 0,0 1 0 0 0,0-1 1 0 0,0 0-1 0 0,0 1 0 0 0,-1-1 0 0 0,1 1 0 0 0,1 0 0 0 0,-1 0 0 0 0,0-1 0 0 0,0 1 0 0 0,0 0 0 0 0,0-1 0 0 0,1 1 0 0 0,-1-1 0 0 0,0 0 0 0 0,0 1 0 0 0,0-1 0 0 0,0 0 0 0 0,0 0 0 0 0,1 0 0 0 0,-1 0 0 0 0,0 0-1 0 0,2 0 1 0 0,2-1 2 0 0,1 0 0 0 0,0 0 0 0 0,-1 1 0 0 0,1-1 0 0 0,-1 1 0 0 0,1 0 0 0 0,8 2 0 0 0,-5-1 14 0 0,-1 0 0 0 0,1-1 0 0 0,0 0 0 0 0,0 0 0 0 0,0-1-1 0 0,-1 0 1 0 0,17-4 0 0 0,-18 3-48 0 0,0 1 0 0 0,1 1-1 0 0,-1 0 1 0 0,8 0 0 0 0,-7 0 37 0 0,0 0 0 0 0,0 0 0 0 0,9-2 0 0 0,-11 1-3 0 0,1 1 0 0 0,0-1 0 0 0,0 1 0 0 0,13 2 0 0 0,-13-1 0 0 0,0-1 0 0 0,-1 1 0 0 0,1-1 0 0 0,12-2 0 0 0,-6 0 0 0 0,-1 1 0 0 0,22 1 0 0 0,-18 0 0 0 0,2 4 0 0 0,-16-3 0 0 0,0 0 0 0 0,0-1 0 0 0,0 1 0 0 0,0-1 0 0 0,0 1 0 0 0,0-1 0 0 0,0 0 0 0 0,0 0 0 0 0,4 0 0 0 0,5-1 0 0 0,8-2 0 0 0,27-1 0 0 0,-1 0-64 0 0,11-2 64 0 0,2 4 0 0 0,-53 2 6 0 0,0 1 0 0 0,0-1 0 0 0,0 1 0 0 0,5 2 0 0 0,11 2-349 0 0,-2 0-1540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1:09.429"/>
    </inkml:context>
    <inkml:brush xml:id="br0">
      <inkml:brushProperty name="width" value="0.35" units="cm"/>
      <inkml:brushProperty name="height" value="0.35" units="cm"/>
      <inkml:brushProperty name="color" value="#33CCFF"/>
    </inkml:brush>
  </inkml:definitions>
  <inkml:trace contextRef="#ctx0" brushRef="#br0">1 1 2175 0 0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1:35.22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4125 9 455 0 0,'-2'-1'962'0'0,"6"-2"1168"0"0,-3 2-1913 0 0,-1 1 0 0 0,1 0 0 0 0,0-1 0 0 0,0 1-1 0 0,-1 0 1 0 0,1 0 0 0 0,0-1 0 0 0,0 1 0 0 0,-1 0-1 0 0,1 0 1 0 0,0 0 0 0 0,0 0 0 0 0,0 0 0 0 0,0 0-1 0 0,-1 0-115 0 0,1 0-1 0 0,-1 0 0 0 0,0 0 0 0 0,0-1 0 0 0,1 1 0 0 0,-1 0 0 0 0,0 0 1 0 0,0 0-1 0 0,0 0 0 0 0,1 0 0 0 0,-1 0 0 0 0,0 0 0 0 0,0 0 0 0 0,1-1 1 0 0,-1 1-1 0 0,0 0 0 0 0,1 0 0 0 0,-1 0 0 0 0,0 0 0 0 0,0 0 0 0 0,1 0 1 0 0,-1 0-1 0 0,0 0 0 0 0,0 1 0 0 0,1-1 0 0 0,-1 0 0 0 0,0 0 0 0 0,0 0 1 0 0,1 0-1 0 0,-1 0 0 0 0,0 0 0 0 0,0 0 0 0 0,1 1 0 0 0,-1-1 0 0 0,0 0 1 0 0,0 0-1 0 0,2 4 44 0 0,-1 0 1 0 0,0 0-1 0 0,0 0 1 0 0,-1 0-1 0 0,1 0 1 0 0,-1 0-1 0 0,0 1 1 0 0,0-1-1 0 0,-1 6 1 0 0,0 11 39 0 0,0-1 0 0 0,3 30 0 0 0,1 2-287 0 0,-5-29 121 0 0,0 0 0 0 0,-1-1-1 0 0,-10 32 1 0 0,-3 20-89 0 0,14-63 70 0 0,0 0-1 0 0,-1 0 1 0 0,-1 0-1 0 0,0 0 1 0 0,0-1-1 0 0,-1 0 1 0 0,-1 0-1 0 0,1 0 1 0 0,-2 0-1 0 0,-8 11 1 0 0,5-10 160 0 0,0-1 1 0 0,-1 1-1 0 0,0-2 1 0 0,0 1 0 0 0,-1-2-1 0 0,0 0 1 0 0,-21 11-1 0 0,-23 7 219 0 0,-1-3-1 0 0,-87 23 0 0 0,82-30-1 0 0,-112 15 0 0 0,-76-4 378 0 0,208-24-709 0 0,-1-3 1 0 0,0-1-1 0 0,0-2 1 0 0,1-2-1 0 0,0-2 1 0 0,0-2-1 0 0,-53-18 1 0 0,22 7-31 0 0,-1 2 0 0 0,-97-10 0 0 0,-153 6 14 0 0,227 21-54 0 0,-128 14 0 0 0,155-3 2 0 0,1 2 1 0 0,-107 34 0 0 0,105-22-30 0 0,0 3 1 0 0,-127 70-1 0 0,-235 172-476 0 0,403-248 474 0 0,0 2-1 0 0,-35 34 0 0 0,-44 61 107 0 0,-28 26-47 0 0,-3 5-52 0 0,113-117 40 0 0,1 1 0 0 0,-39 70-1 0 0,31-43 15 0 0,-29 57 48 0 0,55-100-54 0 0,1 2-1 0 0,0-1 0 0 0,2 1 1 0 0,-6 31-1 0 0,10-47-1 0 0,1 1-1 0 0,-1 0 1 0 0,1 0 0 0 0,0-1-1 0 0,0 1 1 0 0,1 0 0 0 0,-1-1-1 0 0,2 7 1 0 0,-1-8-30 0 0,-1-1 0 0 0,1 0 1 0 0,0 0-1 0 0,-1 1 0 0 0,1-1 1 0 0,0 0-1 0 0,0 0 0 0 0,0 0 1 0 0,-1 0-1 0 0,1 0 0 0 0,0 0 0 0 0,0 0 1 0 0,0-1-1 0 0,1 1 0 0 0,-1 0 1 0 0,0 0-1 0 0,0-1 0 0 0,0 1 1 0 0,1-1-1 0 0,-1 1 0 0 0,0-1 0 0 0,0 1 1 0 0,1-1-1 0 0,-1 0 0 0 0,0 0 1 0 0,1 0-1 0 0,1 0 0 0 0,10 1-289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1:36.09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49 3679 0 0,'1'8'746'0'0,"1"1"-1"0"0,0 0 0 0 0,0-1 1 0 0,0 1-1 0 0,5 7 0 0 0,-3-6-469 0 0,0 0 0 0 0,1-1-1 0 0,1 0 1 0 0,-1 0 0 0 0,1 0 0 0 0,1-1-1 0 0,0 0 1 0 0,12 12 0 0 0,-19-20-224 0 0,1 1 1 0 0,0-1 0 0 0,-1 1-1 0 0,1-1 1 0 0,-1 0 0 0 0,1 0 0 0 0,0 1-1 0 0,-1-1 1 0 0,1 0 0 0 0,0 0-1 0 0,-1 0 1 0 0,1 1 0 0 0,0-1 0 0 0,-1 0-1 0 0,1 0 1 0 0,0 0 0 0 0,-1 0-1 0 0,1-1 1 0 0,0 1 0 0 0,-1 0-1 0 0,1 0 1 0 0,0 0 0 0 0,0-1 0 0 0,1 0 66 0 0,-1 1 1 0 0,1-1-1 0 0,-1 0 1 0 0,1-1-1 0 0,-1 1 1 0 0,0 0 0 0 0,1 0-1 0 0,-1-1 1 0 0,1-1-1 0 0,3-4 317 0 0,-1 0 0 0 0,1 0 0 0 0,2-8 0 0 0,-6 12-318 0 0,8-13 113 0 0,0 1 0 0 0,0 0 0 0 0,1 1 0 0 0,1 1 0 0 0,1-1 1 0 0,24-21-1 0 0,-32 31-278 0 0,1 1 1 0 0,-1 0-1 0 0,1 0 1 0 0,0 0-1 0 0,5-2 1 0 0,5 0-4237 0 0,-3 3-881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1:52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 3679 0 0,'-3'-3'7380'0'0,"4"13"-4282"0"0,5 30-3224 0 0,-2-15 974 0 0,10 118-86 0 0,-14-122-892 0 0,0-1-1 0 0,-1 1 1 0 0,-2-1-1 0 0,0 0 0 0 0,-6 21 1 0 0,7-37-3471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1:52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 3223 0 0,'6'-5'655'0'0,"0"-1"0"0"0,1 1 0 0 0,-1 1 0 0 0,1-1 0 0 0,0 1 0 0 0,10-3 0 0 0,49-18 2466 0 0,-43 17-1999 0 0,-8 4-527 0 0,0 0 0 0 0,0 0 0 0 0,22-1-1 0 0,19 2-1847 0 0,-51 3-3485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1:52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1 919 0 0,'-15'13'3570'0'0,"-44"46"1266"0"0,-23 38-3751 0 0,64-74-737 0 0,2 0-250 0 0,-4 5-3 0 0,16-25-3105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1:53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2759 0 0,'0'-1'-273'0'0,"0"0"442"0"0,0 1 1 0 0,0 0 0 0 0,0-1-1 0 0,0 1 1 0 0,0-1 0 0 0,0 1-1 0 0,0-1 1 0 0,0 1 0 0 0,0-1-1 0 0,0 1 1 0 0,0 0 0 0 0,0-1-1 0 0,0 1 1 0 0,0-1 0 0 0,0 1-1 0 0,1 0 1 0 0,-1-1 0 0 0,0 1-1 0 0,0-1 1 0 0,0 1 0 0 0,1 0-1 0 0,-1-1 1 0 0,0 1-1 0 0,1 0 1 0 0,-1-1 0 0 0,0 1-1 0 0,1 0 1 0 0,-1-1 0 0 0,0 1-1 0 0,3-1 2655 0 0,-1 3-1818 0 0,50 45 2011 0 0,-20-16-2276 0 0,79 72-689 0 0,-99-92-52 0 0,-1-2 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1:53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1839 0 0,'-3'21'4104'0'0,"5"-15"-3701"0"0,1-1-1 0 0,-1 1 0 0 0,1-1 1 0 0,0 0-1 0 0,0 0 0 0 0,0 0 1 0 0,8 7-1 0 0,32 31 621 0 0,-17-19-833 0 0,24 31-995 0 0,-39-41-2630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1:54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0 2759 0 0,'-3'1'255'0'0,"1"0"0"0"0,0 0 0 0 0,0 0 0 0 0,-1 0 0 0 0,1 0 0 0 0,0 0 0 0 0,0 0 0 0 0,0 1 0 0 0,0-1 0 0 0,0 1 0 0 0,1-1 0 0 0,-1 1 0 0 0,0 0 0 0 0,1 0 0 0 0,-2 2 0 0 0,-4 3 417 0 0,-39 43 1758 0 0,-63 91 0 0 0,96-122-2460 0 0,3-9 18 0 0,8-9-57 0 0,1 1 0 0 0,-1-1 1 0 0,0 0-1 0 0,1 1 0 0 0,0 0 0 0 0,-1-1 0 0 0,1 1 1 0 0,0 0-1 0 0,0-1 0 0 0,0 1 0 0 0,-1 3 0 0 0,3-3-203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1:57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66 2407 0 0,'-4'-5'52'0'0,"-1"0"0"0"0,1 0-1 0 0,-5-8 1 0 0,-3-4 128 0 0,7 9 264 0 0,5 7-356 0 0,0 1-1 0 0,-1-1 0 0 0,1 0 1 0 0,0 1-1 0 0,0-1 0 0 0,-1 0 1 0 0,1 1-1 0 0,0-1 1 0 0,-1 1-1 0 0,1-1 0 0 0,-1 1 1 0 0,1-1-1 0 0,-1 1 0 0 0,1-1 1 0 0,-1 1-1 0 0,1-1 0 0 0,-1 1 1 0 0,1 0-1 0 0,-1-1 1 0 0,1 1-1 0 0,-1 0 0 0 0,0 0 1 0 0,1-1-1 0 0,-1 1 0 0 0,0 0 1 0 0,1 0-1 0 0,-1 0 1 0 0,0 0-1 0 0,1 0 0 0 0,-1 0 1 0 0,0 0-1 0 0,1 0 0 0 0,-2 0 1 0 0,1 0 638 0 0,-5 4 6425 0 0,23 13-6094 0 0,15 20 0 0 0,-3-4-644 0 0,14 17 192 0 0,28 28 584 0 0,-58-62-1189 0 0,-11-13 0 0 0,0-1 0 0 0,0 1 0 0 0,0 0 0 0 0,1 0 0 0 0,-1-1 0 0 0,1 0 0 0 0,0 1 0 0 0,0-1 0 0 0,0 0 0 0 0,4 2 0 0 0,-7-4 2 0 0,0 0-1 0 0,1 0 1 0 0,-1 0 0 0 0,0 0-1 0 0,0 0 1 0 0,0 0-1 0 0,0 0 1 0 0,0 0 0 0 0,0 0-1 0 0,0 0 1 0 0,1 0-1 0 0,-1 0 1 0 0,0 0 0 0 0,0 0-1 0 0,0 0 1 0 0,0 0-1 0 0,0 0 1 0 0,0 0 0 0 0,0 0-1 0 0,0 0 1 0 0,1 0-1 0 0,-1 0 1 0 0,0 0 0 0 0,0 0-1 0 0,0-1 1 0 0,0 1-1 0 0,0 0 1 0 0,0 0-1 0 0,0 0 1 0 0,0 0 0 0 0,0 0-1 0 0,0 0 1 0 0,0 0-1 0 0,0 0 1 0 0,0-1 0 0 0,0 1-1 0 0,0 0 1 0 0,0 0-1 0 0,0 0 1 0 0,0 0 0 0 0,0 0-1 0 0,0 0 1 0 0,0 0-1 0 0,0-1 1 0 0,0 1 0 0 0,0 0-1 0 0,0 0 1 0 0,0 0-1 0 0,0 0 1 0 0,0 0 0 0 0,0 0-1 0 0,-1-7-1752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1:58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0 311 3223 0 0,'8'-10'4756'0'0,"30"-33"-1896"0"0,-7 9-1377 0 0,62-74 1138 0 0,-69 79-2867 0 0,1 1 1 0 0,29-26-1 0 0,-49 50-4849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2:05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57 2303 0 0,'-1'-7'1489'0'0,"0"0"-1"0"0,0 0 0 0 0,0 0 0 0 0,-1 0 0 0 0,-4-8 0 0 0,4 8 693 0 0,3 20 3465 0 0,-1 7-5831 0 0,10 169 366 0 0,-7-88-117 0 0,0-31-51 0 0,4 104 38 0 0,-8-144-711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2:10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97 133 2303 0 0,'1'-50'2639'0'0,"0"0"3270"0"0,-3 60-2126 0 0,0 10-3164 0 0,22 193 693 0 0,-19-122-1275 0 0,-11 92 0 0 0,7-166-38 0 0,3-17 1 0 0,0 1 1 0 0,0-1 0 0 0,0 1-1 0 0,-1-1 1 0 0,1 1 0 0 0,0-1-1 0 0,0 0 1 0 0,0 1 0 0 0,-1-1-1 0 0,1 1 1 0 0,0-1 0 0 0,-1 1-1 0 0,1-1 1 0 0,0 0 0 0 0,-1 1 0 0 0,1-1-1 0 0,0 0 1 0 0,-1 1 0 0 0,1-1-1 0 0,-1 0 1 0 0,1 1 0 0 0,-1-1-1 0 0,1 0 1 0 0,0 0 0 0 0,-1 0-1 0 0,1 1 1 0 0,-2-1 0 0 0,2-1 179 0 0,0 5 1072 0 0,1-1-1213 0 0,-1-1 1 0 0,1 0-1 0 0,0 0 1 0 0,0 0-1 0 0,0 0 1 0 0,0 0-1 0 0,1 0 1 0 0,-1 0-1 0 0,1 0 1 0 0,-1 0-1 0 0,1-1 1 0 0,-1 1-1 0 0,1-1 1 0 0,0 1 0 0 0,0-1-1 0 0,0 0 1 0 0,0 1-1 0 0,0-1 1 0 0,4 1-1 0 0,27 17 192 0 0,-27-15-181 0 0,0 0 1 0 0,0-1-1 0 0,1 0 0 0 0,-1 0 0 0 0,1 0 0 0 0,-1-1 0 0 0,12 2 0 0 0,-13-3-44 0 0,0 0-1 0 0,0-1 0 0 0,0 0 1 0 0,-1 0-1 0 0,1 0 0 0 0,0-1 1 0 0,0 0-1 0 0,0 0 0 0 0,-1 0 1 0 0,1 0-1 0 0,7-4 0 0 0,-5 1 4 0 0,0 0 0 0 0,0 0 1 0 0,0-1-1 0 0,-1 1 0 0 0,1-2 0 0 0,6-6 0 0 0,-5 3-9 0 0,0 1 0 0 0,-1-1 0 0 0,0-1 0 0 0,0 1 0 0 0,-1-1 0 0 0,-1 0 0 0 0,1-1 0 0 0,-2 1 0 0 0,1-1 0 0 0,-1 0 0 0 0,3-19 0 0 0,-5 21 0 0 0,-1 0 0 0 0,0 0 0 0 0,-1 0 0 0 0,0 0 0 0 0,0 0 0 0 0,-1 0 0 0 0,0 0 0 0 0,-1 0 0 0 0,0 1 0 0 0,0-1 0 0 0,-1 0 0 0 0,0 1 0 0 0,0 0 0 0 0,-1-1 0 0 0,-8-11 0 0 0,-8-8 3 0 0,-1 2 0 0 0,-40-39 0 0 0,4 5 68 0 0,38 38-69 0 0,-44-46 460 0 0,56 62-401 0 0,0-1 0 0 0,-1 1-1 0 0,0 0 1 0 0,0 1 0 0 0,-1 0-1 0 0,0 0 1 0 0,-10-3 0 0 0,16 6-135 0 0,0 1 1 0 0,0 0 0 0 0,0 1 0 0 0,0-1 0 0 0,-1 0-1 0 0,1 1 1 0 0,0 0 0 0 0,0 0 0 0 0,-1 0 0 0 0,1 0 0 0 0,0 0-1 0 0,0 1 1 0 0,-1-1 0 0 0,1 1 0 0 0,0 0 0 0 0,0 0-1 0 0,-4 2 1 0 0,0 3-6847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2:11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0 161 6911 0 0,'6'-5'905'0'0,"0"1"-1"0"0,0-1 1 0 0,13-6-1 0 0,-1 0 297 0 0,150-109 2684 0 0,-163 116-3876 0 0,-5 4 12 0 0,-7 14 24 0 0,-16 96 288 0 0,0-2-161 0 0,7-36-97 0 0,-8 93 0 0 0,6-32 426 0 0,13-96-85 0 0,4-23-167 0 0,2-12-125 0 0,0-6-4 0 0,3-7-197 0 0,0 5-10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2:23.960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1 64 919 0 0,'37'-63'8992'0'0,"-38"66"-8914"0"0,0 8 7 0 0,0-1 0 0 0,1 1 0 0 0,0-1 0 0 0,0 1 1 0 0,2-1-1 0 0,-1 1 0 0 0,4 11 0 0 0,-2-8 93 0 0,-1 1 1 0 0,0 0-1 0 0,0 25 0 0 0,-3-14 194 0 0,1 0-1 0 0,5 29 1 0 0,-1-12-383 0 0,-3-5 42 0 0,-1-25-234 0 0,1-1 1 0 0,-1 1 0 0 0,5 18 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32:32.303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1265 295 1983 0 0,'6'-13'916'0'0,"2"0"0"0"0,14-24 1947 0 0,-21 36-2763 0 0,-1 0 0 0 0,0 0 0 0 0,1 0 0 0 0,-1 1 0 0 0,1-1 0 0 0,4-6 700 0 0,-4 6-700 0 0,0 1 0 0 0,1-2 0 0 0,-2 2-90 0 0,1 0-7 0 0,-1 0-1 0 0,1 0 0 0 0,0-1 0 0 0,-1 1 1 0 0,1 0-1 0 0,-1-1 0 0 0,1 1 1 0 0,-1 0-1 0 0,1-1 0 0 0,-1 1 0 0 0,1-1 1 0 0,-1 1-1 0 0,1-1 0 0 0,-1 1 0 0 0,0-1 1 0 0,1 1-1 0 0,-1-1 0 0 0,1 0 0 0 0,-3-5 56 0 0,2 6 6 0 0,-1-1-1 0 0,1 0 1 0 0,0 1 0 0 0,0-1-1 0 0,-1 0 1 0 0,1 0-1 0 0,0 1 1 0 0,0-1-1 0 0,0 0 1 0 0,0 0 0 0 0,0 1-1 0 0,0-1 1 0 0,0 0-1 0 0,0 0 1 0 0,0 1-1 0 0,0-2 1 0 0,-1-1 3 0 0,0 0-84 0 0,0 1 28 0 0,1 0 0 0 0,-1 0 0 0 0,0 0 0 0 0,1 1 0 0 0,-1-1 0 0 0,0 0 0 0 0,0 0 0 0 0,0 1 0 0 0,0-1 0 0 0,-1 1 0 0 0,1-1 0 0 0,0 1 0 0 0,-1-1 0 0 0,1 1 0 0 0,-1 0 1 0 0,1 0-1 0 0,-1 0 0 0 0,0-1 0 0 0,1 2 0 0 0,-1-1 0 0 0,0 0 0 0 0,-2-1 0 0 0,-77-15 1225 0 0,4 0-115 0 0,30 15-1121 0 0,35 2 0 0 0,-24-3 0 0 0,28 2-7 0 0,-1 0 0 0 0,1 1 0 0 0,-1 0 0 0 0,1 0 0 0 0,-1 1 0 0 0,1 0 0 0 0,-1 0-1 0 0,-13 4 1 0 0,18-4 10 0 0,0-1-1 0 0,-1 1 0 0 0,1-1 0 0 0,-1 0 1 0 0,1-1-1 0 0,-1 1 0 0 0,1-1 1 0 0,0 1-1 0 0,-1-2 0 0 0,-3 0 0 0 0,1 0 2 0 0,1 0 0 0 0,-1 1 0 0 0,-11-1-1 0 0,-4 2-6 0 0,-9 0-17 0 0,0 1 0 0 0,-39 6-1 0 0,60-6 29 0 0,0 0-1 0 0,0-1 1 0 0,-17-1-1 0 0,18 0 0 0 0,0 0 0 0 0,-1 1 0 0 0,1 0-1 0 0,-16 3 1 0 0,9 0-23 0 0,1-1 0 0 0,-1 0 0 0 0,1-1 0 0 0,-1-1 0 0 0,-29-4 0 0 0,-73-2 16 0 0,93 7-27 0 0,17 0 34 0 0,-1-1 0 0 0,1 0 0 0 0,-14-2-1 0 0,15 1-6 0 0,-1 1 0 0 0,1 0 0 0 0,-15 1 0 0 0,14 0 0 0 0,1 0 0 0 0,-1-1 0 0 0,-11-1 0 0 0,0 0 48 0 0,15 0-46 0 0,0 1 1 0 0,-1 0-1 0 0,1-1 1 0 0,0 0-1 0 0,0 0 1 0 0,-1 0-1 0 0,1 0 0 0 0,0-1 1 0 0,-5-2-1 0 0,4 2 24 0 0,0 1 0 0 0,0-1-1 0 0,0 1 1 0 0,0 0 0 0 0,0 0-1 0 0,-10 1 1 0 0,5-2 87 0 0,24-1-62 0 0,-9 2-51 0 0,0 0 0 0 0,-1-1 0 0 0,1 0 0 0 0,0 0 0 0 0,-1 0 0 0 0,8-5 0 0 0,-7 5 0 0 0,-1-1 0 0 0,1 1 0 0 0,-1 0 0 0 0,6-2 0 0 0,15-1-17 0 0,0 1 1 0 0,0 0-1 0 0,41 1 0 0 0,-39 2-3 0 0,0-1 0 0 0,50-9-1 0 0,-64 8 23 0 0,-2-1 6 0 0,0 1 0 0 0,0 1 0 0 0,1 0-1 0 0,-1 1 1 0 0,1 0 0 0 0,-1 0 0 0 0,17 3-1 0 0,-11 0 6 0 0,-11 0-23 0 0,0-1-1 0 0,1-1 1 0 0,-1 1 0 0 0,0-1-1 0 0,12-1 1 0 0,-13 0 16 0 0,-1 0-1 0 0,0 1 1 0 0,1 0 0 0 0,-1-1-1 0 0,1 1 1 0 0,-1 1-1 0 0,0-1 1 0 0,1 1 0 0 0,-1 0-1 0 0,1 0 1 0 0,-1 0 0 0 0,8 3-1 0 0,-8-3-4 0 0,0 1-1 0 0,0-1 0 0 0,1-1 1 0 0,-1 1-1 0 0,1-1 1 0 0,-1 0-1 0 0,6 0 0 0 0,9 0-69 0 0,73 3-81 0 0,-81-3 150 0 0,0 1 0 0 0,15-2 0 0 0,-16 0 0 0 0,0 0 0 0 0,0 1 0 0 0,19 3 0 0 0,-4 1 0 0 0,1-1 0 0 0,38 0 0 0 0,7 0 0 0 0,-40 1-57 0 0,-26-3 49 0 0,0 0 0 0 0,0 0 1 0 0,0-1-1 0 0,0 1 0 0 0,9-1 0 0 0,4-3-30 0 0,0 2 0 0 0,1 1 0 0 0,28 2 0 0 0,-22-2 38 0 0,-14 4 16 0 0,-23-3 14 0 0,-7-1-12 0 0,-13 3 25 0 0,1-1 0 0 0,-41-2-1 0 0,64-1-42 0 0,-192-16 0 0 0,165 11 30 0 0,-38-11 0 0 0,-14-3 28 0 0,78 20-63 0 0,0-1 1 0 0,0 1-1 0 0,-1 0 1 0 0,1 1-1 0 0,0 0 1 0 0,0 1 0 0 0,0 0-1 0 0,0 0 1 0 0,0 1-1 0 0,0 0 1 0 0,-11 6-1 0 0,16-8 5 0 0,0 1 0 0 0,0-1 0 0 0,0 0 0 0 0,-1 0 0 0 0,1-1 0 0 0,0 1 0 0 0,-1-1 0 0 0,1 0 0 0 0,0 0 0 0 0,0-1 0 0 0,-1 1 0 0 0,1-1 0 0 0,-5-1 0 0 0,-7-1 0 0 0,11 3 0 0 0,0-1 0 0 0,0 1 0 0 0,0 0 0 0 0,0 0 0 0 0,0 1 0 0 0,0 0 0 0 0,1 0 0 0 0,-1 0 0 0 0,0 0 0 0 0,0 1 0 0 0,1 0 0 0 0,-1-1 0 0 0,-5 5 0 0 0,7-5 0 0 0,1 0 0 0 0,0-1 0 0 0,0 1 0 0 0,0 0 0 0 0,0-1 0 0 0,-1 0 0 0 0,1 0 0 0 0,0 1 0 0 0,0-1 0 0 0,-3-1 0 0 0,-25-1 0 0 0,28 1 0 0 0,-7 1 0 0 0,0-1 0 0 0,0 2 0 0 0,-15 1 0 0 0,16-1 0 0 0,-1 0 0 0 0,1 0 0 0 0,-1-1 0 0 0,-10-1 0 0 0,-7-5 0 0 0,22 4 0 0 0,1 1 0 0 0,-1 0 0 0 0,0 0 0 0 0,1 0 0 0 0,-1 1 0 0 0,0-1 0 0 0,0 1 0 0 0,0 0 0 0 0,0 0 0 0 0,0 0 0 0 0,1 1 0 0 0,-1-1 0 0 0,-4 2 0 0 0,-35 10 0 0 0,39-11 0 0 0,0 0 0 0 0,-1 0 0 0 0,1-1 0 0 0,-1 1 0 0 0,0-1 0 0 0,1 0 0 0 0,-8-2 0 0 0,8 1 0 0 0,-1 0 0 0 0,1 1 0 0 0,-1-1 0 0 0,-7 1 0 0 0,5 0 0 0 0,-41 3 11 0 0,47-3-22 0 0,0-1 11 0 0,1 1 0 0 0,0 0 0 0 0,0 0 0 0 0,0 0 0 0 0,0-1 0 0 0,0 1 0 0 0,0 0 0 0 0,0 0 0 0 0,0 0 0 0 0,0 0 0 0 0,-1 0 0 0 0,1 0 0 0 0,0-1 0 0 0,0 1 0 0 0,0 0 0 0 0,0 0 0 0 0,0 0 0 0 0,0 0 0 0 0,-1 0 0 0 0,1 0 0 0 0,0 0 0 0 0,0 0 0 0 0,0 0 0 0 0,0 0 0 0 0,-1 0 0 0 0,1 0 0 0 0,0 0 0 0 0,0 0 0 0 0,0 0 0 0 0,0 0 0 0 0,0 0 0 0 0,-1 0 0 0 0,1 0 0 0 0,0 0 0 0 0,0 0 0 0 0,0 0 0 0 0,0 0 0 0 0,-1 0 0 0 0,1 0 0 0 0,0 0 0 0 0,0 0 0 0 0,0 0 0 0 0,0 1 0 0 0,0-1 0 0 0,0 0 0 0 0,-1 0 0 0 0,1 0 0 0 0,0 0 0 0 0,0 0 0 0 0,0 0 0 0 0,0 0 0 0 0,0 1 0 0 0,0-1 0 0 0,0 0 0 0 0,0 0 0 0 0,0 0 0 0 0,0 0 0 0 0,0 1 0 0 0,-1-1 0 0 0,1 0 0 0 0,0 0 0 0 0,0 0 0 0 0,0 0 0 0 0,0 0 0 0 0,0 1 0 0 0,-3 6 0 0 0,0 1 0 0 0,1-1 0 0 0,0 1 0 0 0,0 0 0 0 0,0 0 0 0 0,0 16 0 0 0,2-19 0 0 0,-1 0 0 0 0,0 0 0 0 0,0 0 0 0 0,-3 9 0 0 0,2-9 0 0 0,1 0 0 0 0,0 1 0 0 0,0-1 0 0 0,-1 9 0 0 0,0 11 44 0 0,1-19-22 0 0,0-1-1 0 0,1 0 1 0 0,-1 0 0 0 0,2 10-1 0 0,-1-10-43 0 0,0 1 0 0 0,0-1 0 0 0,0 0-1 0 0,-1 0 1 0 0,-2 10 0 0 0,-1 3-29 0 0,2 5 51 0 0,1 34 0 0 0,1-41 0 0 0,0-8 0 0 0,-1 5 0 0 0,2-1 0 0 0,-1 0 0 0 0,1 0 0 0 0,1 0 0 0 0,4 15 0 0 0,-2-11 0 0 0,-1 0 0 0 0,2 30 0 0 0,0 4 0 0 0,-4-46 11 0 0,-1 1 1 0 0,0-1-1 0 0,0 1 0 0 0,-1 0 0 0 0,0-1 0 0 0,1 1 0 0 0,-4 7 0 0 0,3-8-1 0 0,0 0 1 0 0,0 0-1 0 0,0 0 0 0 0,1 1 1 0 0,-1-1-1 0 0,1 0 0 0 0,0 0 1 0 0,0 1-1 0 0,1 6 0 0 0,0-7-5 0 0,-1-1-1 0 0,0 0 1 0 0,0 0 0 0 0,0 0-1 0 0,0 0 1 0 0,-1 4-1 0 0,1-4 1 0 0,0 0 0 0 0,-1 0-1 0 0,1 0 1 0 0,0 0-1 0 0,1 1 1 0 0,-1 2-1 0 0,1-5-4 0 0,0 2 0 0 0,0 0 0 0 0,-1 0 0 0 0,1 1 0 0 0,0-1 0 0 0,-1 0 0 0 0,0 1 0 0 0,1-1 0 0 0,-2 1 0 0 0,1-1 0 0 0,0 0 0 0 0,-1 1 0 0 0,1-1 0 0 0,-2 5 0 0 0,1-5 13 0 0,0 1 0 0 0,0 0 1 0 0,0-1-1 0 0,1 1 0 0 0,0 0 0 0 0,0 7 0 0 0,0-7-19 0 0,0-1 1 0 0,0 1-1 0 0,-1 0 0 0 0,1 0 1 0 0,-1 0-1 0 0,0 0 1 0 0,-1 3-1 0 0,-1 2 5 0 0,1-1 1 0 0,1 1-1 0 0,-1 0 0 0 0,1-1 1 0 0,0 11-1 0 0,-1 12-10 0 0,1-28 26 0 0,1-1-1 0 0,-1 1 1 0 0,1-1-1 0 0,0 1 0 0 0,0 0 1 0 0,1-1-1 0 0,-1 1 1 0 0,0-1-1 0 0,1 0 0 0 0,-1 1 1 0 0,1-1-1 0 0,0 1 1 0 0,0-1-1 0 0,1 3 0 0 0,18 18-27 0 0,-13-15 27 0 0,-7-7-14 0 0,1 0 0 0 0,0 0 0 0 0,0 0 0 0 0,0 0 0 0 0,0 0 0 0 0,0 0 0 0 0,0 0 0 0 0,0-1 0 0 0,0 1 0 0 0,0 0 0 0 0,0-1 0 0 0,1 1 0 0 0,-1-1-1 0 0,0 1 1 0 0,0-1 0 0 0,2 1 0 0 0,9 1-16 0 0,1-1 0 0 0,-1 0 0 0 0,1-1-1 0 0,-1 0 1 0 0,0-1 0 0 0,22-4 0 0 0,-13 2-11 0 0,25-1-1 0 0,76-4 28 0 0,-105 6 0 0 0,5 2 26 0 0,0 0-1 0 0,34 4 0 0 0,16 1-15 0 0,-33-1-66 0 0,-31-2 87 0 0,0-1 0 0 0,0 0 0 0 0,16-1 0 0 0,-4-1-68 0 0,-1 1 1 0 0,1 1 0 0 0,24 4-1 0 0,-28-4 37 0 0,-1-1 0 0 0,1 0 0 0 0,-1-1 0 0 0,17-3 0 0 0,32-1 0 0 0,-51 4 22 0 0,0 0-1 0 0,20-5 1 0 0,-20 4-1 0 0,-1 0 0 0 0,21-1 0 0 0,-18 3-21 0 0,22 5 0 0 0,-1 0 0 0 0,9 2-73 0 0,-32-4 36 0 0,0-1 0 0 0,20 1 0 0 0,-29-3 43 0 0,0-1 0 0 0,1 0 0 0 0,-1 0 0 0 0,0 0 0 0 0,0 0 0 0 0,6-3-1 0 0,12-4 18 0 0,-21 8-21 0 0,1-1 0 0 0,-1 1-1 0 0,0-1 1 0 0,1 0 0 0 0,-1 0-1 0 0,0 0 1 0 0,0 0 0 0 0,0 0-1 0 0,0 0 1 0 0,0 0-1 0 0,0 0 1 0 0,0 0 0 0 0,0 0-1 0 0,0 0 1 0 0,1-3 0 0 0,11-22 33 0 0,-11 20-33 0 0,2-2 1 0 0,-1-1 0 0 0,-1 0 0 0 0,1 0 0 0 0,-2 0 0 0 0,1 0 0 0 0,0-10 0 0 0,-3-56 31 0 0,-1 26-25 0 0,2 31-9 0 0,-1 0 0 0 0,-1 1 0 0 0,0-1 0 0 0,-6-17 0 0 0,8 34 0 0 0,0 1-1 0 0,0-1 1 0 0,0 1-1 0 0,0-1 1 0 0,-1 0-1 0 0,1 1 1 0 0,0-1-1 0 0,0 1 1 0 0,-1-1-1 0 0,1 1 1 0 0,0-1-1 0 0,-1 1 1 0 0,1-1-1 0 0,-1 1 1 0 0,1 0-1 0 0,-1-1 1 0 0,1 1-1 0 0,-1 0 1 0 0,1-1-1 0 0,-1 1 1 0 0,1 0-1 0 0,-1-1 1 0 0,1 1-1 0 0,-1 0 1 0 0,1 0-1 0 0,-1 0 1 0 0,0-1-1 0 0,1 1 1 0 0,-1 0-1 0 0,1 0 1 0 0,-1 0-1 0 0,0 0 1 0 0,1 0-1 0 0,-1 0 1 0 0,1 0-1 0 0,-1 0 1 0 0,0 1-1 0 0,1-1 1 0 0,-1 0 0 0 0,1 0-1 0 0,-1 0 1 0 0,1 1-1 0 0,-2-1 1 0 0,-3 3-9 0 0,0 0 1 0 0,1-1 0 0 0,-1 1-1 0 0,-4 4 1 0 0,2-1-5 0 0,-47 29-4 0 0,-202 150-82 0 0,253-181 117 0 0,10-7 24 0 0,12-7 50 0 0,69-43-178 0 0,104-46 0 0 0,-189 98 83 0 0,4-3 1 0 0,0 1 1 0 0,1 1 0 0 0,-1-1 0 0 0,0 1 0 0 0,1 0 0 0 0,11-1-1 0 0,-19 3 2 0 0,0 0 0 0 0,0 0 0 0 0,0 0 0 0 0,0 0 0 0 0,1 0 0 0 0,-1 0 0 0 0,0 0 0 0 0,0 0 0 0 0,0 0 0 0 0,0 0 0 0 0,0 0 0 0 0,1 0 0 0 0,-1 0 0 0 0,0 0 0 0 0,0 0 0 0 0,0 0 1 0 0,0 1-1 0 0,0-1 0 0 0,1 0 0 0 0,-1 0 0 0 0,0 0 0 0 0,0 0 0 0 0,0 0 0 0 0,0 0 0 0 0,0 1 0 0 0,0-1 0 0 0,0 0 0 0 0,0 0 0 0 0,1 0 0 0 0,-1 0 0 0 0,0 0 0 0 0,0 1 0 0 0,0-1 0 0 0,0 0 0 0 0,0 0 0 0 0,0 0 0 0 0,0 0 0 0 0,0 1 0 0 0,0-1 0 0 0,0 0 0 0 0,0 0 0 0 0,0 0 0 0 0,0 0 0 0 0,0 1 0 0 0,0-1 0 0 0,0 0 0 0 0,0 0 0 0 0,-1 0 0 0 0,1 0 0 0 0,0 0 0 0 0,0 1 0 0 0,0-1 0 0 0,0 0 0 0 0,0 0 0 0 0,0 0 0 0 0,0 0 0 0 0,0 0 0 0 0,-1 0 0 0 0,1 1 0 0 0,0-1 0 0 0,0 0 0 0 0,0 0 0 0 0,0 0 0 0 0,0 0 0 0 0,0 0 0 0 0,-1 0 0 0 0,-8 10-11 0 0,-32 20 15 0 0,-1-2 0 0 0,-80 41 1 0 0,110-63-8 0 0,-42 21 6 0 0,27-14 35 0 0,0 1 0 0 0,-36 25 1 0 0,69-43-33 0 0,46-36-562 0 0,81-76 0 0 0,-27 11 136 0 0,-105 105 421 0 0,0-1-1 0 0,0 0 1 0 0,-1 1-1 0 0,1-1 1 0 0,0 0-1 0 0,-1 0 1 0 0,1 1-1 0 0,-1-1 1 0 0,1 0-1 0 0,-1 0 1 0 0,0 0-1 0 0,1 0 1 0 0,-1 1-1 0 0,0-1 1 0 0,1 0-1 0 0,-1 0 1 0 0,0 0-1 0 0,0 0 1 0 0,0-1-1 0 0,0 2 1 0 0,0-1 0 0 0,-1 1 0 0 0,1-1 0 0 0,0 1 0 0 0,-1 0-1 0 0,1-1 1 0 0,0 1 0 0 0,-1 0 0 0 0,1 0 0 0 0,-1-1 0 0 0,1 1-1 0 0,0 0 1 0 0,-1 0 0 0 0,1 0 0 0 0,-1-1 0 0 0,1 1 0 0 0,-1 0 0 0 0,1 0-1 0 0,-1 0 1 0 0,1 0 0 0 0,-1 0 0 0 0,1 0 0 0 0,-1 0 0 0 0,1 0-1 0 0,-1 0 1 0 0,-5 0 6 0 0,0 1-1 0 0,0 0 1 0 0,0 0-1 0 0,-8 3 0 0 0,-180 77 151 0 0,60-22-66 0 0,84-40-124 0 0,20-9 22 0 0,1 1 0 0 0,0 2 0 0 0,1 1 0 0 0,-28 19 0 0 0,48-25 1 0 0,17-10-12 0 0,16-10-10 0 0,320-198-96 0 0,-230 138 67 0 0,-11 8-51 0 0,-99 61 70 0 0,1-1-83 0 0,0-1 0 0 0,0 1 0 0 0,0-1-1 0 0,7-7 1 0 0,-13 12 125 0 0,-1 0-1 0 0,1 0 1 0 0,0 0-1 0 0,0 0 1 0 0,0 0 0 0 0,0 0-1 0 0,0 1 1 0 0,0-1-1 0 0,0 0 1 0 0,0 0-1 0 0,0-1 1 0 0,0 1 0 0 0,0 0-1 0 0,0 0 1 0 0,0 0-1 0 0,0 0 1 0 0,0 0 0 0 0,0 0-1 0 0,0 0 1 0 0,0 0-1 0 0,0 0 1 0 0,0 0-1 0 0,-1 0 1 0 0,1 0 0 0 0,0 0-1 0 0,0 0 1 0 0,0 0-1 0 0,0 0 1 0 0,0 0 0 0 0,0 0-1 0 0,0 0 1 0 0,0 0-1 0 0,0 0 1 0 0,0 0-1 0 0,0 0 1 0 0,0 0 0 0 0,0 0-1 0 0,0 0 1 0 0,0 0-1 0 0,0 0 1 0 0,0 0 0 0 0,0 0-1 0 0,0-1 1 0 0,0 1-1 0 0,0 0 1 0 0,0 0 0 0 0,0 0-1 0 0,0 0 1 0 0,0 0-1 0 0,0 0 1 0 0,0 0-1 0 0,0 0 1 0 0,0 0 0 0 0,0 0-1 0 0,0 0 1 0 0,0 0-1 0 0,0 0 1 0 0,0 0 0 0 0,0 0-1 0 0,0 0 1 0 0,0 0-1 0 0,0 0 1 0 0,0 0-1 0 0,0 0 1 0 0,0 0 0 0 0,0 0-1 0 0,1-1 1 0 0,-9 3-6 0 0,-7 3 23 0 0,-508 234 249 0 0,435-201-203 0 0,-127 73 0 0 0,179-86-125 0 0,34-21-70 0 0,8-5 110 0 0,10-5 22 0 0,158-96-1769 0 0,-51 27 1348 0 0,62-21 330 0 0,14-7 38 0 0,-79 29 53 0 0,-118 72 0 0 0,2 0 0 0 0,-1 0 0 0 0,0-1 0 0 0,0 1 0 0 0,5-7 0 0 0,-8 9 0 0 0,0 0 0 0 0,0 0 0 0 0,0 0 0 0 0,0 0 0 0 0,0 0 0 0 0,0 0 0 0 0,1 0 0 0 0,-1 0 0 0 0,0 0 0 0 0,0 0 0 0 0,0 0 0 0 0,0 0 0 0 0,0-1 0 0 0,0 1 0 0 0,0 0 0 0 0,0 0 0 0 0,0 0 0 0 0,0 0 0 0 0,0 0 0 0 0,0 0 0 0 0,0 0 0 0 0,0 0 0 0 0,0 0 0 0 0,0-1 0 0 0,0 1 0 0 0,0 0 0 0 0,0 0 0 0 0,0 0 0 0 0,0 0 0 0 0,0 0 0 0 0,0 0 0 0 0,0 0 0 0 0,0 0 0 0 0,0 0 0 0 0,0 0 0 0 0,0 0 0 0 0,0-1 0 0 0,-1 1 0 0 0,1 0 0 0 0,0 0 0 0 0,0 0 0 0 0,0 0 0 0 0,0 0 0 0 0,0 0 0 0 0,0 0 0 0 0,0 0 0 0 0,0 0 0 0 0,0 0 0 0 0,0 0 0 0 0,0 0 0 0 0,-1 0 0 0 0,-6-1 0 0 0,-8 3 0 0 0,-17 7 89 0 0,-1 2-1 0 0,-53 26 0 0 0,44-18-65 0 0,-284 107-23 0 0,236-90-285 0 0,-143 80 0 0 0,159-76-153 0 0,60-32 108 0 0,23-12-284 0 0,147-84-548 0 0,61-31 1206 0 0,-60 41 255 0 0,106-56-24 0 0,-229 115-222 0 0,-8 5 76 0 0,0-1 0 0 0,35-29 692 0 0,-69 46-430 0 0,-12 5 22 0 0,-177 89 1568 0 0,94-42-1651 0 0,-83 32-215 0 0,-159 88 59 0 0,321-161-207 0 0,3 0-106 0 0,-38 28-1 0 0,58-41 131 0 0,0 0-1 0 0,1 1 1 0 0,-1-1-1 0 0,1 1 1 0 0,-1-1-1 0 0,1 1 1 0 0,-1-1-1 0 0,1 1 1 0 0,-1-1-1 0 0,1 1 1 0 0,-1-1-1 0 0,1 1 1 0 0,0 0 0 0 0,-1-1-1 0 0,1 1 1 0 0,0-1-1 0 0,0 1 1 0 0,-1 0-1 0 0,1 0 1 0 0,0-1-10 0 0,1 1 1 0 0,-1-1-1 0 0,0 0 1 0 0,1 0-1 0 0,-1 0 1 0 0,1 1-1 0 0,-1-1 1 0 0,0 0 0 0 0,1 0-1 0 0,-1 0 1 0 0,1 0-1 0 0,-1 0 1 0 0,1 0-1 0 0,-1 0 1 0 0,0 0 0 0 0,1 0-1 0 0,-1 0 1 0 0,1 0-1 0 0,-1 0 1 0 0,1 0-1 0 0,0-1 1 0 0,28-7-644 0 0,33-20-510 0 0,0-3-1 0 0,63-42 1 0 0,31-17 984 0 0,241-150 462 0 0,-371 221-222 0 0,-12 9 21 0 0,23-13 0 0 0,-86 40 1092 0 0,-596 266 1160 0 0,461-192-2579 0 0,283-141-2637 0 0,-15 3 2001 0 0,184-99 720 0 0,63-7 734 0 0,-213 102-355 0 0,-104 45 475 0 0,27-8 0 0 0,-278 94 3285 0 0,98-28-3586 0 0,-336 126-297 0 0,461-173-154 0 0,5-2-47 0 0,-1 1 1 0 0,1 0-1 0 0,-1 1 1 0 0,1-1-1 0 0,1 2 1 0 0,-15 10-1 0 0,41-14-1318 0 0,19-14-71 0 0,67-31 1 0 0,33-28 681 0 0,70-30 1008 0 0,-50 47 21 0 0,21-9 94 0 0,-171 61-213 0 0,-5 1-25 0 0,0 0 1 0 0,1 0 0 0 0,-1 1-1 0 0,0-1 1 0 0,0-1 0 0 0,0 1-1 0 0,0 0 1 0 0,0-1 0 0 0,2-1-1 0 0,-22 3 1941 0 0,-16 8-1148 0 0,0 2 0 0 0,-32 13 0 0 0,11-3-369 0 0,-14 3-141 0 0,-232 84 198 0 0,243-83-552 0 0,2 3 0 0 0,1 2 0 0 0,-57 40-1 0 0,109-67-7 0 0,-3 2-23 0 0,1 0 1 0 0,-1 0-1 0 0,1 0 1 0 0,0 1 0 0 0,0 0-1 0 0,0 0 1 0 0,-7 11-1 0 0,24-13-1217 0 0,9-8 611 0 0,43-25-534 0 0,104-64 0 0 0,-21 10 1186 0 0,1 15 161 0 0,9-5-78 0 0,-157 74-93 0 0,18-9-12 0 0,0-1 0 0 0,-1 0 0 0 0,23-19 0 0 0,-40 29 17 0 0,0 0-1 0 0,0 0 1 0 0,0 0-1 0 0,1 0 1 0 0,-1 0-1 0 0,0 0 1 0 0,0 0-1 0 0,0 0 1 0 0,0-1-1 0 0,0 1 1 0 0,0 0-1 0 0,0 0 1 0 0,1 0-1 0 0,-1 0 1 0 0,0 0-1 0 0,0 0 1 0 0,0 0-1 0 0,0 0 1 0 0,0 0-1 0 0,0 0 1 0 0,0-1-1 0 0,0 1 1 0 0,0 0-1 0 0,0 0 1 0 0,0 0-1 0 0,1 0 1 0 0,-1 0-1 0 0,0 0 1 0 0,0 0-1 0 0,0-1 1 0 0,0 1-1 0 0,0 0 1 0 0,0 0-1 0 0,0 0 1 0 0,0 0-1 0 0,0 0 1 0 0,0 0-1 0 0,0-1 1 0 0,0 1-1 0 0,0 0 1 0 0,0 0-1 0 0,0 0 1 0 0,0 0-1 0 0,-1 0 1 0 0,1 0-1 0 0,0-1 1 0 0,0 1-1 0 0,0 0 1 0 0,0 0-1 0 0,0 0 1 0 0,0 0-1 0 0,0 0 1 0 0,0 0-1 0 0,-10 0 44 0 0,-12 6 64 0 0,-165 64 1474 0 0,91-33-1041 0 0,-44 18-87 0 0,-195 105-1 0 0,324-154-454 0 0,2-1 0 0 0,0 0 0 0 0,0 0 0 0 0,1 1 0 0 0,0 0 0 0 0,-12 11 0 0 0,22-16-64 0 0,8-6-86 0 0,11-7-156 0 0,93-59 53 0 0,300-170-1134 0 0,-409 239 1387 0 0,2-2-8 0 0,0 1 1 0 0,0-1-1 0 0,0 0 1 0 0,0-1-1 0 0,-1 1 1 0 0,9-9-1 0 0,-16 13 9 0 0,1 0 1 0 0,0 0-1 0 0,0 0 1 0 0,0 0-1 0 0,-1 0 0 0 0,1 0 1 0 0,0 0-1 0 0,0 0 1 0 0,0 0-1 0 0,-1 0 0 0 0,1 0 1 0 0,0 0-1 0 0,0 0 0 0 0,-1 0 1 0 0,1 0-1 0 0,0 0 1 0 0,0 0-1 0 0,0 0 0 0 0,-1-1 1 0 0,1 1-1 0 0,0 0 1 0 0,0 0-1 0 0,0 0 0 0 0,0 0 1 0 0,-1 0-1 0 0,1 0 1 0 0,0-1-1 0 0,0 1 0 0 0,0 0 1 0 0,0 0-1 0 0,0 0 0 0 0,0-1 1 0 0,0 1-1 0 0,-1 0 1 0 0,1 0-1 0 0,0 0 0 0 0,0-1 1 0 0,0 1-1 0 0,0 0 1 0 0,0 0-1 0 0,0 0 0 0 0,0-1 1 0 0,0 1-1 0 0,0 0 1 0 0,0 0-1 0 0,0 0 0 0 0,0-1 1 0 0,0 1-1 0 0,0 0 0 0 0,0 0 1 0 0,0 0-1 0 0,0-1 1 0 0,1 1-1 0 0,-1 0 0 0 0,0 0 1 0 0,0 0-1 0 0,0-1 1 0 0,0 1-1 0 0,0 0 0 0 0,0 0 1 0 0,1 0-1 0 0,-1 0 1 0 0,0-1-1 0 0,0 1 0 0 0,-20 3 52 0 0,20-2-55 0 0,-239 71 991 0 0,27-5-572 0 0,133-45-617 0 0,98-39-88 0 0,5 3-242 0 0,48-19 1 0 0,-19 9 348 0 0,108-53 375 0 0,-160 76-190 0 0,0 1-1 0 0,0 0 1 0 0,0-1-1 0 0,0 1 1 0 0,0-1-1 0 0,0 1 1 0 0,-1-1-1 0 0,1 0 1 0 0,0 1-1 0 0,0-1 1 0 0,-1 0-1 0 0,1 0 1 0 0,0 0-1 0 0,-1 1 1 0 0,0-1 1 0 0,0 1-1 0 0,0 0 0 0 0,-1 0 0 0 0,1 0 0 0 0,0-1 0 0 0,0 1 0 0 0,-1 0 0 0 0,1 0 0 0 0,0 0 1 0 0,-1 0-1 0 0,1 0 0 0 0,0 0 0 0 0,0-1 0 0 0,-1 1 0 0 0,1 0 0 0 0,0 0 0 0 0,-1 0 0 0 0,1 0 1 0 0,0 0-1 0 0,-1 0 0 0 0,1 0 0 0 0,0 0 0 0 0,0 1 0 0 0,-1-1 0 0 0,1 0 0 0 0,-31 5 188 0 0,-120 48 792 0 0,70-22-665 0 0,-108 35 46 0 0,186-65-355 0 0,2-3 0 0 0,7-5 9 0 0,11-7 2 0 0,61-33-188 0 0,-47 30 47 0 0,-1-2 0 0 0,36-28-1 0 0,-66 47 122 0 0,0 0-1 0 0,0 0 0 0 0,0 0 0 0 0,1 0 0 0 0,-1 0 1 0 0,0 0-1 0 0,0 0 0 0 0,0 0 0 0 0,0-1 0 0 0,1 1 1 0 0,-1 0-1 0 0,0 0 0 0 0,0 0 0 0 0,0 0 0 0 0,0 0 1 0 0,0 0-1 0 0,0-1 0 0 0,1 1 0 0 0,-1 0 0 0 0,0 0 1 0 0,0 0-1 0 0,0 0 0 0 0,0 0 0 0 0,0-1 0 0 0,0 1 1 0 0,0 0-1 0 0,0 0 0 0 0,0 0 0 0 0,0-1 0 0 0,0 1 1 0 0,0 0-1 0 0,0 0 0 0 0,0 0 0 0 0,0 0 1 0 0,0-1-1 0 0,0 1 0 0 0,0 0 0 0 0,0 0 0 0 0,0 0 1 0 0,0 0-1 0 0,0-1 0 0 0,0 1 0 0 0,0 0 0 0 0,0 0 1 0 0,0 0-1 0 0,0 0 0 0 0,0-1 0 0 0,-1 1 0 0 0,-11-1 36 0 0,-15 6-18 0 0,-1 2 32 0 0,1 2 0 0 0,-1 1 0 0 0,-34 17 0 0 0,59-25-50 0 0,4-1 0 0 0,10-1 0 0 0,14-4 0 0 0,27-4-13 0 0,-36 8-54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1:40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575 237 5527 0 0,'1'15'943'0'0,"9"24"93"0"0,-1 0-1 0 0,-3 0 0 0 0,3 49 1 0 0,-8-74-866 0 0,0-1 23 0 0,6 115 1157 0 0,-7-113-1140 0 0,-1-1-1 0 0,-1 0 1 0 0,0 0 0 0 0,0 0-1 0 0,-2 0 1 0 0,-9 25 0 0 0,12-37-111 0 0,0 1 1 0 0,0-1 0 0 0,-1 1 0 0 0,0-1 0 0 0,1 0-1 0 0,-1 0 1 0 0,0 0 0 0 0,0 0 0 0 0,-4 3-1 0 0,6-4-57 0 0,-1-1-1 0 0,1 0 0 0 0,-1 1 1 0 0,1-1-1 0 0,-1 0 0 0 0,1 0 1 0 0,-1 1-1 0 0,1-1 0 0 0,-1 0 1 0 0,1 0-1 0 0,-1 0 1 0 0,1 0-1 0 0,-1 0 0 0 0,0 0 1 0 0,1 0-1 0 0,-1 0 0 0 0,1 0 1 0 0,-1 0-1 0 0,1 0 0 0 0,-1 0 1 0 0,0-1-1 0 0,0 1 13 0 0,1-1-1 0 0,-1 1 1 0 0,0-1 0 0 0,1 1-1 0 0,-1-1 1 0 0,1 0 0 0 0,-1 1-1 0 0,0-1 1 0 0,1 0-1 0 0,0 1 1 0 0,-1-1 0 0 0,1 0-1 0 0,-1 0 1 0 0,1 0 0 0 0,0 1-1 0 0,0-1 1 0 0,-1 0 0 0 0,1-1-1 0 0,0 2-40 0 0,0 0-1 0 0,0 0 1 0 0,0-1-1 0 0,0 1 1 0 0,0 0-1 0 0,0 0 1 0 0,0 0-1 0 0,-1-1 1 0 0,1 1-1 0 0,0 0 1 0 0,0 0-1 0 0,0 0 1 0 0,0-1-1 0 0,0 1 1 0 0,0 0-1 0 0,0 0 1 0 0,0 0-1 0 0,1-1 1 0 0,-1 1-1 0 0,0 0 1 0 0,0 0-1 0 0,0 0 1 0 0,0 0-1 0 0,0-1 1 0 0,0 1-1 0 0,0 0 1 0 0,0 0-1 0 0,0 0 1 0 0,0 0-1 0 0,1-1 1 0 0,-1 1-1 0 0,0 0 1 0 0,0 0-1 0 0,7 2 170 0 0,12 11-133 0 0,-16-11-11 0 0,26 18-13 0 0,38 20 1 0 0,-54-34 27 0 0,1 0 0 0 0,-1-1-1 0 0,1 0 1 0 0,0-1 0 0 0,26 4 0 0 0,-26-6 70 0 0,1-1 0 0 0,-1 0 0 0 0,1-1 1 0 0,0-1-1 0 0,-1 0 0 0 0,1-1 0 0 0,-1 0 1 0 0,1-1-1 0 0,-1-1 0 0 0,0 0 0 0 0,0-1 1 0 0,-1-1-1 0 0,1 0 0 0 0,-1 0 0 0 0,-1-2 1 0 0,1 1-1 0 0,17-16 0 0 0,-18 13-65 0 0,-1-1 1 0 0,0-1-1 0 0,-1 0 0 0 0,0 0 0 0 0,-1-1 0 0 0,0 0 0 0 0,-1-1 0 0 0,-1 0 1 0 0,0 0-1 0 0,-1 0 0 0 0,0-1 0 0 0,-1 0 0 0 0,-1 0 0 0 0,0 0 0 0 0,-1-1 1 0 0,-1 1-1 0 0,-1-1 0 0 0,0 0 0 0 0,-1 1 0 0 0,0-1 0 0 0,-1 0 1 0 0,-1 1-1 0 0,-1-1 0 0 0,0 1 0 0 0,-9-26 0 0 0,2 14-27 0 0,0 1 0 0 0,-2-1 0 0 0,-2 2 0 0 0,0 0 0 0 0,-1 1 0 0 0,-1 0 0 0 0,-34-36 0 0 0,37 46-15 0 0,-1 0-1 0 0,0 2 0 0 0,-1 0 1 0 0,0 0-1 0 0,-1 1 0 0 0,-1 1 1 0 0,1 1-1 0 0,-2 0 1 0 0,1 1-1 0 0,-1 1 0 0 0,0 1 1 0 0,-30-7-1 0 0,19 9-14 0 0,-1 1-1 0 0,0 2 1 0 0,0 1-1 0 0,1 1 1 0 0,-1 1-1 0 0,0 2 1 0 0,1 1-1 0 0,-41 12 1 0 0,8 3-9 0 0,0 2 0 0 0,-102 54 0 0 0,136-61-446 0 0,0 1 0 0 0,2 1 0 0 0,-44 35-1 0 0,37-20-6765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1:43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29 109 2015 0 0,'0'-6'32'0'0,"-1"-1"0"0"0,0 0 0 0 0,-1 1 0 0 0,1-1 0 0 0,-1 1 0 0 0,-3-7 0 0 0,0-1-16 0 0,-1 3 189 0 0,5 11-120 0 0,1-1 1 0 0,-1 0-1 0 0,1 0 0 0 0,-1 0 0 0 0,1 0 0 0 0,-1 0 1 0 0,1 0-1 0 0,0-1 0 0 0,-1 1 0 0 0,1 0 0 0 0,0 0 1 0 0,0 0-1 0 0,0 0 0 0 0,0-2 0 0 0,0-12 3184 0 0,0 23 1318 0 0,2 14-2959 0 0,29 230 2509 0 0,-24-200-4095 0 0,2-1-1 0 0,17 53 0 0 0,-24-96-510 0 0,0-2-130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6:16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6917 72 3223 0 0,'-3'3'244'0'0,"-1"0"0"0"0,1 0-1 0 0,0-1 1 0 0,-1 1 0 0 0,1 0-1 0 0,-1-1 1 0 0,0 0 0 0 0,1 0-1 0 0,-1 0 1 0 0,0-1 0 0 0,-1 1-1 0 0,1-1 1 0 0,0 0-1 0 0,0 0 1 0 0,0 0 0 0 0,-1-1-1 0 0,1 1 1 0 0,-5-1 0 0 0,-22-1 934 0 0,18 0-710 0 0,-1 1 0 0 0,1 0 0 0 0,-15 3 0 0 0,-4 3-348 0 0,1-1 0 0 0,-1-2 0 0 0,0-1 0 0 0,-51-3 0 0 0,-90-15 441 0 0,-161-21 980 0 0,-103-23-360 0 0,367 55-1154 0 0,0 3 1 0 0,-79 7-1 0 0,-138 28 65 0 0,205-22-85 0 0,-439 77-7 0 0,80 22 0 0 0,149-3-83 0 0,77-24 86 0 0,104-44-3 0 0,-91 29 0 0 0,-4-16 0 0 0,132-38 0 0 0,0-4 0 0 0,0-3 0 0 0,-1-3 0 0 0,0-4 0 0 0,-127-15 0 0 0,112 1 0 0 0,1-4 0 0 0,0-3 0 0 0,-132-52 0 0 0,142 41 36 0 0,-112-28 0 0 0,161 52-36 0 0,-171-36-17 0 0,166 38 13 0 0,1 3 0 0 0,-1 0 1 0 0,-66 5-1 0 0,25 7 5 0 0,-98 22-1 0 0,133-20-3 0 0,0 1 0 0 0,0 3 1 0 0,-72 36-1 0 0,74-30-24 0 0,-53 39 0 0 0,-140 99 27 0 0,199-140 0 0 0,-1-1 0 0 0,0-2 0 0 0,-2-2 0 0 0,0-1 0 0 0,-50 11 0 0 0,83-23-71 0 0,-1 0 1 0 0,0-1-1 0 0,1 1 0 0 0,-1-1 0 0 0,0 0 0 0 0,0 0 0 0 0,1 0 0 0 0,-1 0 1 0 0,0-1-1 0 0,1 1 0 0 0,-1-1 0 0 0,0 0 0 0 0,-3-2 0 0 0,0-1-4889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6:17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50 3223 0 0,'0'-3'478'0'0,"1"-1"-1"0"0,0 1 1 0 0,0 0-1 0 0,0-1 0 0 0,0 1 1 0 0,1 0-1 0 0,-1 0 1 0 0,1 0-1 0 0,3-5 0 0 0,-2 4 455 0 0,-3 4-846 0 0,0-1 1 0 0,0 1 0 0 0,0-1 0 0 0,0 1-1 0 0,0-1 1 0 0,1 1 0 0 0,-1 0 0 0 0,0-1-1 0 0,0 1 1 0 0,1 0 0 0 0,-1-1 0 0 0,0 1-1 0 0,0 0 1 0 0,1-1 0 0 0,-1 1 0 0 0,0 0-1 0 0,1-1 1 0 0,-1 1 0 0 0,1 0 0 0 0,-1 0-1 0 0,0 0 1 0 0,1-1 0 0 0,-1 1 0 0 0,1 0-1 0 0,-1 0 1 0 0,0 0 0 0 0,1 0 0 0 0,-1 0-1 0 0,1 0 1 0 0,-1 0 0 0 0,1 0 0 0 0,-1 0-1 0 0,0 0 1 0 0,1 0 0 0 0,-1 0 0 0 0,1 0-1 0 0,0 0 1 0 0,-1 1-38 0 0,1-1-1 0 0,-1 1 0 0 0,1 0 0 0 0,-1 0 1 0 0,1-1-1 0 0,-1 1 0 0 0,0 0 1 0 0,0 0-1 0 0,1 0 0 0 0,-1-1 0 0 0,0 1 1 0 0,0 0-1 0 0,0 0 0 0 0,0 0 1 0 0,0-1-1 0 0,0 1 0 0 0,0 0 0 0 0,0 0 1 0 0,0 0-1 0 0,0 0 0 0 0,-2 6-37 0 0,0 0-1 0 0,0-1 0 0 0,0 1 0 0 0,0-1 1 0 0,-1 0-1 0 0,0 0 0 0 0,-6 8 1 0 0,-2 2 211 0 0,-17 19 1 0 0,23-29-191 0 0,-1-1-1 0 0,0 0 0 0 0,0 0 1 0 0,-8 4-1 0 0,6-4 2 0 0,0 1 0 0 0,-9 9 0 0 0,-13 9-33 0 0,23-18 0 0 0,0-1 0 0 0,0 1 0 0 0,1 1 0 0 0,-9 9 0 0 0,14-15 1 0 0,1-1 0 0 0,0 0 0 0 0,0 0 0 0 0,0 0 0 0 0,0 0 0 0 0,0 0 0 0 0,-1 1 0 0 0,1-1 0 0 0,0 0 0 0 0,0 0 0 0 0,0 0 0 0 0,0 0 0 0 0,0 1 0 0 0,0-1 0 0 0,0 0 0 0 0,0 0 0 0 0,0 0 0 0 0,0 1 0 0 0,0-1 0 0 0,0 0 0 0 0,0 0 0 0 0,0 0 0 0 0,0 1 0 0 0,0-1 0 0 0,0 0 0 0 0,0 0 0 0 0,0 0 0 0 0,0 0 0 0 0,0 1 0 0 0,0-1 0 0 0,0 0 0 0 0,0 0 0 0 0,0 0 0 0 0,0 1 0 0 0,0-1 0 0 0,1 0 0 0 0,-1 0 0 0 0,0 0 0 0 0,0 0 0 0 0,0 0 0 0 0,0 1 0 0 0,0-1 0 0 0,1 0 0 0 0,-1 0 0 0 0,0 0 0 0 0,0 0 0 0 0,14 2 106 0 0,18-7 77 0 0,-31 5-180 0 0,10-2-141 0 0,1 0 1 0 0,0 1 0 0 0,-1 0 0 0 0,1 1 0 0 0,0 0-1 0 0,13 2 1 0 0,-12 1-4684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1:38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317 197 6911 0 0,'0'0'24'0'0,"0"0"0"0"0,-1 0 0 0 0,1-1 0 0 0,0 1-1 0 0,0 0 1 0 0,0 0 0 0 0,0 0 0 0 0,0-1 0 0 0,0 1 0 0 0,0 0-1 0 0,-1 0 1 0 0,1 0 0 0 0,0 0 0 0 0,0 0 0 0 0,0-1-1 0 0,0 1 1 0 0,0 0 0 0 0,-1 0 0 0 0,1 0 0 0 0,0 0 0 0 0,0 0-1 0 0,0 0 1 0 0,-1 0 0 0 0,1 0 0 0 0,0 0 0 0 0,0-1-1 0 0,0 1 1 0 0,-1 0 0 0 0,1 0 0 0 0,0 0 0 0 0,-1 0-1 0 0,-1 7 439 0 0,3 19 112 0 0,-1-17-204 0 0,-20 291 3727 0 0,14-244-3491 0 0,2 58 911 0 0,4-112-1478 0 0,0-1 348 0 0,0-8-104 0 0,0-10 286 0 0,0 15-259 0 0,2-2-28 0 0,0-1-234 0 0,0 1 1 0 0,0-1-1 0 0,1 1 1 0 0,0-1-1 0 0,3-3 1 0 0,-5 6-37 0 0,0 1 1 0 0,1 0-1 0 0,-1-1 1 0 0,0 1-1 0 0,1 0 1 0 0,-1 0-1 0 0,1 0 1 0 0,-1 0-1 0 0,1 1 1 0 0,0-1-1 0 0,-1 0 1 0 0,1 1-1 0 0,0-1 1 0 0,0 1 0 0 0,-1-1-1 0 0,1 1 1 0 0,0 0-1 0 0,0-1 1 0 0,0 1-1 0 0,-1 0 1 0 0,4 1-1 0 0,6 1-15 0 0,0 1-1 0 0,0 0 1 0 0,-1 1 0 0 0,1 1-1 0 0,-1-1 1 0 0,20 13-1 0 0,-15-9-17 0 0,0 0 0 0 0,18 7-1 0 0,-22-12 94 0 0,-1 0 0 0 0,1 0 0 0 0,-1-1 0 0 0,1 0 0 0 0,0-1 0 0 0,0 0 0 0 0,0-1 0 0 0,0-1 0 0 0,0 1 0 0 0,0-1 0 0 0,0-1 0 0 0,-1 0 0 0 0,1-1 0 0 0,-1 0 0 0 0,1-1 0 0 0,-1 0 0 0 0,0 0 0 0 0,0-1 0 0 0,-1 0 0 0 0,1-1 0 0 0,-1 0 0 0 0,-1-1 0 0 0,1 1 0 0 0,-1-2 0 0 0,0 1 0 0 0,0-1 0 0 0,-1 0 0 0 0,7-11 0 0 0,-5 4 8 0 0,0 1 0 0 0,-1-1 0 0 0,-1-1 0 0 0,0 1 0 0 0,-1-1 0 0 0,5-24 1 0 0,-9 31-39 0 0,-1 1 0 0 0,0-1 0 0 0,0 0 0 0 0,-1 0 0 0 0,0 0 0 0 0,-1 0 0 0 0,0 0 0 0 0,0 0 1 0 0,-1 1-1 0 0,0-1 0 0 0,0 0 0 0 0,-1 1 0 0 0,0 0 0 0 0,-5-9 0 0 0,-5-5 41 0 0,0 1 0 0 0,-1 1-1 0 0,-2 0 1 0 0,0 1 0 0 0,-27-25-1 0 0,9 13-2 0 0,-2 2 0 0 0,-40-25 0 0 0,59 43-70 0 0,0 1 0 0 0,0 0-1 0 0,-1 2 1 0 0,0 0 0 0 0,-1 1 0 0 0,0 1-1 0 0,-22-5 1 0 0,28 9-10 0 0,0 0-1 0 0,0 1 1 0 0,0 1-1 0 0,0 0 1 0 0,0 1-1 0 0,0 0 1 0 0,1 1-1 0 0,-1 0 1 0 0,0 1 0 0 0,1 1-1 0 0,-1 0 1 0 0,-11 5-1 0 0,6 0-144 0 0,0 0 1 0 0,0 2-1 0 0,1-1 0 0 0,0 2 1 0 0,1 0-1 0 0,1 2 0 0 0,0-1 0 0 0,0 2 1 0 0,2 0-1 0 0,-20 26 0 0 0,7 2-7071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6:11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5649 56 1375 0 0,'-1'-1'107'0'0,"4"-19"2574"0"0,-2 10-1446 0 0,0 8-901 0 0,-1 1 1 0 0,1-1-1 0 0,-1 0 1 0 0,0 0 0 0 0,0 0-1 0 0,1 0 1 0 0,-1 0-1 0 0,-1-4 1 0 0,1 6-294 0 0,0 0-1 0 0,0-1 1 0 0,-1 1-1 0 0,1 0 1 0 0,0 0-1 0 0,0 0 1 0 0,0-1-1 0 0,0 1 1 0 0,0 0-1 0 0,-1 0 1 0 0,1 0-1 0 0,0 0 1 0 0,0-1-1 0 0,0 1 1 0 0,-1 0 0 0 0,1 0-1 0 0,0 0 1 0 0,0 0-1 0 0,-1 0 1 0 0,1 0-1 0 0,0 0 1 0 0,0 0-1 0 0,-1-1 1 0 0,1 1-1 0 0,0 0 1 0 0,0 0-1 0 0,-1 0 1 0 0,-13 5 574 0 0,-18 11-65 0 0,6-2-148 0 0,0-1-1 0 0,-55 17 1 0 0,-429 111 2478 0 0,472-129-2774 0 0,-39 10 494 0 0,-99 17 1 0 0,-98-6-454 0 0,219-30-133 0 0,1-2 0 0 0,-1-2 0 0 0,-56-9-1 0 0,77 5-18 0 0,-156-27 28 0 0,3-14 98 0 0,152 32-80 0 0,0-1 0 0 0,-35-21 0 0 0,43 20 20 0 0,0 2 0 0 0,-1 2-1 0 0,-1 0 1 0 0,-34-9 0 0 0,28 15-26 0 0,1 0 0 0 0,-2 3 1 0 0,-41 0-1 0 0,-106 11-8 0 0,151-5-33 0 0,-117 13-26 0 0,-154 39 1 0 0,153-25 22 0 0,-233 48-23 0 0,4 24 0 0 0,-51 55 32 0 0,-60 27-64 0 0,449-173 90 0 0,0-1-1 0 0,-1-3 1 0 0,0-1 0 0 0,-62 0-1 0 0,67-7-3 0 0,0-1-1 0 0,1-1 0 0 0,-1-2 1 0 0,1-2-1 0 0,-50-16 0 0 0,66 15-38 0 0,1 0-1 0 0,1-1 1 0 0,-25-17-1 0 0,14 9-80 0 0,28 16 98 0 0,-1 0-1 0 0,1 0 1 0 0,-1 1-1 0 0,1-1 1 0 0,-1 1-1 0 0,0-1 1 0 0,1 1-1 0 0,-1-1 1 0 0,0 1-1 0 0,1 0 1 0 0,-1 0-1 0 0,0 0 0 0 0,1 0 1 0 0,-1 0-1 0 0,0 0 1 0 0,1 0-1 0 0,-3 1 1 0 0,3 0-70 0 0,0-1 1 0 0,1 0 0 0 0,-1 1-1 0 0,0-1 1 0 0,0 1-1 0 0,1-1 1 0 0,-1 1 0 0 0,0 0-1 0 0,1-1 1 0 0,-1 1-1 0 0,0 0 1 0 0,1 0 0 0 0,-1-1-1 0 0,1 1 1 0 0,-1 0-1 0 0,1 0 1 0 0,0 0 0 0 0,-1-1-1 0 0,1 1 1 0 0,0 0-1 0 0,-1 0 1 0 0,1 0-1 0 0,0 0 1 0 0,0 0 0 0 0,0 0-1 0 0,0 0 1 0 0,0 0-1 0 0,0 0 1 0 0,0-1 0 0 0,0 1-1 0 0,0 0 1 0 0,1 0-1 0 0,-1 1 1 0 0,3 7-746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6:12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51 2303 0 0,'2'-3'699'0'0,"1"0"-1"0"0,-1 0 1 0 0,0 0-1 0 0,0 0 0 0 0,-1 0 1 0 0,3-7-1 0 0,-4 9-485 0 0,1 0 1 0 0,-1 0-1 0 0,0 0 0 0 0,0 0 1 0 0,1 0-1 0 0,-1 0 0 0 0,0 0 0 0 0,0 0 1 0 0,0 0-1 0 0,0 0 0 0 0,-1 0 1 0 0,1 0-1 0 0,0-1 0 0 0,-1 1-121 0 0,1 1 0 0 0,0-1 0 0 0,-1 1 0 0 0,1-1 0 0 0,0 1 0 0 0,-1 0-1 0 0,1-1 1 0 0,-1 1 0 0 0,1-1 0 0 0,-1 1 0 0 0,1 0 0 0 0,0-1 0 0 0,-1 1 0 0 0,0 0 0 0 0,1 0-1 0 0,-1 0 1 0 0,1-1 0 0 0,-1 1 0 0 0,1 0 0 0 0,-1 0 0 0 0,1 0 0 0 0,-1 0 0 0 0,0 0 0 0 0,1 0 0 0 0,-1 0-1 0 0,0 0 1 0 0,-1 0-39 0 0,0 0-1 0 0,0 1 0 0 0,1-1 0 0 0,-1 1 0 0 0,0 0 1 0 0,0-1-1 0 0,1 1 0 0 0,-1 0 0 0 0,0 0 0 0 0,1 0 1 0 0,-1 0-1 0 0,-1 2 0 0 0,-20 18 724 0 0,14-12-643 0 0,-4 3-133 0 0,-124 109 0 0 0,133-118 40 0 0,1-1 0 0 0,-1 0 0 0 0,1 0 0 0 0,-1 0 0 0 0,0 0 0 0 0,0 0 0 0 0,0-1 0 0 0,0 1 0 0 0,0-1 0 0 0,0 0 0 0 0,-5 0 0 0 0,12 2-9 0 0,1 0 1 0 0,0 0-1 0 0,-1 1 0 0 0,0-1 0 0 0,0 1 0 0 0,4 6 0 0 0,-4-6-14 0 0,22 33 14 0 0,-17-24 218 0 0,19 24-1 0 0,-24-34-155 0 0,0 1 0 0 0,1-1-1 0 0,0 0 1 0 0,-1 0 0 0 0,1 0-1 0 0,0 0 1 0 0,0-1 0 0 0,1 0 0 0 0,-1 1-1 0 0,8 1 1 0 0,-6-2-49 0 0,-1 0-7 0 0,0 0-1 0 0,0-1 0 0 0,0 0 0 0 0,10 1 0 0 0,-9-2-36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1:36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257 321 3223 0 0,'-7'-103'2637'0'0,"1"1"5774"0"0,6 188-5229 0 0,1 118-1784 0 0,16 0-1146 0 0,-16-197-261 0 0,2 14 46 0 0,1 26-1 0 0,-14-100 154 0 0,10 49-188 0 0,0 0 1 0 0,0-1 0 0 0,1 1-1 0 0,1-9 1 0 0,-2 13-3 0 0,0-1 0 0 0,1 1 0 0 0,-1-1 0 0 0,0 1 0 0 0,0-1 0 0 0,0 1 0 0 0,1-1-1 0 0,-1 1 1 0 0,0 0 0 0 0,1-1 0 0 0,-1 1 0 0 0,0-1 0 0 0,1 1 0 0 0,-1 0 0 0 0,0-1 0 0 0,1 1 0 0 0,-1 0 0 0 0,1-1 0 0 0,-1 1 0 0 0,0 0 0 0 0,1 0 0 0 0,-1 0 0 0 0,1-1 0 0 0,-1 1 0 0 0,1 0 0 0 0,-1 0 0 0 0,1 0-1 0 0,-1 0 1 0 0,1 0 0 0 0,-1 0 0 0 0,1 0 0 0 0,-1 0 0 0 0,1 0 0 0 0,0 0 0 0 0,-1 0 0 0 0,1 0 0 0 0,-1 0 0 0 0,1 0 0 0 0,-1 0 0 0 0,0 1 0 0 0,1-1 0 0 0,-1 0 0 0 0,1 0 0 0 0,-1 1 0 0 0,1-1 0 0 0,-1 0-1 0 0,1 1 1 0 0,-1-1 0 0 0,0 0 0 0 0,1 1 0 0 0,-1 0 0 0 0,11 7-21 0 0,0 1 1 0 0,13 15-1 0 0,-17-15 6 0 0,1-1 0 0 0,0-1 0 0 0,1 0 0 0 0,0 0 0 0 0,10 7 0 0 0,-11-10 75 0 0,0 0-1 0 0,-1-1 1 0 0,1 0-1 0 0,1 0 1 0 0,-1-1-1 0 0,0 1 1 0 0,0-2-1 0 0,1 1 1 0 0,-1-1-1 0 0,1-1 1 0 0,0 0 0 0 0,-1 0-1 0 0,1 0 1 0 0,-1-1-1 0 0,1 0 1 0 0,-1-1-1 0 0,1 0 1 0 0,-1 0-1 0 0,0-1 1 0 0,0 0-1 0 0,0-1 1 0 0,0 1-1 0 0,-1-2 1 0 0,0 1-1 0 0,1-1 1 0 0,-2 0-1 0 0,1 0 1 0 0,0-1 0 0 0,-1 0-1 0 0,0 0 1 0 0,0 0-1 0 0,-1-1 1 0 0,9-13-1 0 0,-8 9-23 0 0,-1 0 0 0 0,0 0 0 0 0,0-1 0 0 0,-1 0 0 0 0,-1 1 0 0 0,0-1 0 0 0,-1-1 0 0 0,0 1 0 0 0,-1 0 0 0 0,0 0 0 0 0,-1-1 0 0 0,0 1 0 0 0,-1 0 0 0 0,0 0 0 0 0,-1-1 0 0 0,-4-13 0 0 0,-3-3 1 0 0,-1-1 0 0 0,-1 1 0 0 0,-2 1 1 0 0,-1 0-1 0 0,-22-32 0 0 0,25 42-36 0 0,-1 0 0 0 0,-1 1 0 0 0,-1 1 0 0 0,0 0 1 0 0,-1 1-1 0 0,-1 0 0 0 0,-24-17 0 0 0,30 25 4 0 0,0 1-1 0 0,-1 0 1 0 0,0 1-1 0 0,0 0 1 0 0,0 0-1 0 0,0 1 1 0 0,-1 0-1 0 0,0 1 1 0 0,1 1-1 0 0,-1 0 1 0 0,0 0 0 0 0,0 1-1 0 0,-1 1 1 0 0,-18 1-1 0 0,13 2 6 0 0,0 0 0 0 0,1 1 0 0 0,0 1 0 0 0,0 1-1 0 0,0 0 1 0 0,-25 13 0 0 0,32-14-30 0 0,1 1 0 0 0,-1 0 1 0 0,1 0-1 0 0,1 1 0 0 0,-1 0 0 0 0,1 1 0 0 0,0 0 0 0 0,1 0 0 0 0,0 1 1 0 0,0-1-1 0 0,-10 19 0 0 0,5 2-251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1:33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10 3679 0 0,'-1'-1'396'0'0,"0"0"0"0"0,0 0 0 0 0,1 0-1 0 0,-1 1 1 0 0,0-1 0 0 0,0 0 0 0 0,0 1-1 0 0,0-1 1 0 0,0 1 0 0 0,0-1-1 0 0,0 1 1 0 0,-1-1 0 0 0,-3 0 3859 0 0,5 7-3512 0 0,-2 36 1103 0 0,6 48 1 0 0,-1 1-691 0 0,-2-7-956 0 0,1-16 109 0 0,-3 1 1 0 0,-15 98-1 0 0,14-143-309 0 0,3-38-509 0 0,1 1 0 0 0,5-19-1 0 0,-4 19-6042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1:34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14 2303 0 0,'1'-14'6327'0'0,"-1"24"-1252"0"0,1 3-5109 0 0,1 42 1426 0 0,-5 74-1 0 0,-16 48-1169 0 0,10-110 27 0 0,9-60-221 0 0,-1-1 0 0 0,1 1 1 0 0,0-1-1 0 0,0 1 1 0 0,3 12-1 0 0,-3-18-28 0 0,1-1 0 0 0,-1 1 0 0 0,1-1 0 0 0,0 0 0 0 0,-1 1 0 0 0,1-1 0 0 0,-1 1 0 0 0,1-1 0 0 0,0 0 0 0 0,-1 0 0 0 0,1 1 0 0 0,0-1 0 0 0,-1 0 0 0 0,1 0 0 0 0,0 0 0 0 0,0 0 0 0 0,-1 0 0 0 0,1 0 0 0 0,0 0 0 0 0,-1 0 0 0 0,1 0 0 0 0,0 0 0 0 0,-1 0 0 0 0,1-1 0 0 0,1 1 0 0 0,9 0 0 0 0,16 9 128 0 0,54 10 0 0 0,-74-17-89 0 0,0-2-1 0 0,0 1 1 0 0,1-1-1 0 0,-1 0 1 0 0,0 0-1 0 0,0-1 1 0 0,0 0-1 0 0,0 0 1 0 0,0-1-1 0 0,0 0 1 0 0,0 0-1 0 0,0 0 1 0 0,0-1-1 0 0,-1 0 1 0 0,0 0-1 0 0,1-1 1 0 0,-1 0-1 0 0,10-8 1 0 0,-10 7 3 0 0,-1-1 0 0 0,1 0 0 0 0,-1 0 0 0 0,0 0 1 0 0,0-1-1 0 0,-1 1 0 0 0,0-1 0 0 0,0 0 1 0 0,0 0-1 0 0,-1-1 0 0 0,0 1 0 0 0,-1-1 1 0 0,1 1-1 0 0,-1-1 0 0 0,-1 0 0 0 0,2-14 1 0 0,-3 10 33 0 0,-1-1 1 0 0,0 1-1 0 0,-1 0 1 0 0,0 0-1 0 0,0 0 1 0 0,-2 0-1 0 0,1 0 1 0 0,-1 1 0 0 0,-1-1-1 0 0,0 1 1 0 0,-1 0-1 0 0,0 0 1 0 0,-1 1-1 0 0,0 0 1 0 0,0 0-1 0 0,-1 1 1 0 0,-1 0 0 0 0,1 0-1 0 0,-15-11 1 0 0,12 11-35 0 0,-1 1 1 0 0,0 0-1 0 0,-1 0 1 0 0,1 1-1 0 0,-1 1 1 0 0,-1 0 0 0 0,1 1-1 0 0,-1 0 1 0 0,0 1-1 0 0,0 1 1 0 0,0 0-1 0 0,-1 1 1 0 0,1 0 0 0 0,-1 1-1 0 0,1 1 1 0 0,-19 2-1 0 0,29-2-25 0 0,1 1-1 0 0,0-1 0 0 0,0 1 1 0 0,0 0-1 0 0,0 0 0 0 0,-4 2 1 0 0,7-3-58 0 0,-1 0 1 0 0,1 0 0 0 0,0 1 0 0 0,-1-1 0 0 0,1 0 0 0 0,-1 0 0 0 0,1 1 0 0 0,0-1 0 0 0,-1 1 0 0 0,1-1-1 0 0,0 0 1 0 0,-1 1 0 0 0,1-1 0 0 0,0 1 0 0 0,0-1 0 0 0,-1 0 0 0 0,1 1 0 0 0,0-1 0 0 0,0 1-1 0 0,0-1 1 0 0,0 1 0 0 0,-1-1 0 0 0,1 1 0 0 0,0-1 0 0 0,0 1 0 0 0,0-1 0 0 0,0 1 0 0 0,0-1 0 0 0,0 1-1 0 0,0-1 1 0 0,1 1 0 0 0,-1-1 0 0 0,0 1 0 0 0,0-1 0 0 0,0 1 0 0 0,0-1 0 0 0,1 1 0 0 0,-1-1 0 0 0,0 1-1 0 0,0-1 1 0 0,1 0 0 0 0,-1 1 0 0 0,0-1 0 0 0,1 1 0 0 0,-1-1 0 0 0,1 0 0 0 0,-1 1 0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1:35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0 181 2303 0 0,'2'0'167'0'0,"4"-1"555"0"0,1 0 1 0 0,-1 0-1 0 0,1 0 0 0 0,-1-1 1 0 0,0 1-1 0 0,0-2 0 0 0,0 1 1 0 0,0-1-1 0 0,0 1 0 0 0,11-9 1 0 0,0-1 461 0 0,30-28-1 0 0,-34 27-786 0 0,0-2 0 0 0,20-29 0 0 0,-13 16-26 0 0,-32 87 1741 0 0,5-10-1467 0 0,-2 76 1 0 0,4-38 95 0 0,-1-23-393 0 0,-4 94 750 0 0,12-147-2426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6:05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5487 3 455 0 0,'-29'-2'2944'0'0,"21"3"-2275"0"0,0 0 0 0 0,1 0 0 0 0,-1 1 0 0 0,0 0 0 0 0,1 0-1 0 0,-1 1 1 0 0,1 0 0 0 0,0 0 0 0 0,-10 7 0 0 0,0-2-319 0 0,-24 8-158 0 0,11-6 97 0 0,-4 4 233 0 0,-1-2 0 0 0,0-1 0 0 0,-70 12 0 0 0,13-8 464 0 0,-44 4-578 0 0,102-18-173 0 0,-69-7 0 0 0,-32-14-39 0 0,35 5 88 0 0,-191-22 180 0 0,244 30-464 0 0,-20-3 0 0 0,-91-1 0 0 0,104 12 0 0 0,1 2 0 0 0,0 2 0 0 0,-53 13 0 0 0,-99 25-2 0 0,-240 57-212 0 0,-100 60 418 0 0,241-63-304 0 0,285-91 129 0 0,-411 119-162 0 0,334-104 133 0 0,-140 13 0 0 0,-101-12 0 0 0,319-21 0 0 0,-15 1 9 0 0,-1-2-1 0 0,1-2 0 0 0,0 0 1 0 0,0-3-1 0 0,0 0 1 0 0,0-2-1 0 0,1-2 0 0 0,0-1 1 0 0,-59-27-1 0 0,82 33-4 0 0,-25-14-47 0 0,-1 2 0 0 0,-59-19 0 0 0,83 32 31 0 0,-1 0 0 0 0,0 1 1 0 0,1 0-1 0 0,-1 1 1 0 0,0 1-1 0 0,0-1 1 0 0,0 2-1 0 0,0 0 1 0 0,1 0-1 0 0,-1 1 0 0 0,0 1 1 0 0,-20 6-1 0 0,15-1-73 0 0,0 0 1 0 0,1 1-1 0 0,-1 0 0 0 0,-22 19 0 0 0,-56 54-1215 0 0,39-31 40 0 0,33-32-3324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6:06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8 3223 0 0,'5'-8'1002'0'0,"-4"17"3220"0"0,-3-4-3688 0 0,-4 10 46 0 0,1 0 424 0 0,-16 27-1 0 0,20-38-962 0 0,-1-1-1 0 0,0 0 0 0 0,-1 1 1 0 0,1-1-1 0 0,0 0 1 0 0,-1-1-1 0 0,0 1 1 0 0,0 0-1 0 0,0-1 1 0 0,0 0-1 0 0,0 1 1 0 0,0-1-1 0 0,-1 0 1 0 0,-3 1-1 0 0,1-1-17 0 0,4-1 9 0 0,-1-1 0 0 0,1 1 0 0 0,-1 0 0 0 0,1 0 0 0 0,-1 1 0 0 0,1-1 0 0 0,-1 0 0 0 0,-2 3 0 0 0,4-3-25 0 0,1 0 1 0 0,-1 0-1 0 0,1-1 0 0 0,-1 1 0 0 0,1 0 0 0 0,0 0 1 0 0,-1 0-1 0 0,1 0 0 0 0,0 0 0 0 0,-1 0 1 0 0,1 0-1 0 0,0 0 0 0 0,0 0 0 0 0,0 0 0 0 0,0 0 1 0 0,0 0-1 0 0,0 0 0 0 0,0 0 0 0 0,0 0 0 0 0,1 0 1 0 0,-1 0-1 0 0,0 0 0 0 0,0 0 0 0 0,1-1 0 0 0,-1 1 1 0 0,1 0-1 0 0,-1 0 0 0 0,2 2 0 0 0,1 2 92 0 0,0 0-1 0 0,0 0 0 0 0,1 0 0 0 0,0-1 0 0 0,0 1 1 0 0,0-1-1 0 0,1 0 0 0 0,-1 0 0 0 0,1 0 0 0 0,0-1 1 0 0,0 1-1 0 0,0-1 0 0 0,0-1 0 0 0,1 1 1 0 0,-1-1-1 0 0,9 3 0 0 0,0-1-80 0 0,-1-1-1 0 0,1-1 1 0 0,-1 0 0 0 0,1 0-1 0 0,0-2 1 0 0,16 0 0 0 0,-15-1-5172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2:30.26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909 201 3223 0 0,'4'-4'542'0'0,"0"-1"0"0"0,0 1 0 0 0,-2-36 3904 0 0,-3 40-4367 0 0,-24-2 506 0 0,0 2-1 0 0,0 1 1 0 0,-47 8 0 0 0,40-5-467 0 0,-345 67 282 0 0,363-67-412 0 0,-12 2-56 0 0,24-6 48 0 0,4-1 0 0 0,15-3-12 0 0,150-35-32 0 0,219-22 0 0 0,112-12-128 0 0,-484 69 192 0 0,-12 2 0 0 0,-10 2 0 0 0,-240 15 119 0 0,30 0-22 0 0,-321 14-97 0 0,501-25 0 0 0,-58 7 0 0 0,174-25-1 0 0,190-33-27 0 0,4 15-27 0 0,-204 28-31 0 0,-7 1 70 0 0,0-3 1 0 0,61-13 0 0 0,-111 14 15 0 0,-23 5 0 0 0,-24 2 0 0 0,-330 18 592 0 0,-259 29-464 0 0,603-46-128 0 0,-51 6 0 0 0,66-7 0 0 0,1-1 0 0 0,-1 1 0 0 0,0 1 0 0 0,0-1 0 0 0,1 1 0 0 0,0 0 0 0 0,-11 7 0 0 0,17-10 0 0 0,-1 1 0 0 0,1-1 0 0 0,-1 0 0 0 0,1 0 0 0 0,0 0 0 0 0,-1 1 0 0 0,1-1 0 0 0,0 0 0 0 0,-1 1 0 0 0,1-1 0 0 0,0 0 0 0 0,0 1 0 0 0,-1-1 0 0 0,1 0 0 0 0,0 1 0 0 0,0-1 0 0 0,0 0 0 0 0,-1 1 0 0 0,1-1 0 0 0,0 0 0 0 0,0 1 0 0 0,0-1 0 0 0,0 1 0 0 0,0-1 0 0 0,0 1 0 0 0,0-1 0 0 0,0 0 0 0 0,0 1 0 0 0,0-1 0 0 0,0 1 0 0 0,0-1 0 0 0,0 1 0 0 0,1 0 0 0 0,0-1 0 0 0,-1 1 0 0 0,1-1 0 0 0,0 1 0 0 0,-1-1 0 0 0,1 1 0 0 0,0-1 0 0 0,-1 1 0 0 0,1-1 0 0 0,0 0 0 0 0,0 1 0 0 0,0-1 0 0 0,1 0 0 0 0,35 6 0 0 0,-33-6 0 0 0,369 6 8 0 0,-32-3-93 0 0,188 49 160 0 0,-473-45-413 0 0,0 2 1 0 0,-1 3 0 0 0,99 35-1 0 0,-153-47 303 0 0,1 1-1 0 0,-1-1 1 0 0,0 1-1 0 0,1 0 1 0 0,-1-1-1 0 0,0 1 1 0 0,1 0-1 0 0,-1 0 1 0 0,0 0-1 0 0,2 2 1 0 0,-3-3 29 0 0,0 1 0 0 0,1-1 1 0 0,-1 0-1 0 0,0 0 1 0 0,0 1-1 0 0,0-1 1 0 0,0 0-1 0 0,0 0 1 0 0,0 1-1 0 0,0-1 1 0 0,0 0-1 0 0,0 1 0 0 0,0-1 1 0 0,0 0-1 0 0,0 1 1 0 0,0-1-1 0 0,0 0 1 0 0,0 0-1 0 0,0 1 1 0 0,0-1-1 0 0,0 0 1 0 0,0 1-1 0 0,0-1 0 0 0,0 0 1 0 0,-1 0-1 0 0,1 1 1 0 0,0-1-1 0 0,0 0 1 0 0,0 0-1 0 0,0 1 1 0 0,-1-1-1 0 0,1 0 1 0 0,-2 2-6 0 0,0-1 1 0 0,-1 1 0 0 0,1-1-1 0 0,0 0 1 0 0,-1 0 0 0 0,1 0 0 0 0,-1 0-1 0 0,1-1 1 0 0,-1 1 0 0 0,-4 0 0 0 0,-267 25 446 0 0,154-18-98 0 0,-124 10-205 0 0,-146 13 114 0 0,3 17-123 0 0,379-47-124 0 0,-51 11 0 0 0,51-10 0 0 0,1 0 0 0 0,-1 0 0 0 0,1 1 0 0 0,0 0 0 0 0,-10 7 0 0 0,16-10 0 0 0,1 0 1 0 0,-1 1-1 0 0,0-1 0 0 0,1 0 0 0 0,-1 1 0 0 0,1-1 0 0 0,-1 1 0 0 0,1-1 0 0 0,-1 1 0 0 0,1-1 0 0 0,-1 1 0 0 0,1 0 1 0 0,-1-1-1 0 0,1 1 0 0 0,0-1 0 0 0,-1 1 0 0 0,1 0 0 0 0,0-1 0 0 0,-1 2 0 0 0,2-1 0 0 0,-1-1 0 0 0,0 0 0 0 0,0 1 0 0 0,0-1 1 0 0,0 1-1 0 0,0-1 0 0 0,1 0 0 0 0,-1 1 0 0 0,0-1 0 0 0,0 0 0 0 0,1 1 0 0 0,-1-1 0 0 0,0 0 0 0 0,1 1 0 0 0,-1-1 0 0 0,0 0 0 0 0,1 0 1 0 0,-1 1-1 0 0,0-1 0 0 0,1 0 0 0 0,-1 0 0 0 0,1 0 0 0 0,0 1 0 0 0,3 0-4 0 0,1 1 1 0 0,-1-1-1 0 0,1 0 0 0 0,7 0 1 0 0,31 0-1 0 0,0-1-1 0 0,82-12 1 0 0,-46 2 7 0 0,-70 10-3 0 0,433-38-16 0 0,1 27-32 0 0,-399 12-4 0 0,171 11 182 0 0,-199-8-164 0 0,-13-2-48 0 0,-11 2 3 0 0,-49 7 255 0 0,-106 7-1 0 0,119-14-129 0 0,-186 13 93 0 0,-92 8 42 0 0,243-17-143 0 0,-147 18 170 0 0,220-25-201 0 0,3-1-20 0 0,0 1-1 0 0,0-1 1 0 0,0 1-1 0 0,1 0 1 0 0,-1 0-1 0 0,0 0 0 0 0,0 0 1 0 0,0 0-1 0 0,1 0 1 0 0,-4 3-1 0 0,6-4 13 0 0,0 0 0 0 0,0 1 0 0 0,0-1 0 0 0,0 0 0 0 0,-1 0 0 0 0,1 0 0 0 0,0 1 0 0 0,0-1 0 0 0,0 0 0 0 0,0 0 0 0 0,0 1 0 0 0,1-1 0 0 0,-1 0 0 0 0,0 0 0 0 0,0 1 0 0 0,0-1 0 0 0,0 0 0 0 0,0 0 0 0 0,0 1 0 0 0,0-1 0 0 0,0 0 0 0 0,0 0 0 0 0,1 0 0 0 0,-1 1 0 0 0,0-1 0 0 0,0 0 0 0 0,0 0 0 0 0,0 0 0 0 0,1 0 0 0 0,-1 0 0 0 0,0 1 0 0 0,0-1 0 0 0,0 0 0 0 0,1 0 0 0 0,-1 0 0 0 0,0 0 0 0 0,0 0 0 0 0,0 0 0 0 0,1 0 0 0 0,-1 0 0 0 0,0 0 0 0 0,0 0 0 0 0,1 0 0 0 0,-1 1 0 0 0,0-2 0 0 0,0 1 0 0 0,1 0 0 0 0,12 4-15 0 0,36 1 16 0 0,-1-1 0 0 0,62-4 0 0 0,-45-1 0 0 0,534 17 0 0 0,-548-12-39 0 0,1 2 0 0 0,91 23 0 0 0,-142-28 40 0 0,0-1 0 0 0,1 0 0 0 0,-1 0 0 0 0,0 1 1 0 0,1-1-1 0 0,-1 1 0 0 0,0 0 0 0 0,0-1 0 0 0,0 1 0 0 0,0 0 0 0 0,0-1 0 0 0,1 1 1 0 0,0 1-1 0 0,-2-1-1 0 0,-1-1 1 0 0,1 0-1 0 0,0 0 1 0 0,0 1-1 0 0,0-1 1 0 0,0 0-1 0 0,0 1 1 0 0,0-1-1 0 0,-1 0 1 0 0,1 0-1 0 0,0 1 1 0 0,0-1-1 0 0,-1 0 1 0 0,1 0-1 0 0,0 1 1 0 0,0-1-1 0 0,-1 0 1 0 0,1 0-1 0 0,0 0 1 0 0,0 0-1 0 0,-1 1 1 0 0,1-1-1 0 0,0 0 1 0 0,-1 0-1 0 0,1 0 1 0 0,0 0-1 0 0,0 0 1 0 0,-1 0-1 0 0,1 0 1 0 0,0 0-1 0 0,-1 0 1 0 0,-41 6 20 0 0,36-6-21 0 0,-22 2 2 0 0,-642 41 276 0 0,352-29-315 0 0,-32 0-6 0 0,260-10 57 0 0,98-9-74 0 0,11 0-19 0 0,61-1-752 0 0,-40 6-3269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2:37.52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275 249 3223 0 0,'0'0'48'0'0,"-1"0"-1"0"0,1-1 0 0 0,-1 1 0 0 0,1 0 1 0 0,-1 0-1 0 0,1 0 0 0 0,-3-3 379 0 0,2 3-379 0 0,1-1 0 0 0,0 1 0 0 0,-1-1 1 0 0,1 1-1 0 0,0-1 0 0 0,0 1 0 0 0,0 0 1 0 0,-1-1-1 0 0,1 1 0 0 0,0-1 0 0 0,0 1 1 0 0,0-1-1 0 0,0 1 0 0 0,0-1 0 0 0,0 1 1 0 0,0-1-1 0 0,0 1 0 0 0,0-1 0 0 0,0 1 1 0 0,0-1-1 0 0,0 1 0 0 0,0-1 1 0 0,1 1-1 0 0,-1-1 0 0 0,0 1 0 0 0,1-1 1 0 0,-1 0 32 0 0,1 0 1 0 0,0 0 0 0 0,0 1-1 0 0,0-1 1 0 0,0 0 0 0 0,0 0 0 0 0,0 1-1 0 0,0-1 1 0 0,0 1 0 0 0,0-1 0 0 0,1 1-1 0 0,-1-1 1 0 0,0 1 0 0 0,0 0 0 0 0,0-1-1 0 0,0 1 1 0 0,3 0 0 0 0,39 0 296 0 0,50 5 1 0 0,14 1-11 0 0,332 8-109 0 0,-310-8-200 0 0,329 22 138 0 0,-148-11-196 0 0,-195-12 0 0 0,88 14-55 0 0,-104-8 50 0 0,-34-3 1489 0 0,-115 0-812 0 0,-215-4-583 0 0,88-5-39 0 0,-277-10 67 0 0,187 7-117 0 0,-80-5 0 0 0,282 4 0 0 0,-81-9 0 0 0,143 14 0 0 0,-13-3 0 0 0,16 2 0 0 0,-1 1 0 0 0,1 0 0 0 0,-1 0 0 0 0,0 0 0 0 0,1 0 0 0 0,-1-1 0 0 0,1 1 0 0 0,-1 0 0 0 0,1 0 0 0 0,-1-1 0 0 0,1 1 0 0 0,-1-1 0 0 0,1 1 0 0 0,-1 0 0 0 0,1-1 0 0 0,-1 1 0 0 0,1-1 0 0 0,0 1 0 0 0,-1-1 0 0 0,1 0 0 0 0,0 0 0 0 0,0 1 0 0 0,0 0 0 0 0,0-1 0 0 0,0 1 0 0 0,0-1 0 0 0,0 1 0 0 0,1 0 0 0 0,-1-1 0 0 0,0 1 0 0 0,0 0 0 0 0,0-1 0 0 0,1 1 0 0 0,-1 0 0 0 0,0 0 0 0 0,1-1 0 0 0,-1 1 0 0 0,0 0 0 0 0,0 0 0 0 0,1-1 0 0 0,-1 1 0 0 0,1 0 0 0 0,-1 0 0 0 0,0 0 0 0 0,1 0 0 0 0,-1-1 0 0 0,1 1 0 0 0,12-4 0 0 0,-11 4 0 0 0,42-9-2 0 0,2 2 0 0 0,-1 2-1 0 0,53 2 1 0 0,-81 2-3 0 0,52-1-88 0 0,415-3-80 0 0,-307 12 173 0 0,159-2 0 0 0,-317-6-7 0 0,169-6-82 0 0,-266 4 217 0 0,-125 10-96 0 0,1 0 0 0 0,14-9-9 0 0,-88 1 18 0 0,62 3-24 0 0,-248 10 38 0 0,368-6-81 0 0,-108-6-1 0 0,200-1 56 0 0,6 0-9 0 0,19-3-4 0 0,34-2-37 0 0,114-13-159 0 0,272-16 31 0 0,390 49 95 0 0,-517-15 54 0 0,-117-2 0 0 0,-172 1 0 0 0,-27 2 0 0 0,0 0 0 0 0,0 0 0 0 0,0 0 0 0 0,0 0 0 0 0,0 0 0 0 0,0 0 0 0 0,0 0 0 0 0,0 0 0 0 0,0 0 0 0 0,0 0 0 0 0,0 0 0 0 0,0 0 0 0 0,0 0 0 0 0,0 0 0 0 0,-1 0 0 0 0,1 0 0 0 0,0 0 0 0 0,0 0 0 0 0,0 0 0 0 0,0 0 0 0 0,0 0 0 0 0,0 0 0 0 0,0 0 0 0 0,0 0 0 0 0,0 0 0 0 0,0 0 0 0 0,0 0 0 0 0,0 0 0 0 0,0 0 0 0 0,0 0 0 0 0,0-1 0 0 0,0 1 0 0 0,0 0 0 0 0,0 0 0 0 0,-1 0 0 0 0,1 0 0 0 0,0 0 0 0 0,0 0 0 0 0,0 0 0 0 0,0 0 0 0 0,0 0 0 0 0,0 0 0 0 0,0 0 0 0 0,0 0 0 0 0,0 0 0 0 0,0 0 0 0 0,0 0 0 0 0,0 0 0 0 0,0-1 0 0 0,0 1 0 0 0,0 0 0 0 0,0 0 0 0 0,0 0 0 0 0,0 0 0 0 0,0 0 0 0 0,0 0 0 0 0,0 0 0 0 0,0 0 0 0 0,1 0 0 0 0,-1 0 0 0 0,0 0 0 0 0,0 0 0 0 0,0 0 0 0 0,0 0 0 0 0,0 0 0 0 0,0 0 0 0 0,0-1 0 0 0,0 1 0 0 0,0 0 0 0 0,-5-2 0 0 0,-55-5 0 0 0,-1 2 0 0 0,-71 3 0 0 0,98 2 0 0 0,-231-2 6 0 0,-84 0 64 0 0,4 10-9 0 0,144-2-62 0 0,10 6 1 0 0,30 0 0 0 0,154-12 0 0 0,5 0 0 0 0,0 1 0 0 0,-1-1 0 0 0,1 0 0 0 0,0-1 0 0 0,0 1 0 0 0,-1 0 0 0 0,1 0 0 0 0,-4-2 0 0 0,16-3 0 0 0,10 0 0 0 0,-20 5 0 0 0,115-24-73 0 0,224-16-1 0 0,120 31 85 0 0,-217 19-11 0 0,13 0 0 0 0,-179-10 0 0 0,103-15 0 0 0,-169 12 0 0 0,-23 3 16 0 0,1-1 22 0 0,-57 1 6 0 0,-76 10 0 0 0,51-2-42 0 0,-360 1-2 0 0,200-8 0 0 0,107 0-3 0 0,-313 19-47 0 0,146 8 39 0 0,312-28-27 0 0,7-1 16 0 0,18-5 13 0 0,32-4 14 0 0,267-42-77 0 0,4 22 0 0 0,184 26 113 0 0,-155 3-18 0 0,-45-1-23 0 0,-282 0-1 0 0,-25 2 1 0 0,-5 0 2 0 0,-14 2 8 0 0,-255 4 226 0 0,233-6-227 0 0,-253-6-9 0 0,-149-1 0 0 0,-7 25 226 0 0,347-12-204 0 0,93-6-22 0 0,-29 3-59 0 0,0-2 1 0 0,-60-7-1 0 0,96 6 59 0 0,-1 0 0 0 0,0 0 0 0 0,1 0 0 0 0,-1 0 0 0 0,0 0 0 0 0,1 0 0 0 0,-1 0 0 0 0,0 0 0 0 0,1-1 0 0 0,-1 1 0 0 0,1 0 0 0 0,-1 0 0 0 0,0-1 0 0 0,1 1 0 0 0,-1-1 0 0 0,1 1 0 0 0,-1 0 0 0 0,0-2 0 0 0,1 2 0 0 0,0 0 0 0 0,0-1 0 0 0,0 1 0 0 0,0 0 0 0 0,1 0 0 0 0,-1-1 0 0 0,0 1 0 0 0,0 0 0 0 0,0-1 0 0 0,0 1 0 0 0,0 0 0 0 0,1 0 0 0 0,-1-1 0 0 0,0 1 0 0 0,0 0 0 0 0,1 0 0 0 0,-1-1 0 0 0,0 1 0 0 0,0 0 0 0 0,1 0 0 0 0,-1 0 0 0 0,0 0 0 0 0,1-1 0 0 0,-1 1 0 0 0,1 0 0 0 0,25-10 0 0 0,59-12-18 0 0,117-13 0 0 0,91 7-18 0 0,280 25 36 0 0,-486 5 0 0 0,477 25 0 0 0,-545-26 0 0 0,-19-1 0 0 0,0 0 0 0 0,0 0 0 0 0,0 0 0 0 0,0 1 0 0 0,0-1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0,1 0 0 0 0,-1 0 0 0 0,0 0 0 0 0,0 0 0 0 0,0 0 0 0 0,0 1 0 0 0,-12 0 0 0 0,-190 0 167 0 0,93-3-88 0 0,-248-4-65 0 0,-149 2-106 0 0,114 18 172 0 0,389-14-80 0 0,-16 1-13 0 0,1-1 0 0 0,0 0-1 0 0,-1-1 1 0 0,1-2 0 0 0,-25-5-1 0 0,43 8 14 0 0,0 0 0 0 0,0 0 0 0 0,0 0-1 0 0,0 0 1 0 0,-1 0 0 0 0,1 0 0 0 0,0 0-1 0 0,0 0 1 0 0,0 0 0 0 0,0 0 0 0 0,-1 0-1 0 0,1 0 1 0 0,0 0 0 0 0,0 0 0 0 0,0 0-1 0 0,0 0 1 0 0,-1-1 0 0 0,1 1 0 0 0,0 0-1 0 0,0 0 1 0 0,0 0 0 0 0,0 0 0 0 0,0 0-1 0 0,0 0 1 0 0,-1 0 0 0 0,1-1 0 0 0,0 1-1 0 0,0 0 1 0 0,0 0 0 0 0,0 0 0 0 0,0 0 0 0 0,0-1-1 0 0,0 1 1 0 0,0 0 0 0 0,0 0 0 0 0,0 0-1 0 0,0 0 1 0 0,0-1 0 0 0,0 1 0 0 0,0 0-1 0 0,7-4-21 0 0,13-1-10 0 0,131-17-2 0 0,238-4 0 0 0,153 34-34 0 0,-93 7 68 0 0,-321-15 0 0 0,-331 10 104 0 0,-733 12 40 0 0,831-11-138 0 0,-49 2-156 0 0,142-13 112 0 0,10 1 33 0 0,-1-1 0 0 0,0 0 0 0 0,1 0 1 0 0,-1 0-1 0 0,0 0 0 0 0,-4-2 0 0 0,18-2 5 0 0,120-18-20 0 0,212-9 0 0 0,135 32-1 0 0,-224 13 48 0 0,-8 0-182 0 0,-229-14 119 0 0,11 1 134 0 0,-28-1-96 0 0,0 0 0 0 0,0 0 0 0 0,0 0 0 0 0,0 0-1 0 0,0 0 1 0 0,0 0 0 0 0,0 0 0 0 0,0 0-1 0 0,0 0 1 0 0,0 0 0 0 0,0 0 0 0 0,0 0-1 0 0,0 0 1 0 0,0 0 0 0 0,0 1 0 0 0,0-1 0 0 0,-1 0-1 0 0,1 0 1 0 0,0 0 0 0 0,0 0 0 0 0,0 0-1 0 0,0 0 1 0 0,0 0 0 0 0,0 0 0 0 0,1 0-1 0 0,-1 0 1 0 0,0 0 0 0 0,0 0 0 0 0,0 0 0 0 0,0 0-1 0 0,0 0 1 0 0,0 0 0 0 0,0 0 0 0 0,0 0-1 0 0,0 0 1 0 0,0 1 0 0 0,0-1 0 0 0,0 0-1 0 0,0 0 1 0 0,-18 3 46 0 0,-40 4-48 0 0,-64-1 0 0 0,-61-9 0 0 0,-771-7 256 0 0,826 18-254 0 0,61-2-8 0 0,-127-7 0 0 0,166-3-48 0 0,46-1 65 0 0,369-16-224 0 0,-298 19 223 0 0,452 24-62 0 0,-471-16 27 0 0,31 2 79 0 0,118 6-55 0 0,-380-4 639 0 0,41 0-188 0 0,-10-2-219 0 0,-410 27 13 0 0,6 35-399 0 0,477-61 105 0 0,22-4 46 0 0,1 2 1 0 0,0 1 0 0 0,-42 15-1 0 0,75-23 4 0 0,0 1 0 0 0,1-1 0 0 0,-1 0 0 0 0,0 1 0 0 0,0-1 0 0 0,0 0 0 0 0,0 1 0 0 0,1-1 0 0 0,-1 1 0 0 0,0 0 0 0 0,0-1 0 0 0,1 1 0 0 0,-1-1 0 0 0,0 1 0 0 0,1 0 0 0 0,-1 0 0 0 0,1-1 0 0 0,-1 1 0 0 0,0 1 0 0 0,1-2 0 0 0,1 1 0 0 0,-1-1 0 0 0,0 1 0 0 0,0-1 0 0 0,0 1 0 0 0,0-1 0 0 0,0 1 0 0 0,1-1 0 0 0,-1 1 0 0 0,0-1 0 0 0,0 0 0 0 0,1 1 0 0 0,-1-1 0 0 0,0 1 0 0 0,1-1 0 0 0,-1 0 0 0 0,0 1 0 0 0,1-1 0 0 0,-1 0 0 0 0,0 1 0 0 0,1-1 0 0 0,-1 0 0 0 0,1 0 0 0 0,0 1 0 0 0,4 1 0 0 0,1 1 0 0 0,-1-1 0 0 0,1-1 0 0 0,9 3 0 0 0,29 3-27 0 0,1-2-1 0 0,61 0 1 0 0,93-13-109 0 0,-74 1 98 0 0,456 4 38 0 0,-572 3 0 0 0,300 21 0 0 0,-97-3 0 0 0,-29-5-172 0 0,-129-6 74 0 0,70 18 0 0 0,-120-24 82 0 0,21 6-44 0 0,-24-6 60 0 0,0-1 0 0 0,1 1-1 0 0,-1-1 1 0 0,0 1 0 0 0,0 0 0 0 0,0-1-1 0 0,1 1 1 0 0,-1 0 0 0 0,0 0 0 0 0,0 0-1 0 0,0 0 1 0 0,0 0 0 0 0,-1 0 0 0 0,3 2-1 0 0,-3-3 1 0 0,0 1 0 0 0,0-1 0 0 0,-1 1 0 0 0,1-1 0 0 0,0 1 0 0 0,0 0 0 0 0,0-1 0 0 0,0 1 0 0 0,-1-1 0 0 0,1 1 0 0 0,0-1 0 0 0,0 1 0 0 0,-1-1 0 0 0,1 0 0 0 0,-1 1 0 0 0,1-1 0 0 0,0 1 0 0 0,-1-1 0 0 0,1 0 0 0 0,-1 1 0 0 0,1-1 0 0 0,-1 0 0 0 0,1 1 0 0 0,-1-1-1 0 0,1 0 1 0 0,-1 1 0 0 0,-16 6 12 0 0,-6-2 20 0 0,-1-1 0 0 0,-31 1-1 0 0,9-2-9 0 0,-675 51 29 0 0,2-1 16 0 0,687-50-60 0 0,-42 4-9 0 0,1 4 1 0 0,-79 20-1 0 0,146-29 2 0 0,-16 5 0 0 0,21-7 0 0 0,0 1 0 0 0,0-1 0 0 0,0 0 0 0 0,0 1 0 0 0,0-1 0 0 0,0 1 0 0 0,0 0 0 0 0,0-1 0 0 0,0 1 0 0 0,0 0 0 0 0,1-1 0 0 0,-1 1 0 0 0,0 0 0 0 0,0 0 0 0 0,0 1 0 0 0,1-2 0 0 0,0 0 0 0 0,0 1 0 0 0,1-1 0 0 0,-1 1 0 0 0,0-1 0 0 0,0 1 0 0 0,1-1 0 0 0,-1 0 0 0 0,0 1 0 0 0,0-1 0 0 0,1 0 0 0 0,-1 1 0 0 0,0-1 0 0 0,1 0 0 0 0,-1 1 0 0 0,1-1 0 0 0,-1 0 0 0 0,0 0 0 0 0,1 0 0 0 0,-1 1 0 0 0,1-1 0 0 0,-1 0 0 0 0,0 0 0 0 0,1 0 0 0 0,-1 0 0 0 0,1 0 0 0 0,-1 0 0 0 0,1 0 0 0 0,-1 0 0 0 0,1 0 0 0 0,-1 0 0 0 0,2 0 0 0 0,17 2 0 0 0,201-20-222 0 0,-113 6 143 0 0,389-24 42 0 0,536 29-1 0 0,-1013 9 38 0 0,-14 0 0 0 0,-13 0 0 0 0,-49 5 65 0 0,-68 0 0 0 0,97-6-49 0 0,-602 10 152 0 0,403-12-71 0 0,-515 14-173 0 0,680-5 267 0 0,58-6-251 0 0,8-1-11 0 0,11-1 7 0 0,338-62-81 0 0,-105 13 66 0 0,-126 32 73 0 0,151-29-20 0 0,-251 37 13 0 0,-21 9 13 0 0,-1 0 0 0 0,0-1 0 0 0,0 1 1 0 0,1 0-1 0 0,-1 0 0 0 0,0 0 0 0 0,0 0 0 0 0,1-1 0 0 0,-1 1 1 0 0,0 0-1 0 0,0 0 0 0 0,0 0 0 0 0,0-1 0 0 0,1 1 0 0 0,-1 0 0 0 0,0 0 1 0 0,0-1-1 0 0,0 1 0 0 0,0 0 0 0 0,0 0 0 0 0,0-1 0 0 0,1 1 0 0 0,-1 0 1 0 0,0 0-1 0 0,0-1 0 0 0,-1 0 1 0 0,1 1-1 0 0,-1 0 1 0 0,1-1 0 0 0,-1 1 0 0 0,1 0-1 0 0,-1-1 1 0 0,1 1 0 0 0,-1 0 0 0 0,1 0-1 0 0,-1-1 1 0 0,1 1 0 0 0,-1 0 0 0 0,1 0 0 0 0,-1 0-1 0 0,1 0 1 0 0,-1 0 0 0 0,0 0 0 0 0,0 0-1 0 0,-27-2 50 0 0,1 1 0 0 0,-34 5-1 0 0,-12-1 10 0 0,-86-5-59 0 0,-199 6 0 0 0,139 6 0 0 0,-51 4 0 0 0,264-14 0 0 0,4 0 0 0 0,0 0 0 0 0,1 0 0 0 0,-1 0 0 0 0,0 0 0 0 0,0 0 0 0 0,1 1 0 0 0,-1-1 0 0 0,0 1 0 0 0,1-1 0 0 0,-1 1 0 0 0,-2 1 0 0 0,23-1 0 0 0,58-5-36 0 0,188-14-226 0 0,-161 8 240 0 0,1 5 1 0 0,152 11 0 0 0,-186 0 1 0 0,-29-4 9 0 0,0 3 0 0 0,54 12-1 0 0,-95-17 12 0 0,-1 0 0 0 0,1 0 0 0 0,-1 0 0 0 0,0 0 0 0 0,1 0 0 0 0,-1 0 0 0 0,1 0 0 0 0,-1 0 0 0 0,0 0 0 0 0,1 0 0 0 0,-1 1 0 0 0,1-1 0 0 0,-1 0 0 0 0,0 0 0 0 0,1 0 0 0 0,-1 1 0 0 0,0-1 0 0 0,1 0 0 0 0,-1 0 0 0 0,0 1 0 0 0,0-1 0 0 0,1 0 0 0 0,-1 1 0 0 0,0-1 0 0 0,0 0 0 0 0,1 1 0 0 0,-10 4 0 0 0,-20 2 0 0 0,28-7 0 0 0,-266 31 85 0 0,74-11-34 0 0,105-9-15 0 0,-10 0 82 0 0,-102 26 0 0 0,190-35-118 0 0,1 1 0 0 0,0 0 0 0 0,0 0 0 0 0,-13 8 0 0 0,22-11 0 0 0,-1 0-1 0 0,1 0 0 0 0,0 0 0 0 0,0 0 1 0 0,-1 0-1 0 0,1 0 0 0 0,0 0 0 0 0,0 0 1 0 0,0 0-1 0 0,-1 1 0 0 0,1-1 1 0 0,0 0-1 0 0,0 0 0 0 0,0 0 0 0 0,-1 0 1 0 0,1 0-1 0 0,0 1 0 0 0,0-1 0 0 0,0 0 1 0 0,0 0-1 0 0,-1 0 0 0 0,1 1 0 0 0,0-1 1 0 0,0 0-1 0 0,0 0 0 0 0,0 1 1 0 0,0-1-1 0 0,0 0 0 0 0,0 0 0 0 0,0 0 1 0 0,0 1-1 0 0,0-1 0 0 0,0 0 0 0 0,0 0 1 0 0,0 1-1 0 0,0-1 0 0 0,0 0 0 0 0,0 0 1 0 0,0 1-1 0 0,0-1 0 0 0,0 0 1 0 0,0 0-1 0 0,0 0 0 0 0,0 1 0 0 0,1-1 1 0 0,12 6-75 0 0,19-1-33 0 0,251-9 108 0 0,-226 2 0 0 0,102-6-8 0 0,369-2-48 0 0,-437 14 17 0 0,297 24-359 0 0,-376-26 393 0 0,53 8-3 0 0,-57-8 8 0 0,-1 0 0 0 0,1 0 1 0 0,-1 1-1 0 0,0 0 1 0 0,0 0-1 0 0,8 5 0 0 0,-15-8 0 0 0,1 0 0 0 0,-1 0 0 0 0,0 1 0 0 0,1-1 0 0 0,-1 0 0 0 0,0 0 0 0 0,1 0 0 0 0,-1 1 0 0 0,0-1 0 0 0,0 0 0 0 0,1 0 0 0 0,-1 1 0 0 0,0-1-1 0 0,0 0 1 0 0,0 0 0 0 0,1 1 0 0 0,-1-1 0 0 0,0 0 0 0 0,0 1 0 0 0,0-1 0 0 0,0 0 0 0 0,0 1 0 0 0,0-1 0 0 0,1 0 0 0 0,-1 1 0 0 0,0-1 0 0 0,0 0 0 0 0,0 1 0 0 0,-8 5-2 0 0,-17-1 19 0 0,25-5-16 0 0,-379 32 97 0 0,-2-15 79 0 0,-232 17 5 0 0,555-29-182 0 0,-348 42 0 0 0,384-42 0 0 0,20-4 0 0 0,4-1 0 0 0,10-1 0 0 0,1088-66 0 0 0,-668 74 0 0 0,-366-6 0 0 0,92 1 0 0 0,91 2 0 0 0,-231-4 24 0 0,-13 0-15 0 0,-1-1 1 0 0,0 1-1 0 0,0 0 1 0 0,1 1-1 0 0,-1-1 1 0 0,0 1-1 0 0,0-1 1 0 0,1 1-1 0 0,-1 1 1 0 0,5 1-1 0 0,-9-3-9 0 0,0 0 0 0 0,0 0 0 0 0,0 1 0 0 0,0-1 0 0 0,0 0 0 0 0,0 0 0 0 0,0 0 0 0 0,0 0 0 0 0,0 0 0 0 0,0 1 0 0 0,0-1 0 0 0,0 0 0 0 0,0 0 0 0 0,0 0 0 0 0,0 0 0 0 0,0 0 0 0 0,0 1 0 0 0,-1-1 0 0 0,1 0 0 0 0,0 0 0 0 0,0 0 0 0 0,0 0 0 0 0,0 0 0 0 0,0 0 0 0 0,0 0 0 0 0,0 1 0 0 0,-1-1 0 0 0,1 0 0 0 0,0 0 0 0 0,0 0 0 0 0,0 0 0 0 0,0 0 0 0 0,0 0 0 0 0,0 0 0 0 0,-1 0 0 0 0,1 0 0 0 0,0 0 0 0 0,0 0 0 0 0,0 0 0 0 0,0 0 0 0 0,-1 0 0 0 0,1 0 0 0 0,0 0 0 0 0,0 0 0 0 0,0 0 0 0 0,-9 3 0 0 0,9-3 0 0 0,-53 10 38 0 0,-1-2-1 0 0,-58 1 1 0 0,51-5-23 0 0,-256 8-15 0 0,40-3 0 0 0,-94 3 0 0 0,295-11 0 0 0,-126 5 0 0 0,231-8-27 0 0,36-6 0 0 0,-21 2 9 0 0,365-11-38 0 0,-299 16 48 0 0,22 3 8 0 0,134 20 0 0 0,-16-1 0 0 0,-157-14 15 0 0,-28 0-26 0 0,100 23-1 0 0,-163-29 12 0 0,0-1 0 0 0,0 1 0 0 0,0-1 0 0 0,0 1 0 0 0,0 0 0 0 0,0 0 0 0 0,0 0 0 0 0,0 0 0 0 0,0 0 0 0 0,0 0 0 0 0,-1 0 0 0 0,1 1 0 0 0,2 1 0 0 0,-5-3 2 0 0,1 0-1 0 0,0 0 0 0 0,0 1 1 0 0,0-1-1 0 0,0 0 1 0 0,0 0-1 0 0,0 1 0 0 0,0-1 1 0 0,-1 0-1 0 0,1 0 1 0 0,0 1-1 0 0,0-1 0 0 0,0 0 1 0 0,-1 0-1 0 0,1 1 1 0 0,0-1-1 0 0,0 0 0 0 0,-1 0 1 0 0,1 0-1 0 0,0 0 0 0 0,0 0 1 0 0,-1 1-1 0 0,1-1 1 0 0,0 0-1 0 0,0 0 0 0 0,-1 0 1 0 0,1 0-1 0 0,0 0 1 0 0,-1 0-1 0 0,1 0 0 0 0,0 0 1 0 0,-1 0-1 0 0,1 0 1 0 0,0 0-1 0 0,0 0 0 0 0,-1 0 1 0 0,-14 1 73 0 0,15-1-71 0 0,-398 22 9 0 0,83-24-13 0 0,6 0 0 0 0,-133 3 0 0 0,244 7 0 0 0,107-3 0 0 0,84-5 0 0 0,0 0 0 0 0,0 0 0 0 0,0-1 0 0 0,-1 0 0 0 0,1 0 0 0 0,0 0 0 0 0,0-1 0 0 0,0 0 0 0 0,-7-4 0 0 0,8 4 0 0 0,0 0 0 0 0,0 0 0 0 0,0 1 0 0 0,-1 0 0 0 0,1 0 0 0 0,0 0 0 0 0,-1 1 0 0 0,-11 1 0 0 0,-5 2 0 0 0,-24 6 0 0 0,29-6 0 0 0,18-3 0 0 0,-6 2 0 0 0,18 2 0 0 0,9-1 0 0 0,-1-2 0 0 0,1 0 0 0 0,23-2 0 0 0,159-27-30 0 0,-130 15 0 0 0,95-4 0 0 0,35 21 15 0 0,5-1 16 0 0,-54-4 22 0 0,-114 3-34 0 0,74 14-1 0 0,-40-3 36 0 0,0-3 0 0 0,142 1 0 0 0,-210-11-24 0 0,133 3-37 0 0,-109-1 26 0 0,1 1-1 0 0,45 12 0 0 0,-49-7 28 0 0,2-1 0 0 0,-1-2 0 0 0,50 4 0 0 0,-77-9-16 0 0,26 2 0 0 0,-26-2 0 0 0,-1 1 0 0 0,1-1 0 0 0,-1 0 0 0 0,1 0 0 0 0,-1 0 0 0 0,1 0 0 0 0,-1 0 0 0 0,1 0 0 0 0,-1 0 0 0 0,1 1 0 0 0,-1-1 0 0 0,1 0 0 0 0,-1 0 0 0 0,1 1 0 0 0,-1-1 0 0 0,0 0 0 0 0,1 1 0 0 0,-1-1 0 0 0,1 1 0 0 0,-1-1 0 0 0,0 0 0 0 0,1 1 0 0 0,-1-1 0 0 0,0 1 0 0 0,0-1 0 0 0,1 1 0 0 0,-1-1 0 0 0,0 1 0 0 0,0-1 0 0 0,0 1 0 0 0,0-1 0 0 0,1 1 0 0 0,-1-1 0 0 0,0 1 0 0 0,0-1 0 0 0,0 1 0 0 0,0-1 0 0 0,0 1 0 0 0,0-1 0 0 0,-1 1 0 0 0,1-1 0 0 0,0 1 0 0 0,0-1 0 0 0,0 1 0 0 0,0-1 0 0 0,-1 2 0 0 0,1-2 0 0 0,-1 1 0 0 0,1-1 0 0 0,-1 1 0 0 0,0 0 0 0 0,1-1 0 0 0,-1 1 0 0 0,0-1 0 0 0,1 0 0 0 0,-1 1 0 0 0,0-1 0 0 0,1 1 0 0 0,-1-1 0 0 0,0 0 0 0 0,0 0 0 0 0,1 1 0 0 0,-1-1 0 0 0,0 0 0 0 0,-1 0 0 0 0,-18 2 0 0 0,11-2 0 0 0,-163 5 0 0 0,124-5 0 0 0,24 1 0 0 0,-24 4 0 0 0,24-2 0 0 0,-23 1 0 0 0,-133 2 0 0 0,51 0 0 0 0,63-1 0 0 0,-46 6 0 0 0,-4 3 0 0 0,38-7 0 0 0,19-3 32 0 0,-85-3-1 0 0,59-3-14 0 0,71 2-18 0 0,-16 1-14 0 0,-1-2-1 0 0,1-1 0 0 0,-46-9 0 0 0,62 9 16 0 0,1 0 0 0 0,-1 2 0 0 0,1-1 0 0 0,-1 1 0 0 0,0 1 0 0 0,-19 4 0 0 0,-37 1 0 0 0,52-6-16 0 0,-1 0 0 0 0,1 2 0 0 0,-22 4 0 0 0,29-4 30 0 0,0-1-1 0 0,0 0 1 0 0,-19-2-1 0 0,6 1-13 0 0,19-1-30 0 0,4 1-21 0 0,-2 0-62 0 0,-1-1-1 0 0,1 1 1 0 0,0 0 0 0 0,-1 0 0 0 0,1 0 0 0 0,-1 0 0 0 0,1 0 0 0 0,0 1 0 0 0,-1 0 0 0 0,1-1 0 0 0,-5 3 0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2:43.9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171 340 919 0 0,'-5'-1'235'0'0,"1"0"0"0"0,0 0 0 0 0,0 0-1 0 0,0-1 1 0 0,0 0 0 0 0,-4-2-1 0 0,-2-1 275 0 0,7 3-356 0 0,0 1 1 0 0,0-1-1 0 0,0 1 0 0 0,0-1 0 0 0,0 0 0 0 0,1 0 0 0 0,-1 0 0 0 0,1-1 0 0 0,-1 1 0 0 0,1 0 0 0 0,0-1 0 0 0,0 0 0 0 0,0 1 0 0 0,0-1 0 0 0,0 0 0 0 0,1 0 0 0 0,-1 0 0 0 0,1 0 0 0 0,0 0 0 0 0,0-1 0 0 0,0 1 0 0 0,0-6 0 0 0,0 8-153 0 0,1-1 0 0 0,0 1 0 0 0,-1-1 0 0 0,1 1 0 0 0,-1-1 0 0 0,1 1 0 0 0,-1-1 0 0 0,0 1 0 0 0,1-1 0 0 0,-1 1 0 0 0,0 0 0 0 0,0-1 0 0 0,0 1 0 0 0,0 0 0 0 0,0 0 0 0 0,0 0 0 0 0,-1 0 0 0 0,1 0 0 0 0,0 0 0 0 0,-1 0 0 0 0,1 0 0 0 0,-3-1 0 0 0,0 1 0 0 0,-1 0 0 0 0,0 0 0 0 0,1 0 0 0 0,-1 1 0 0 0,0 0 0 0 0,-6 0 0 0 0,8 0 0 0 0,2 0 0 0 0,1 0 0 0 0,-1 0 0 0 0,1 0 0 0 0,-1 0 0 0 0,1 0 0 0 0,-1 0 0 0 0,1 0 0 0 0,-1 0 0 0 0,1 0 0 0 0,-1 0 0 0 0,1 0 0 0 0,-1 0 0 0 0,1-1 0 0 0,-1 1 0 0 0,1 0 0 0 0,0 0 0 0 0,-1-1 0 0 0,1 1 0 0 0,-1 0 0 0 0,1 0 0 0 0,0-1 0 0 0,-1 1 0 0 0,1 0 0 0 0,0-1 0 0 0,-1 1 0 0 0,1 0 0 0 0,0-1 0 0 0,-1 1 0 0 0,1-1 0 0 0,0 1 0 0 0,0-1 0 0 0,-1 1 0 0 0,1-1 0 0 0,0 1 0 0 0,0 0 0 0 0,0-1 0 0 0,0 1 0 0 0,0-1 0 0 0,0 1 0 0 0,0-1 0 0 0,0 1 0 0 0,0-1 0 0 0,0 1 0 0 0,0-2 0 0 0,0 1 0 0 0,1 0 0 0 0,-1 0 0 0 0,0 0 0 0 0,1 0 0 0 0,0 0 0 0 0,-1 0 0 0 0,1 0 0 0 0,-1 0 0 0 0,1 0 0 0 0,0 0 0 0 0,0 0 0 0 0,0 0 0 0 0,-1 0 0 0 0,1 1 0 0 0,0-1 0 0 0,0 0 0 0 0,0 0 0 0 0,0 1 0 0 0,2-1 0 0 0,12-5-76 0 0,1 1 0 0 0,0 1-1 0 0,17-2 1 0 0,10-3 99 0 0,-24 5 147 0 0,0 0 0 0 0,1 1 0 0 0,29-1 0 0 0,-53 3-159 0 0,2 1-11 0 0,1-1 0 0 0,0 1 0 0 0,-1 0 0 0 0,1-1 0 0 0,-1 1 0 0 0,1 0 0 0 0,-1 0 0 0 0,1 0 0 0 0,-1 0-1 0 0,1 0 1 0 0,-4 1 0 0 0,-20 0 21 0 0,6 1 31 0 0,0-1 0 0 0,0-1 0 0 0,0-1 0 0 0,-35-6-1 0 0,53 7-48 0 0,1 0-1 0 0,0 0 0 0 0,-1 0 0 0 0,1-1 0 0 0,-1 1 0 0 0,1 0 0 0 0,0 0 0 0 0,-1 0 0 0 0,1 0 1 0 0,0-1-1 0 0,-1 1 0 0 0,1 0 0 0 0,0 0 0 0 0,-1-1 0 0 0,1 1 0 0 0,0 0 0 0 0,0 0 0 0 0,-1-1 1 0 0,1 1-1 0 0,0 0 0 0 0,0-1 0 0 0,0 1 0 0 0,-1-1 0 0 0,1 0-5 0 0,0 0 0 0 0,0 1 0 0 0,0-1 1 0 0,0 0-1 0 0,0 0 0 0 0,0 0 0 0 0,1 1 0 0 0,-1-1 0 0 0,0 0 0 0 0,0 0 1 0 0,1 0-1 0 0,-1 1 0 0 0,1-2 0 0 0,3 3 46 0 0,13 13-33 0 0,-38-30-15 0 0,19 15 5 0 0,-1 0 0 0 0,1 0 1 0 0,0-1-1 0 0,0 1 0 0 0,0 0 0 0 0,0-1 1 0 0,0 0-1 0 0,1 1 0 0 0,-1-1 0 0 0,0 0 1 0 0,1 0-1 0 0,-1 0 0 0 0,1 0 0 0 0,0 0 1 0 0,0 0-1 0 0,-1 0 0 0 0,1-1 0 0 0,1 1 1 0 0,-1 0-1 0 0,0-1 0 0 0,0-4 0 0 0,0 3 0 0 0,1 0 0 0 0,0 0 0 0 0,0 0 0 0 0,0 0 0 0 0,1 0 0 0 0,0-6 0 0 0,0 9 0 0 0,-1 1 0 0 0,0-1 0 0 0,0 0 0 0 0,1 0 0 0 0,-1 0 0 0 0,0 0 0 0 0,1 1 0 0 0,-1-1 0 0 0,1 0 0 0 0,-1 0 0 0 0,1 1 0 0 0,-1-1 0 0 0,1 0 0 0 0,-1 1 0 0 0,1-1 0 0 0,0 1 0 0 0,-1-1 0 0 0,1 1 0 0 0,0-1 0 0 0,0 1 0 0 0,-1-1 0 0 0,1 1 0 0 0,0-1 0 0 0,0 1 0 0 0,0 0 0 0 0,0 0 0 0 0,-1-1 0 0 0,1 1 0 0 0,0 0 0 0 0,0 0 0 0 0,0 0 0 0 0,0 0 0 0 0,0 0 0 0 0,1 0 0 0 0,-2 0 5 0 0,48 9 252 0 0,-43-8-280 0 0,0 0-1 0 0,0 1 1 0 0,0 0 0 0 0,0 0-1 0 0,0 0 1 0 0,-1 0-1 0 0,6 5 1 0 0,-8-6 22 0 0,-1 0 1 0 0,0 0-1 0 0,0 0 0 0 0,1 1 0 0 0,-1-1 1 0 0,0 0-1 0 0,0 1 0 0 0,-1-1 1 0 0,1 1-1 0 0,0-1 0 0 0,0 1 0 0 0,-1-1 1 0 0,1 1-1 0 0,-1 0 0 0 0,1 1 0 0 0,-1-2 1 0 0,0 0 1 0 0,0 0-1 0 0,0 0 0 0 0,0 0 0 0 0,0 0 0 0 0,0 0 0 0 0,0 0 0 0 0,0 0 0 0 0,0 0 0 0 0,-1 0 0 0 0,1 0 0 0 0,0 0 0 0 0,-1 0 0 0 0,1 0 0 0 0,-1 0 0 0 0,1-1 0 0 0,-1 1 0 0 0,0 0 0 0 0,1 0 0 0 0,-1-1 0 0 0,0 1 0 0 0,1 0 0 0 0,-1-1 0 0 0,0 1 0 0 0,0 0 0 0 0,0 0 0 0 0,-4 1 17 0 0,0 0 0 0 0,0 1-1 0 0,0-2 1 0 0,0 1-1 0 0,0 0 1 0 0,0-1 0 0 0,0 0-1 0 0,0 0 1 0 0,0-1 0 0 0,-1 1-1 0 0,1-1 1 0 0,-8-1-1 0 0,13 1-19 0 0,-1 0 0 0 0,0 0 0 0 0,1-1 0 0 0,-1 1 0 0 0,1 0 0 0 0,-1 0 0 0 0,1-1 0 0 0,-1 1 0 0 0,1 0-1 0 0,-1-1 1 0 0,1 1 0 0 0,-1 0 0 0 0,1-1 0 0 0,0 1 0 0 0,-1 0 0 0 0,1-1 0 0 0,-1 1 0 0 0,1-1 0 0 0,0 1 0 0 0,0-1-1 0 0,-1 1 1 0 0,1-1 0 0 0,0 1 0 0 0,0-1 0 0 0,-1 0 0 0 0,1 1 0 0 0,0-1 0 0 0,0 1 0 0 0,0-1 0 0 0,0 1 0 0 0,0-1-1 0 0,0 0 1 0 0,0 1 0 0 0,0-1 0 0 0,0 1 0 0 0,0-1 0 0 0,0 1 0 0 0,1-1 0 0 0,-1 0 0 0 0,0 1 0 0 0,0-1 0 0 0,0 1-1 0 0,1-1 1 0 0,0-1 11 0 0,-1 1 0 0 0,1 0 0 0 0,0-1 0 0 0,0 1 0 0 0,-1 0 0 0 0,1 0 0 0 0,0-1 0 0 0,0 1 0 0 0,0 0 0 0 0,1 0 0 0 0,-1 0 0 0 0,0 0 0 0 0,0 1 0 0 0,0-1 0 0 0,1 0 0 0 0,1 0 0 0 0,7-2-32 0 0,1 1 0 0 0,0 1 0 0 0,-1 0 0 0 0,1 0 0 0 0,0 1 0 0 0,0 1 0 0 0,-1 0 0 0 0,16 3 0 0 0,-15-1 24 0 0,-10-1 0 0 0,-1-2 0 0 0,-2 1 0 0 0,-5 0 0 0 0,2-1 13 0 0,-22 2-41 0 0,25-2 40 0 0,1 0-1 0 0,-1 0 0 0 0,0 0 0 0 0,0 0 0 0 0,1 0 0 0 0,-1-1 0 0 0,0 1 1 0 0,1-1-1 0 0,-1 1 0 0 0,1-1 0 0 0,-1 0 0 0 0,1 1 0 0 0,-1-1 0 0 0,-1-2 9 0 0,2 1-26 0 0,8-1-149 0 0,22-1 158 0 0,-17 1-28 0 0,0 1-1 0 0,14-1 0 0 0,-23 3 26 0 0,0 1 1 0 0,0-1-1 0 0,0 1 1 0 0,0 0-1 0 0,0 0 1 0 0,0 0-1 0 0,4 2 1 0 0,-4-1 0 0 0,0-1 0 0 0,0 1-1 0 0,0-1 1 0 0,0 0 0 0 0,0 0 0 0 0,0-1 0 0 0,7 2-1 0 0,5-3 0 0 0,30-3 0 0 0,-41 4 0 0 0,-1 0 0 0 0,1 0 0 0 0,0 0 0 0 0,-1 1 0 0 0,1-1 0 0 0,5 3 0 0 0,15 1 0 0 0,-23-4 0 0 0,1 0 0 0 0,-1 0 0 0 0,0-1 0 0 0,0 1 0 0 0,0 0 0 0 0,0 0 0 0 0,0-1 0 0 0,1 1 0 0 0,-1 0 0 0 0,0-1 0 0 0,0 1 0 0 0,0-1 0 0 0,0 1 0 0 0,0-1 0 0 0,0 0 0 0 0,1-1 0 0 0,8-8 54 0 0,6 11-42 0 0,-12 0-6 0 0,-1-1-1 0 0,1 0 1 0 0,-1 0 0 0 0,1 0 0 0 0,-1 0-1 0 0,1-1 1 0 0,-1 1 0 0 0,5-2 0 0 0,4 0 5 0 0,-11 2-11 0 0,1 0 0 0 0,-1 0 0 0 0,1-1 0 0 0,-1 1 0 0 0,1 0 0 0 0,-1-1 0 0 0,1 1 0 0 0,-1-1 0 0 0,0 1-1 0 0,3-2 1 0 0,-20 1 0 0 0,-75 6 5 0 0,56-2 25 0 0,-61-3-1 0 0,75 1-155 0 0,18-1 127 0 0,0 1 0 0 0,0-1 0 0 0,0 0 1 0 0,1 0-1 0 0,-1 0 0 0 0,0 0 0 0 0,0-1 0 0 0,0 1 1 0 0,1-1-1 0 0,-5-1 0 0 0,18 0-15 0 0,20-1 13 0 0,52-4 7 0 0,1 0-76 0 0,-60 7 70 0 0,-1-1 0 0 0,36 5 0 0 0,-43-3 38 0 0,-1-1-1 0 0,0 0 0 0 0,0-1 0 0 0,30-5 1 0 0,-30 3 249 0 0,0 0 1 0 0,0 2-1 0 0,0 0 1 0 0,30 2-1 0 0,-32 0-247 0 0,-1 0 0 0 0,17-2 0 0 0,-18 0-34 0 0,0 1 0 0 0,-1 1 0 0 0,18 1 0 0 0,-17 0 84 0 0,1-1-1 0 0,0 0 0 0 0,13-1 0 0 0,-8 0-142 0 0,8 4 323 0 0,-23-3-271 0 0,1 0-1 0 0,0-1 1 0 0,0 1 0 0 0,0-1 0 0 0,-1 0-1 0 0,1 1 1 0 0,0-1 0 0 0,0 0 0 0 0,0-1 0 0 0,3 0-1 0 0,0 0 2 0 0,-1 1 0 0 0,1-1 0 0 0,0 1 0 0 0,-1 0 0 0 0,1 1 0 0 0,5 0 0 0 0,12 1 0 0 0,-9-2-14 0 0,-8 0 43 0 0,1 0 1 0 0,-1 0 0 0 0,1-1 0 0 0,-1 0 0 0 0,9-2-1 0 0,-10 3-51 0 0,-1 0 0 0 0,1 0-1 0 0,0 0 1 0 0,0 1-1 0 0,7 1 1 0 0,4 0-24 0 0,-12-2 46 0 0,0-1 0 0 0,0 1 0 0 0,0-1 0 0 0,7-2 0 0 0,-9 2 0 0 0,0 1 0 0 0,-1-1 0 0 0,1 1 0 0 0,0-1 0 0 0,0 1 0 0 0,0 0 0 0 0,0 0 0 0 0,0 0 0 0 0,0 0 0 0 0,0 0 0 0 0,0 0 0 0 0,2 1 0 0 0,1 1 0 0 0,1-1 0 0 0,-1 0 0 0 0,0 0 0 0 0,1 0 0 0 0,-1 0 0 0 0,11-1 0 0 0,-5-1 0 0 0,-10 1 0 0 0,1-1 0 0 0,-1 1 0 0 0,1 0 0 0 0,-1 0 0 0 0,1 0 0 0 0,0 0 0 0 0,-1 0 0 0 0,1 1 0 0 0,1-1 0 0 0,3 2 33 0 0,0-2 0 0 0,-1 1 0 0 0,1-1 0 0 0,0 0 0 0 0,5 0 0 0 0,0-1 1 0 0,-7 1-21 0 0,-1 0 0 0 0,1-1 0 0 0,-1 1 0 0 0,0-1 0 0 0,1 0 0 0 0,-1 0 0 0 0,5-3 0 0 0,-5 3 165 0 0,0 0 0 0 0,1-1-1 0 0,-1 1 1 0 0,0 1 0 0 0,0-1-1 0 0,1 0 1 0 0,4 0 0 0 0,76 1-152 0 0,-75 0-26 0 0,0 1 0 0 0,0-1 0 0 0,-1-1 0 0 0,12-2 0 0 0,-17 3 0 0 0,0 0 0 0 0,0 0 0 0 0,0 0 0 0 0,0 0 0 0 0,0 0 0 0 0,4 1 0 0 0,-3 0 0 0 0,-1-1 0 0 0,0 0 0 0 0,0 1 0 0 0,0-1 0 0 0,5-1 0 0 0,10 0-96 0 0,-17 1 92 0 0,0 0-1 0 0,-1 0 0 0 0,1 0 0 0 0,0 0 0 0 0,0 0 1 0 0,0 0-1 0 0,-1 0 0 0 0,1 0 0 0 0,0 1 0 0 0,0-1 1 0 0,-1 0-1 0 0,1 1 0 0 0,0-1 0 0 0,0 0 0 0 0,-1 1 1 0 0,1-1-1 0 0,0 1 0 0 0,-1-1 0 0 0,2 2 0 0 0,-2-1 16 0 0,0-1 21 0 0,5 1 9 0 0,19 2-29 0 0,37-2 0 0 0,-52-1-45 0 0,58-2-42 0 0,-15 7 75 0 0,-6 0 0 0 0,-40-5 0 0 0,1 1 0 0 0,-1 0 0 0 0,0 1 0 0 0,1-1 0 0 0,9 5 0 0 0,-7-3 0 0 0,5 2 0 0 0,0-2 0 0 0,0 0 0 0 0,-1-1 0 0 0,2 0 0 0 0,14-1 0 0 0,-29-1 0 0 0,1 0 0 0 0,-1 0 0 0 0,0 0 0 0 0,1 0 0 0 0,-1 0 0 0 0,0 0 0 0 0,1 0 0 0 0,-1 0 0 0 0,1 0 0 0 0,-1 1 0 0 0,0-1 0 0 0,1 0 0 0 0,-1 0 0 0 0,0 0 0 0 0,1 0 0 0 0,-1 1 0 0 0,0-1 0 0 0,1 0 0 0 0,-1 0 0 0 0,0 1 0 0 0,0-1 0 0 0,1 0 0 0 0,-1 0 0 0 0,0 1 0 0 0,0-1 0 0 0,0 0 0 0 0,1 1 0 0 0,-1-1 0 0 0,0 0 0 0 0,0 1 0 0 0,0-1 0 0 0,-4 2 0 0 0,-49-2 0 0 0,-28 2 0 0 0,25 2-32 0 0,-103-4 0 0 0,134-3 32 0 0,-1-1 0 0 0,-32-10 0 0 0,33 7 0 0 0,-2 2 0 0 0,-41-3 0 0 0,16 2 0 0 0,30 2 0 0 0,0 0 0 0 0,-28-11 0 0 0,44 14 0 0 0,-1 0 0 0 0,1 0 0 0 0,0 0 0 0 0,-1 1 0 0 0,1 0 0 0 0,-1 0 0 0 0,1 1 0 0 0,-1 0 0 0 0,-7 2 0 0 0,-28 1 0 0 0,23-8-30 0 0,16 3 25 0 0,0 0-1 0 0,0 0 0 0 0,1 0 1 0 0,-1 1-1 0 0,-6-1 0 0 0,-105 1 70 0 0,84-3-64 0 0,22 2 0 0 0,0 1 0 0 0,0-1 0 0 0,0 1 0 0 0,-11 2 0 0 0,14-1 0 0 0,0-1 0 0 0,0 1 0 0 0,0-1 0 0 0,-1 0 0 0 0,1 0 0 0 0,0 0 0 0 0,0-1 0 0 0,0 0 0 0 0,0 0 0 0 0,-5-2 0 0 0,2 1 0 0 0,1 1 0 0 0,-1 0 0 0 0,0 0 0 0 0,0 1 0 0 0,0 0 0 0 0,-13 2 0 0 0,-9 0 0 0 0,-46-1 0 0 0,45 4-23 0 0,27-4 19 0 0,0 0-1 0 0,0-1 1 0 0,0 1-1 0 0,-1-1 1 0 0,1 0-1 0 0,0 0 0 0 0,-1 0 1 0 0,-5-1-1 0 0,-22-5 69 0 0,3 6-64 0 0,26-1 0 0 0,0 0 0 0 0,0 0 0 0 0,0 1 0 0 0,0-1 0 0 0,0 1 0 0 0,0 0 0 0 0,0 0 0 0 0,0 0 0 0 0,0 0 0 0 0,0 1 0 0 0,0-1 0 0 0,-4 2 0 0 0,5-2 0 0 0,0 0 0 0 0,0 0 0 0 0,0 0 0 0 0,0 0 0 0 0,0 0 0 0 0,1 0 0 0 0,-1-1 0 0 0,0 1 0 0 0,0-1 0 0 0,-3 0 0 0 0,-15-4 0 0 0,-96-1 0 0 0,79 7-32 0 0,-50 7 0 0 0,-18-1 96 0 0,94-6-64 0 0,-1 0 0 0 0,1-1 0 0 0,0 0 0 0 0,-1-1 0 0 0,-17-4 0 0 0,23 5 0 0 0,0 0 0 0 0,1-1 0 0 0,-1 2 0 0 0,0-1 0 0 0,-9 2 0 0 0,-16 2 0 0 0,31-4 0 0 0,-1 0 0 0 0,0 0 0 0 0,0 0 0 0 0,0 0 0 0 0,0 0 0 0 0,0 0 0 0 0,1 1 0 0 0,-1-1 0 0 0,0 0 0 0 0,0 1 0 0 0,0-1 0 0 0,1 1 0 0 0,-1-1 0 0 0,0 1 0 0 0,1-1 0 0 0,-1 1 0 0 0,0-1 0 0 0,1 1 0 0 0,-1 0 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2:47.0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1895 2 919 0 0,'0'0'23'0'0,"0"-1"0"0"0,0 1 0 0 0,-1 0-1 0 0,1 0 1 0 0,0 0 0 0 0,-1 0 0 0 0,1 0-1 0 0,0-1 1 0 0,-1 1 0 0 0,1 0 0 0 0,0 0-1 0 0,-1 0 1 0 0,1 0 0 0 0,0 0 0 0 0,-1 0-1 0 0,1 0 1 0 0,-1 0 0 0 0,1 0-1 0 0,0 0 1 0 0,-1 0 0 0 0,1 1 0 0 0,0-1-1 0 0,-1 0 1 0 0,1 0 0 0 0,0 0 0 0 0,0 0-1 0 0,-1 0 1 0 0,1 1 0 0 0,-1-1 0 0 0,-11 9 707 0 0,1 0 415 0 0,1-3-339 0 0,-4 2 88 0 0,-51 12 355 0 0,40-11-1167 0 0,-44 9-1 0 0,60-17-89 0 0,3 0-25 0 0,1 0 0 0 0,0 0 0 0 0,-1 1 0 0 0,1-1 0 0 0,-10 5 0 0 0,4-1 49 0 0,8-4-10 0 0,1 0-1 0 0,0-1 0 0 0,0 2 1 0 0,0-1-1 0 0,-1 0 0 0 0,1 0 1 0 0,0 1-1 0 0,-2 1 0 0 0,2-1-2 0 0,0-1-1 0 0,0 0 0 0 0,0 1 0 0 0,0-1 0 0 0,0 0 0 0 0,0-1 0 0 0,0 1 1 0 0,0 0-1 0 0,0 0 0 0 0,0-1 0 0 0,-1 0 0 0 0,1 1 0 0 0,0-1 0 0 0,0 0 1 0 0,0 0-1 0 0,-1 0 0 0 0,-1 0 0 0 0,-1 0 431 0 0,1 0-379 0 0,-6 0 128 0 0,-1 0 1 0 0,1 0 0 0 0,-15-3-1 0 0,-16 1 110 0 0,2 1-132 0 0,28 0-101 0 0,-1 1 0 0 0,1 0-1 0 0,0 1 1 0 0,-17 2 0 0 0,-26 3 107 0 0,-79-15-166 0 0,128 9 0 0 0,-107-4 0 0 0,83 5 0 0 0,-158 3-16 0 0,132-1-88 0 0,55-3 104 0 0,0 0 1 0 0,0 0-1 0 0,0 0 0 0 0,0 0 0 0 0,0 0 0 0 0,0 0 0 0 0,0 0 0 0 0,0 0 0 0 0,0 0 0 0 0,0 1 1 0 0,0-1-1 0 0,0 0 0 0 0,0 0 0 0 0,0 0 0 0 0,0 0 0 0 0,1 0 0 0 0,-1 0 0 0 0,0 0 1 0 0,0 0-1 0 0,0 0 0 0 0,0 0 0 0 0,0 0 0 0 0,0 0 0 0 0,0 0 0 0 0,0 1 0 0 0,0-1 0 0 0,0 0 1 0 0,-1 0-1 0 0,1 0 0 0 0,0 0 0 0 0,0 0 0 0 0,0 0 0 0 0,0 0 0 0 0,0 0 0 0 0,0 0 0 0 0,0 0 1 0 0,0 0-1 0 0,0 0 0 0 0,0 0 0 0 0,0 0 0 0 0,0 0 0 0 0,0 1 0 0 0,0-1 0 0 0,0 0 0 0 0,0 0 1 0 0,0 0-1 0 0,0 0 0 0 0,0 0 0 0 0,0 0 0 0 0,-1 0 0 0 0,1 0 0 0 0,0 0 0 0 0,0 0 0 0 0,0 0 1 0 0,20 4-125 0 0,160-9-36 0 0,-145 3 149 0 0,173-19 11 0 0,-177 19 55 0 0,46 2 0 0 0,12-1 27 0 0,-73 1-63 0 0,0 1-1 0 0,0 0 0 0 0,-1 1 1 0 0,26 7-1 0 0,28 2 85 0 0,38 3-90 0 0,-100-13-13 0 0,-4-1 0 0 0,0 0 0 0 0,0 0 0 0 0,-1 1 0 0 0,1 0 0 0 0,0-1 0 0 0,3 2 0 0 0,-26 2 0 0 0,-74 8 76 0 0,26-11 162 0 0,50-1-244 0 0,-1 0 0 0 0,-34 5 0 0 0,-57 11 379 0 0,66-11-234 0 0,-88 10-139 0 0,118-14-33 0 0,1-1 0 0 0,-1 0 1 0 0,-19-2-1 0 0,-12-1 164 0 0,32 3-222 0 0,-21-5 0 0 0,25 3 84 0 0,0 1 0 0 0,0 0 1 0 0,0 0-1 0 0,-13 1 0 0 0,3 2 48 0 0,0-1 0 0 0,0 0 1 0 0,0-2-1 0 0,-29-4 0 0 0,39 4-51 0 0,1 1 1 0 0,-1 0 0 0 0,1 0-1 0 0,-12 2 1 0 0,-15 1-139 0 0,-184-17 73 0 0,165 10 75 0 0,-31-5 0 0 0,31 2 100 0 0,-107 0-1 0 0,62 13-276 0 0,55 1-2366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2:56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26 391 2303 0 0,'-25'-21'3097'0'0,"25"21"-3057"0"0,1-1 1 0 0,0 0-1 0 0,0 1 1 0 0,-1-1-1 0 0,1 1 0 0 0,0-1 1 0 0,0 1-1 0 0,0-1 1 0 0,0 1-1 0 0,0 0 0 0 0,0 0 1 0 0,0-1-1 0 0,0 1 1 0 0,1 0-1 0 0,105-17 965 0 0,195-6-1 0 0,104 13-569 0 0,-175 3-270 0 0,-171 6-89 0 0,-5 1 142 0 0,60-9 0 0 0,-96 5 13 0 0,-16 2-55 0 0,-12 2-39 0 0,-378 12 783 0 0,150-10-781 0 0,-31-2 115 0 0,11 0-31 0 0,233 2-241 0 0,19-1 10 0 0,-1 0 1 0 0,1-1-1 0 0,0 1 0 0 0,0-1 0 0 0,-1-1 1 0 0,1 1-1 0 0,-10-3 0 0 0,54-8-56 0 0,90-12 28 0 0,225-12 0 0 0,-21 25 159 0 0,-160 7-78 0 0,-73-6-45 0 0,-68 5 0 0 0,-143 6 304 0 0,-123-5-327 0 0,-34 3 12 0 0,129 10 21 0 0,129-8-10 0 0,12-1 0 0 0,29-6 0 0 0,155-23 0 0 0,-53 10 0 0 0,-21 8 0 0 0,-56 7 0 0 0,-11 1 0 0 0,-251 15-53 0 0,193-13 62 0 0,-1 0 0 0 0,-21-3-1 0 0,-10 0 19 0 0,42 2-30 0 0,-1 0 0 0 0,1 1 0 0 0,-1-1-1 0 0,1-1 1 0 0,-4 0 0 0 0,5 1-1 0 0,0 0-1 0 0,0 0 1 0 0,0 0 0 0 0,0 1 0 0 0,0-1-1 0 0,0 1 1 0 0,-3-1 0 0 0,24-3 0 0 0,0 1 1 0 0,22-1-1 0 0,-18-6 4 0 0,-5 8-10 0 0,-15 2 11 0 0,1 0 0 0 0,-1 0 0 0 0,0-1-1 0 0,0 1 1 0 0,1-1 0 0 0,-1 0 0 0 0,0 0-1 0 0,0 0 1 0 0,0 0 0 0 0,0-1 0 0 0,0 1 0 0 0,4-4-1 0 0,-5 4 4 0 0,0 1 0 0 0,0-1-1 0 0,0 0 1 0 0,0 1-1 0 0,0-1 1 0 0,-1 1-1 0 0,1-1 1 0 0,0 1 0 0 0,0 0-1 0 0,4 0 1 0 0,14-3 20 0 0,-13 1 54 0 0,1 0 0 0 0,-1 1-1 0 0,1 0 1 0 0,-1 0 0 0 0,1 0 0 0 0,7 1-1 0 0,24-2-15 0 0,-57 4-73 0 0,-93 8-8 0 0,97-10 19 0 0,7-1 0 0 0,0 1 0 0 0,0 1 0 0 0,0-1 0 0 0,0 1 0 0 0,0 0 0 0 0,-9 3 0 0 0,16-4 0 0 0,-1 0 0 0 0,0 0 0 0 0,0 1 0 0 0,1-1 0 0 0,-1 0 0 0 0,0 0 0 0 0,0 0 0 0 0,1 0 0 0 0,-1 0 0 0 0,0 0 0 0 0,0-1 0 0 0,1 1 0 0 0,-1 0 0 0 0,0 0 0 0 0,1 0 0 0 0,-1-1 0 0 0,0 1 0 0 0,1 0 0 0 0,-1-1 0 0 0,0 1 0 0 0,1-1 0 0 0,-1 1 0 0 0,0-1 0 0 0,1 0 2 0 0,1 0 3 0 0,0-1-1 0 0,0 0 0 0 0,0 1 0 0 0,0-1 0 0 0,1 1 0 0 0,-1 0 0 0 0,0-1 0 0 0,1 1 1 0 0,-1 0-1 0 0,1 0 0 0 0,-1 0 0 0 0,1 0 0 0 0,-1 0 0 0 0,4-1 0 0 0,28-4-25 0 0,-1 1 0 0 0,56 0-1 0 0,-62 5 212 0 0,-31 0-369 0 0,-78 8 168 0 0,52-10 11 0 0,-20-1 64 0 0,37 3-67 0 0,9 0 4 0 0,0 0-1 0 0,0 0 1 0 0,0 0-1 0 0,0 1 1 0 0,-6 1-1 0 0,2 0-10 0 0,12-3-12 0 0,18-3-10 0 0,28 1 32 0 0,-32 2 0 0 0,-1 0 0 0 0,1 1 0 0 0,17 2 0 0 0,-27-2-6 0 0,0 1 0 0 0,-1-1 1 0 0,1 0-1 0 0,0-1 0 0 0,0 1 0 0 0,-1-1 0 0 0,1-1 0 0 0,6-1 0 0 0,-9 3-7 0 0,-4 0 13 0 0,1 0 0 0 0,-1 0 0 0 0,1 0 0 0 0,-1 0 1 0 0,1 0-1 0 0,-1 0 0 0 0,1 0 0 0 0,-1 0 0 0 0,1 0 0 0 0,-1 0 0 0 0,1 0 0 0 0,-1 0 1 0 0,1 0-1 0 0,-1-1 0 0 0,1 1 0 0 0,-1 0 0 0 0,1 0 0 0 0,-1-1 0 0 0,1 1 0 0 0,1 0 19 0 0,-9-3 33 0 0,-9 2-53 0 0,1 0-1 0 0,-1 1 1 0 0,0 1 0 0 0,-22 3-1 0 0,6 0 34 0 0,-54 0 0 0 0,74-3-82 0 0,16 0 76 0 0,22 0-2 0 0,17-7-56 0 0,50-1 0 0 0,-60 7 86 0 0,-45 1-52 0 0,1 0 1 0 0,0 0 0 0 0,-13 4-1 0 0,4-1-2 0 0,1-1 0 0 0,-35 0 0 0 0,128-4-64 0 0,-56-1 64 0 0,58-3 0 0 0,-59 6 54 0 0,-16 0-97 0 0,-6 0 30 0 0,-3 0 15 0 0,-166 11-2 0 0,159-11 0 0 0,20-3 0 0 0,29-4 0 0 0,0 3 0 0 0,-10 1 0 0 0,40-8 0 0 0,-51 6-5 0 0,-10 4-5 0 0,-5 0-3 0 0,-29 5-23 0 0,-7 1 35 0 0,4-2 7 0 0,-40 2 0 0 0,72-6 47 0 0,2-1-56 0 0,1 1 0 0 0,-1 0-1 0 0,0-1 1 0 0,0 1 0 0 0,1 0 0 0 0,-1-1-1 0 0,0 1 1 0 0,1 0 0 0 0,-1-1-1 0 0,1 1 1 0 0,-1 0 0 0 0,0 0 0 0 0,1-1-1 0 0,-1 1 1 0 0,1 0 0 0 0,-1 0 0 0 0,0 0-1 0 0,1-1 1 0 0,-1 1 0 0 0,1 0-1 0 0,-1 0 1 0 0,1 0 0 0 0,-1 0 0 0 0,1 0-1 0 0,0 0 1 0 0,150-24 120 0 0,-134 20-117 0 0,-16 3 0 0 0,-11 2 0 0 0,-60 5 5 0 0,48-6 15 0 0,1 2-1 0 0,-36 7 1 0 0,42-8-68 0 0,23-4 0 0 0,20-2 48 0 0,-1 1 0 0 0,46 0 0 0 0,-70 4 0 0 0,-1 1 0 0 0,0-1 0 0 0,1 0 0 0 0,-1 0 0 0 0,0-1 0 0 0,0 1 0 0 0,1 0 0 0 0,-1-1 0 0 0,0 1 0 0 0,0-1 0 0 0,1 0 0 0 0,2-1 0 0 0,-33 0 132 0 0,10 3-224 0 0,-5 1 100 0 0,-1 1 0 0 0,-43 11 0 0 0,67-14-9 0 0,0 0 0 0 0,0 0 0 0 0,-1 0 0 0 0,1 0 0 0 0,0 0 0 0 0,0 1 0 0 0,0-1-1 0 0,0 0 1 0 0,0 0 0 0 0,0 0 0 0 0,0 0 0 0 0,0 0 0 0 0,-1 0 0 0 0,1 0 0 0 0,0 0-1 0 0,0 0 1 0 0,0 0 0 0 0,0 1 0 0 0,0-1 0 0 0,0 0 0 0 0,0 0 0 0 0,0 0 0 0 0,0 0 0 0 0,0 0-1 0 0,0 0 1 0 0,0 0 0 0 0,0 1 0 0 0,0-1 0 0 0,0 0 0 0 0,0 0 0 0 0,0 0 0 0 0,0 0-1 0 0,0 0 1 0 0,0 0 0 0 0,0 0 0 0 0,0 1 0 0 0,0-1 0 0 0,0 0 0 0 0,0 0 0 0 0,0 0 0 0 0,0 0-1 0 0,0 0 1 0 0,1 1-2 0 0,0-1 1 0 0,0 0-1 0 0,0 1 0 0 0,0-1 0 0 0,0 0 0 0 0,-1 0 1 0 0,1 0-1 0 0,0 1 0 0 0,0-1 0 0 0,0 0 0 0 0,0 0 0 0 0,0 0 1 0 0,0-1-1 0 0,0 1 0 0 0,0 0 0 0 0,1 0 0 0 0,45-6 3 0 0,-23 4 0 0 0,-1 0 0 0 0,47-13 0 0 0,-58 11 0 0 0,-10 1 0 0 0,-14 2 0 0 0,-92 9 0 0 0,102-8 0 0 0,-6 1 0 0 0,1 0 0 0 0,-1 1 0 0 0,0-1 0 0 0,0 2 0 0 0,-9 3 0 0 0,19-5 0 0 0,16-2 0 0 0,90-5 0 0 0,-104 6 0 0 0,9 0 0 0 0,0 0 0 0 0,0-1 0 0 0,12-3 0 0 0,-24 3 0 0 0,-6 0 0 0 0,-5 0 0 0 0,-3 2 9 0 0,0 0 0 0 0,-16 4-1 0 0,19-3-1 0 0,0 0-1 0 0,0-1 0 0 0,0 0 1 0 0,0-1-1 0 0,-11 0 0 0 0,9 0-6 0 0,9 0 0 0 0,20-3 0 0 0,136-25-64 0 0,-154 28 64 0 0,1 0 0 0 0,0 0 0 0 0,0 0 0 0 0,0 0 0 0 0,0 0 0 0 0,0 0 0 0 0,0 0 0 0 0,0 0 0 0 0,0 0 0 0 0,0 0 0 0 0,0 0 0 0 0,0 0 0 0 0,-1 0 0 0 0,1 0 0 0 0,0 0 0 0 0,0 0 0 0 0,0 0 0 0 0,0 0 0 0 0,0-1 0 0 0,0 1 0 0 0,0 0 0 0 0,0 0 0 0 0,0 0 0 0 0,0 0 0 0 0,0 0 0 0 0,0 0 0 0 0,0 0 0 0 0,0 0 0 0 0,0 0 0 0 0,0 0 0 0 0,0 0 0 0 0,0 0 0 0 0,0-1 0 0 0,0 1 0 0 0,0 0 0 0 0,0 0 0 0 0,0 0 0 0 0,0 0 0 0 0,0 0 0 0 0,0 0 0 0 0,0 0 0 0 0,0 0 0 0 0,0 0 0 0 0,0 0 0 0 0,0-1 0 0 0,0 1 0 0 0,0 0 0 0 0,0 0 0 0 0,0 0 0 0 0,0 0 0 0 0,0 0 0 0 0,0 0 0 0 0,0 0 0 0 0,0 0 0 0 0,0 0 0 0 0,0 0 0 0 0,0 0 0 0 0,1 0 0 0 0,-8-3 0 0 0,2 2 7 0 0,0 1-1 0 0,0 0 0 0 0,0-1 1 0 0,0 1-1 0 0,0 1 1 0 0,-5 0-1 0 0,-10 1 13 0 0,-2-1-35 0 0,1 2 1 0 0,0 0-1 0 0,-27 9 0 0 0,43-11 15 0 0,4-1 2 0 0,-12 4 33 0 0,12-4-33 0 0,1 0 0 0 0,0 1 0 0 0,-1-1 0 0 0,1 0-1 0 0,0 0 1 0 0,-1 0 0 0 0,1 0 0 0 0,0 0 0 0 0,-1 0-1 0 0,1 1 1 0 0,0-1 0 0 0,0 0 0 0 0,-1 0 0 0 0,1 0-1 0 0,0 1 1 0 0,0-1 0 0 0,-1 0 0 0 0,1 0 0 0 0,0 1-1 0 0,0-1 1 0 0,0 0 0 0 0,-1 0 0 0 0,1 1 0 0 0,0-1-1 0 0,0 0 1 0 0,0 1 0 0 0,0-1 0 0 0,0 0 0 0 0,0 1 0 0 0,0-1-1 0 0,0 0 1 0 0,0 1 0 0 0,0-1 0 0 0,0 0 0 0 0,0 1-1 0 0,4 2-32 0 0,15-5 0 0 0,-2 0 32 0 0,93-8 0 0 0,-108 10 0 0 0,-12-3 0 0 0,0 1 7 0 0,-1 1 0 0 0,1 0-1 0 0,-1 1 1 0 0,1 0-1 0 0,0 1 1 0 0,-14 2 0 0 0,-18 0 10 0 0,42-3-17 0 0,0 0 0 0 0,0 0 0 0 0,0 0 0 0 0,0 0 0 0 0,0 0 0 0 0,0 0 0 0 0,0 0 0 0 0,0 0 0 0 0,0 0 0 0 0,0 0 0 0 0,0 0 0 0 0,0 0 0 0 0,0 0 0 0 0,0 0 0 0 0,0 0 0 0 0,0 0 0 0 0,0 1 0 0 0,0-1 0 0 0,1 0 0 0 0,-1 0 0 0 0,0 0 0 0 0,0 0 0 0 0,0 0 0 0 0,0 0 0 0 0,0 0 0 0 0,0 0 0 0 0,0 0 0 0 0,-1 0 0 0 0,1 0 0 0 0,0 0 0 0 0,0 0 0 0 0,0 0 0 0 0,0 0 0 0 0,0 0 0 0 0,0 0 0 0 0,0 0 0 0 0,0 0 0 0 0,6 2 0 0 0,10-3-12 0 0,0 0-1 0 0,16-4 1 0 0,-19 2-6 0 0,29-1 1 0 0,-36 3 29 0 0,-6 0 12 0 0,-24 0 12 0 0,5 0-53 0 0,-72 3 729 0 0,77 1-609 0 0,25-3 54 0 0,19-2 48 0 0,-1 0-203 0 0,-22 2-3 0 0,-1 0-1 0 0,1 0 0 0 0,-1-1 0 0 0,1 0 1 0 0,-1 0-1 0 0,1-1 0 0 0,8-3 0 0 0,-42 1 22 0 0,16 2-20 0 0,0 2 0 0 0,0 0 0 0 0,0 0 0 0 0,0 1 0 0 0,0 0 0 0 0,-21 6 0 0 0,30-7 0 0 0,18 2 0 0 0,22-5 0 0 0,51-2 0 0 0,-106 5 0 0 0,0-1 0 0 0,0 2 0 0 0,0 0 0 0 0,-24 4 0 0 0,36-2 0 0 0,6-2 0 0 0,8 0 0 0 0,-5-1 0 0 0,72-8 0 0 0,-64 9 0 0 0,-12-1 0 0 0,0 0 0 0 0,0 0 0 0 0,0 0 0 0 0,0 0 0 0 0,0 0 0 0 0,0 0 0 0 0,0 0 0 0 0,0 0 0 0 0,0 0 0 0 0,0 1 0 0 0,0-1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0,0 0 0 0 0,-12 1 0 0 0,-2 0 0 0 0,-14 0 0 0 0,1 1 0 0 0,-30 7 0 0 0,42-4 0 0 0,16-3 0 0 0,7 1 0 0 0,-4-3-5 0 0,0 1 0 0 0,0-1-1 0 0,1 0 1 0 0,-1 0 0 0 0,0 0-1 0 0,0-1 1 0 0,0 1 0 0 0,0-1-1 0 0,0 0 1 0 0,0 0 0 0 0,7-3-1 0 0,-10 2 25 0 0,-8 1 16 0 0,-12 2-32 0 0,-1 1 1 0 0,-33 7-1 0 0,84-8-3 0 0,-2-3 0 0 0,49-11 0 0 0,-74 12 0 0 0,-3 0 0 0 0,-6-1 0 0 0,-7 0 0 0 0,-24 3 0 0 0,0 1 0 0 0,0 2 0 0 0,-49 11 0 0 0,76-12 0 0 0,14-1 0 0 0,14-3 0 0 0,199-21-64 0 0,-217 22 64 0 0,2 0 2 0 0,0 0-1 0 0,0 0 0 0 0,0-1 1 0 0,0 1-1 0 0,0-1 0 0 0,0 0 1 0 0,4-1-1 0 0,-30 0 52 0 0,-28 5-53 0 0,-1 2 0 0 0,-53 13 0 0 0,44-8 0 0 0,-61 20 0 0 0,64-15 0 0 0,57-15 0 0 0,4-2 0 0 0,21-5 0 0 0,358-41 0 0 0,-141 37 0 0 0,-218 10 0 0 0,-4 0 0 0 0,-17 1 0 0 0,-7 0 0 0 0,-112 1 0 0 0,-192 28 0 0 0,228-18 0 0 0,-63 13 0 0 0,127-23 0 0 0,18-2 0 0 0,10-2 0 0 0,172-22 0 0 0,-136 20 0 0 0,21 0 0 0 0,-38 4 0 0 0,42-8 0 0 0,-61 5 0 0 0,-17 2 0 0 0,-20 1 0 0 0,-61 12 0 0 0,52-6 0 0 0,-54 2 0 0 0,70-6 0 0 0,16-1 0 0 0,14-1 0 0 0,280-40 0 0 0,-274 40 0 0 0,-12 1 0 0 0,0 0 0 0 0,0-1 0 0 0,1 0 0 0 0,5-1 0 0 0,-27-1 0 0 0,4 4 0 0 0,-246 30 0 0 0,256-31 0 0 0,-1 1 0 0 0,0-1 0 0 0,0 1 0 0 0,-1-1 0 0 0,1 1 0 0 0,0 0 0 0 0,0 0 0 0 0,0 1 0 0 0,0-1 0 0 0,-5 4 0 0 0,8-5 0 0 0,0 0 0 0 0,0 0 0 0 0,1 0 0 0 0,-1 1 0 0 0,0-1 0 0 0,0 0 0 0 0,0 0 0 0 0,0 0 0 0 0,1 1 0 0 0,-1-1 0 0 0,0 0 0 0 0,0 0 0 0 0,0 0 0 0 0,1 0 0 0 0,-1 0 0 0 0,0 1 0 0 0,0-1 0 0 0,1 0 0 0 0,-1 0 0 0 0,0 0 0 0 0,0 0 0 0 0,1 0 0 0 0,-1 0 0 0 0,0 0 0 0 0,0 0 0 0 0,1 0 0 0 0,-1 0 0 0 0,0 0 0 0 0,0 0 0 0 0,1 0 0 0 0,-1 0 0 0 0,0 0 0 0 0,0 0 0 0 0,1 0 0 0 0,-1-1 0 0 0,0 1 0 0 0,14-1 0 0 0,-12 1 0 0 0,175-23 0 0 0,-161 21 0 0 0,-7 1 0 0 0,-6 1 0 0 0,1-1 0 0 0,-1 1 0 0 0,0-1 0 0 0,0 1 0 0 0,0-1 0 0 0,0 0 0 0 0,1 0 0 0 0,-1 0 0 0 0,0 0 0 0 0,0-1 0 0 0,5-3 0 0 0,-8 5 0 0 0,0 0 0 0 0,0 0 0 0 0,0 0 0 0 0,0 0 0 0 0,0 0 0 0 0,0 0 0 0 0,0 0 0 0 0,0 0 0 0 0,0 0 0 0 0,0 0 0 0 0,0-1 0 0 0,0 1 0 0 0,0 0 0 0 0,0 0 0 0 0,0 0 0 0 0,0 0 0 0 0,0 0 0 0 0,0 0 0 0 0,0 0 0 0 0,0 0 0 0 0,0 0 0 0 0,0 0 0 0 0,0-1 0 0 0,0 1 0 0 0,0 0 0 0 0,0 0 0 0 0,0 0 0 0 0,0 0 0 0 0,0 0 0 0 0,0 0 0 0 0,0 0 0 0 0,-1 0 0 0 0,1 0 0 0 0,0 0 0 0 0,0 0 0 0 0,0 0 0 0 0,0-1 0 0 0,0 1 0 0 0,0 0 0 0 0,0 0 0 0 0,0 0 0 0 0,0 0 0 0 0,0 0 0 0 0,0 0 0 0 0,0 0 0 0 0,-1 0 0 0 0,1 0 0 0 0,0 0 0 0 0,0 0 0 0 0,0 0 0 0 0,0 0 0 0 0,0 0 0 0 0,0 0 0 0 0,0 0 0 0 0,-10-2 0 0 0,-9 1 0 0 0,-138 12 0 0 0,103-6 0 0 0,52-5 0 0 0,1 0 0 0 0,1 0 0 0 0,-1 0 0 0 0,1 0 0 0 0,-1 0 0 0 0,0 0 0 0 0,1 0 0 0 0,-1 0 0 0 0,1 1 0 0 0,-1-1 0 0 0,1 0 0 0 0,-1 0 0 0 0,0 0 0 0 0,1 1 0 0 0,-1-1 0 0 0,1 0 0 0 0,-1 1 0 0 0,1-1 0 0 0,-1 0 0 0 0,1 1 0 0 0,-1 0 0 0 0,32 0 0 0 0,56-10 0 0 0,70-4 0 0 0,-138 11 0 0 0,-22 2 0 0 0,-19-1 0 0 0,-15 2 0 0 0,-2 0 0 0 0,-1 2 0 0 0,-69 13 0 0 0,98-12 0 0 0,21-4 0 0 0,73-10 0 0 0,-45 6 0 0 0,48-10 0 0 0,-85 14 1 0 0,-1 0-1 0 0,1 0 1 0 0,-1 0-1 0 0,1-1 1 0 0,0 1-1 0 0,-1 0 1 0 0,1 0-1 0 0,-1 0 1 0 0,1 0-1 0 0,-1 0 1 0 0,1-1-1 0 0,-1 1 1 0 0,1 0-1 0 0,-1-1 1 0 0,1 1-1 0 0,-1 0 1 0 0,0-1-1 0 0,1 1 1 0 0,-1 0-1 0 0,1-2 0 0 0,-10-1 36 0 0,-19 1-18 0 0,-29 4 50 0 0,-67 11 0 0 0,117-11-91 0 0,13 0-30 0 0,12-1-23 0 0,6-2 60 0 0,29-5 0 0 0,-29 3 0 0 0,29-1 0 0 0,-48 4 18 0 0,0 0-1 0 0,0 0 1 0 0,-1-1-1 0 0,1 0 1 0 0,0 1-1 0 0,5-3 1 0 0,-10 3 0 0 0,0-1-1 0 0,0 1 1 0 0,0 0-1 0 0,0 0 1 0 0,0 0 0 0 0,0 0-1 0 0,0-1 1 0 0,-1 1-1 0 0,1 0 1 0 0,0 0 0 0 0,0 0-1 0 0,0 0 1 0 0,0-1 0 0 0,-1 1-1 0 0,1 0 1 0 0,0 0-1 0 0,0 0 1 0 0,0 0 0 0 0,-1 0-1 0 0,1 0 1 0 0,0 0-1 0 0,0 0 1 0 0,0 0 0 0 0,-1 0-1 0 0,1 0 1 0 0,0 0-1 0 0,0-1 1 0 0,0 2 0 0 0,-1-1-1 0 0,1 0 1 0 0,0 0 0 0 0,0 0-1 0 0,-1 0 1 0 0,1 0-1 0 0,0 0 1 0 0,-13-2-7 0 0,-162 12 127 0 0,148-8-116 0 0,9 2-54 0 0,16-2 15 0 0,12-2 18 0 0,39-4-8 0 0,-26 3 3 0 0,27-5-1 0 0,-45 6 21 0 0,-3 0 0 0 0,-1 0 0 0 0,0 0 0 0 0,0 0 0 0 0,1 0 0 0 0,-1 0 0 0 0,0-1 0 0 0,0 1 0 0 0,0 0 0 0 0,1 0 0 0 0,-1-1 0 0 0,0 1 0 0 0,0-1 0 0 0,0 1 0 0 0,2-2 0 0 0,-3 2 1 0 0,0 0 0 0 0,0-1 0 0 0,-1 1 0 0 0,1 0 0 0 0,0 0 0 0 0,0 0 0 0 0,-1-1 0 0 0,1 1 0 0 0,0 0 0 0 0,0 0 0 0 0,-1 0 0 0 0,1 0 0 0 0,0 0 0 0 0,0 0 0 0 0,-1 0 0 0 0,1 0 0 0 0,0-1 0 0 0,-1 1 0 0 0,1 0 0 0 0,0 0 0 0 0,0 0 0 0 0,-1 0 0 0 0,1 0 0 0 0,0 1 0 0 0,-1-1 0 0 0,1 0 0 0 0,0 0 0 0 0,0 0 0 0 0,-1 0 0 0 0,1 0 0 0 0,-1 0 0 0 0,-12 2 31 0 0,9-1-95 0 0,1 0 0 0 0,-1 0 1 0 0,0 1-1 0 0,1-1 0 0 0,-1 1 0 0 0,1 0 0 0 0,-1 0 0 0 0,1 0 0 0 0,0 0 0 0 0,0 1 0 0 0,0-1 0 0 0,0 1 0 0 0,0 0 0 0 0,-4 5 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13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3679 0 0,'3'-13'2775'0'0,"-3"12"-2623"0"0,0 1 0 0 0,0-1 1 0 0,0 0-1 0 0,0 1 1 0 0,0-1-1 0 0,1 1 0 0 0,-1-1 1 0 0,0 1-1 0 0,0-1 0 0 0,1 1 1 0 0,-1-1-1 0 0,1 1 1 0 0,-1-1-1 0 0,0 1 0 0 0,1-1 1 0 0,-1 1-1 0 0,1 0 0 0 0,-1-1 1 0 0,1 1-1 0 0,-1-1 0 0 0,1 1 1 0 0,-1 0-1 0 0,1 0 1 0 0,-1-1-1 0 0,2 1 0 0 0,-2 0-69 0 0,1 0-1 0 0,-1 1 1 0 0,0-1 0 0 0,1 0-1 0 0,-1 1 1 0 0,0-1-1 0 0,0 1 1 0 0,1-1-1 0 0,-1 0 1 0 0,0 1-1 0 0,0-1 1 0 0,0 1 0 0 0,1-1-1 0 0,-1 1 1 0 0,0-1-1 0 0,0 0 1 0 0,0 1-1 0 0,0-1 1 0 0,0 1-1 0 0,0-1 1 0 0,0 1 0 0 0,0-1-1 0 0,0 1 1 0 0,0-1-1 0 0,0 1 1 0 0,0-1-1 0 0,-1 1 1 0 0,-1 14 501 0 0,0 3 124 0 0,1 1 0 0 0,1 26 0 0 0,0-19-484 0 0,0 2-123 0 0,-1-3-65 0 0,5 39-1 0 0,-3-51-1153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14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47 2759 0 0,'-1'-1'203'0'0,"0"0"0"0"0,1 1 0 0 0,-1-1 0 0 0,0 0 0 0 0,1 0 0 0 0,-1 0-1 0 0,1 0 1 0 0,-1 0 0 0 0,1 0 0 0 0,-1 0 0 0 0,1 0 0 0 0,0 0 0 0 0,-1 0-1 0 0,1 0 1 0 0,0 0 0 0 0,0 0 0 0 0,0 0 0 0 0,0 0 0 0 0,0 0-1 0 0,0 0 1 0 0,0 0 0 0 0,0-1 0 0 0,0 1 0 0 0,1 0 0 0 0,-1 0 0 0 0,0 0-1 0 0,1 0 1 0 0,-1 0 0 0 0,1 0 0 0 0,-1 0 0 0 0,1 0 0 0 0,-1 1 0 0 0,1-1-1 0 0,0 0 1 0 0,-1 0 0 0 0,1 0 0 0 0,0 1 0 0 0,0-1 0 0 0,0 0-1 0 0,-1 0 1 0 0,1 1 0 0 0,0-1 0 0 0,0 1 0 0 0,0-1 0 0 0,0 1 0 0 0,0 0-1 0 0,0-1 1 0 0,0 1 0 0 0,2-1 0 0 0,40-2 771 0 0,50 2 1 0 0,-47 2-2201 0 0,-36-1-3672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14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4 455 0 0,'0'0'71'0'0,"0"0"0"0"0,0 0 0 0 0,0-1 0 0 0,0 1 0 0 0,0 0-1 0 0,0 0 1 0 0,0 0 0 0 0,0 0 0 0 0,0 0 0 0 0,0 0 0 0 0,0-1-1 0 0,0 1 1 0 0,0 0 0 0 0,0 0 0 0 0,0 0 0 0 0,0 0-1 0 0,0 0 1 0 0,0 0 0 0 0,0 0 0 0 0,0-1 0 0 0,0 1 0 0 0,0 0-1 0 0,-1 0 1 0 0,1 0 0 0 0,0 0 0 0 0,0 0 0 0 0,0 0-1 0 0,0 0 1 0 0,0 0 0 0 0,0 0 0 0 0,0 0 0 0 0,-1 0 0 0 0,1 0-1 0 0,0 0 1 0 0,0 0 0 0 0,0 0 0 0 0,0 0 0 0 0,0 0-1 0 0,0 0 1 0 0,-1 0 0 0 0,1 0 0 0 0,0 0 0 0 0,-8 2 1346 0 0,-5 7 166 0 0,-56 59 1846 0 0,10-9-2536 0 0,36-35-813 0 0,21-22-76 0 0,1 0 0 0 0,0 0-1 0 0,-1 0 1 0 0,1 0 0 0 0,0 0-1 0 0,0 0 1 0 0,0 0 0 0 0,0 0 0 0 0,1 0-1 0 0,-1 0 1 0 0,1 1 0 0 0,-1 2-1 0 0,1-5-28 0 0,0 1 0 0 0,0-1 0 0 0,0 0 0 0 0,0 0 0 0 0,0 0 0 0 0,0 1 0 0 0,0-1 0 0 0,0 0 0 0 0,0 0-1 0 0,0 0 1 0 0,0 1 0 0 0,1-1 0 0 0,-1 0 0 0 0,0 0 0 0 0,0 0 0 0 0,0 0 0 0 0,0 1 0 0 0,0-1 0 0 0,0 0 0 0 0,1 0 0 0 0,-1 0-1 0 0,0 0 1 0 0,0 0 0 0 0,0 0 0 0 0,1 0 0 0 0,-1 1 0 0 0,0-1 0 0 0,0 0 0 0 0,0 0 0 0 0,1 0 0 0 0,-1 0 0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14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1375 0 0,'-3'1'6768'0'0,"13"6"-3767"0"0,-6-4-3978 0 0,6 3 1411 0 0,2-1 0 0 0,-1 0-1 0 0,23 6 1 0 0,6 3-357 0 0,20 9-823 0 0,-49-17-3288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15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18 455 0 0,'-1'-3'-462'0'0,"-6"-12"11272"0"0,11 18-10478 0 0,18 17 86 0 0,-1 2 0 0 0,-1 0 0 0 0,23 34 0 0 0,5 2-444 0 0,-7-8-14 0 0,-35-39-309 0 0,-3-3-2848 0 0,-3-8 3192 0 0,2 6-3954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16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35 919 0 0,'4'-10'304'0'0,"5"-15"7198"0"0,-23 44-3597 0 0,-2 2-3465 0 0,-58 98 641 0 0,65-102-1020 0 0,-1-2-49 0 0,1 1 0 0 0,1 0 0 0 0,0 0 0 0 0,1 1-1 0 0,-5 19 1 0 0,10-29-1009 0 0,-1-1-3762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31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15 2159 0 0,'-3'-14'14328'0'0,"3"18"-14085"0"0,1 6-83 0 0,0 0 0 0 0,1 1 0 0 0,0-1 0 0 0,7 17 0 0 0,-7-20-155 0 0,5 16-25 0 0,-2 1-1 0 0,-1-1 1 0 0,-1 1 0 0 0,1 33-1 0 0,-10 94-117 0 0,5-148 128 0 0,1 0-1 0 0,0 1 0 0 0,0-1 1 0 0,1 0-1 0 0,0 7 0 0 0,-1-10 10 0 0,0 0 1 0 0,0 0-1 0 0,0 0 0 0 0,0 1 0 0 0,1-1 0 0 0,-1 0 1 0 0,0 0-1 0 0,0 0 0 0 0,0 0 0 0 0,0 0 1 0 0,0 0-1 0 0,0 0 0 0 0,0 1 0 0 0,0-1 0 0 0,0 0 1 0 0,1 0-1 0 0,-1 0 0 0 0,0 0 0 0 0,0 0 0 0 0,0 0 1 0 0,0 0-1 0 0,0 0 0 0 0,1 0 0 0 0,-1 0 0 0 0,0 0 1 0 0,0 0-1 0 0,0 0 0 0 0,0 0 0 0 0,0 0 1 0 0,1 0-1 0 0,-1 0 0 0 0,0 0 0 0 0,0 0 0 0 0,0 0 1 0 0,0 0-1 0 0,0 0 0 0 0,1 0 0 0 0,-1 0 0 0 0,0 0 1 0 0,0 0-1 0 0,0 0 0 0 0,0 0 0 0 0,0 0 0 0 0,0 0 1 0 0,1 0-1 0 0,-1-1 0 0 0,0 1 0 0 0,0 0 0 0 0,0 0 1 0 0,0 0-1 0 0,5-4-1757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32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30 1839 0 0,'-10'-12'11063'0'0,"8"20"-10863"0"0,1 0 0 0 0,-1-1 0 0 0,1 1 0 0 0,1 0 0 0 0,-1 0 0 0 0,2 0 0 0 0,-1 0 0 0 0,3 15 0 0 0,0 1-72 0 0,-1 0 0 0 0,-1 35 0 0 0,-1-33-67 0 0,5 50-1 0 0,-4-74-54 0 0,-1 0-1 0 0,1 1 0 0 0,-1-1 1 0 0,1 1-1 0 0,0-1 0 0 0,0 0 1 0 0,0 1-1 0 0,1-1 0 0 0,-1 0 1 0 0,0 0-1 0 0,3 3 0 0 0,-3-4-3 0 0,0-1 0 0 0,-1 1 0 0 0,1-1-1 0 0,0 1 1 0 0,-1-1 0 0 0,1 1 0 0 0,0-1-1 0 0,0 1 1 0 0,-1-1 0 0 0,1 0 0 0 0,0 0 0 0 0,0 1-1 0 0,0-1 1 0 0,0 0 0 0 0,-1 0 0 0 0,1 0-1 0 0,0 0 1 0 0,0 0 0 0 0,0 0 0 0 0,0 0 0 0 0,0 0-1 0 0,-1 0 1 0 0,1 0 0 0 0,0 0 0 0 0,0-1-1 0 0,0 1 1 0 0,0 0 0 0 0,-1-1 0 0 0,1 1 0 0 0,0 0-1 0 0,0-1 1 0 0,-1 1 0 0 0,1-1 0 0 0,0 1-1 0 0,0-2 1 0 0,4-1 20 0 0,0-1 0 0 0,0 1 0 0 0,0 0 0 0 0,1 0 0 0 0,-1 1 0 0 0,1 0 0 0 0,-1 0 0 0 0,1 0 0 0 0,10-2 0 0 0,2 2 88 0 0,35 0 0 0 0,-51 2-100 0 0,0 0 0 0 0,0 0-1 0 0,0-1 1 0 0,0 1 0 0 0,0-1 0 0 0,-1 0-1 0 0,1 1 1 0 0,0-1 0 0 0,0 0 0 0 0,0 0-1 0 0,-1 0 1 0 0,1 0 0 0 0,-1 0-1 0 0,1-1 1 0 0,-1 1 0 0 0,1 0 0 0 0,-1-1-1 0 0,0 1 1 0 0,1-1 0 0 0,-1 0 0 0 0,0 1-1 0 0,0-1 1 0 0,0 0 0 0 0,0 0-1 0 0,-1 1 1 0 0,2-3 0 0 0,0-3 53 0 0,0 1 1 0 0,0 0 0 0 0,-1-1-1 0 0,0 1 1 0 0,0-1 0 0 0,0-9-1 0 0,-1 4 43 0 0,-1 0-1 0 0,0-1 0 0 0,0 1 1 0 0,-1 1-1 0 0,-1-1 0 0 0,0 0 1 0 0,-6-13-1 0 0,6 18-69 0 0,0 1-1 0 0,-1-1 1 0 0,1 1-1 0 0,-1 0 1 0 0,0 0-1 0 0,-1 1 1 0 0,0-1-1 0 0,0 1 1 0 0,0 0-1 0 0,0 0 1 0 0,-1 1-1 0 0,0-1 1 0 0,-8-4-1 0 0,3 4-27 0 0,0 0-1 0 0,0 0 1 0 0,-1 1-1 0 0,1 1 1 0 0,-1 0-1 0 0,0 0 1 0 0,0 1-1 0 0,0 1 1 0 0,0 0-1 0 0,0 1 1 0 0,-1 0-1 0 0,-22 4 1 0 0,27-3-1274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33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0 106 1839 0 0,'0'0'134'0'0,"0"2"1331"0"0,1 1 453 0 0,7-6 2356 0 0,15-10-3955 0 0,-1-2-1 0 0,-1-1 1 0 0,0-1 0 0 0,28-29-1 0 0,-57 86 722 0 0,3 32-209 0 0,-3 27-30 0 0,-1-43-240 0 0,-5 45 832 0 0,13-94-1377 0 0,0 2 23 0 0,1 0 1 0 0,0 0 0 0 0,2 13-1 0 0,0-18 227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35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2303 0 0,'0'0'263'0'0,"-2"9"6866"0"0,2 6-6247 0 0,0 0-1 0 0,0 0 0 0 0,2 0 1 0 0,3 18-1 0 0,-2-15-801 0 0,0-1-1 0 0,-2 0 1 0 0,1 1-1 0 0,-2-1 1 0 0,-2 25 0 0 0,0 11-133 0 0,0-36-1080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35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9 118 2471 0 0,'-1'-1'383'0'0,"-6"-5"3257"0"0,7 6-3575 0 0,0-1-1 0 0,0 1 1 0 0,0 0-1 0 0,-1 0 1 0 0,1-1-1 0 0,0 1 1 0 0,0 0-1 0 0,0 0 1 0 0,0 0-1 0 0,0-1 1 0 0,0 1-1 0 0,0 0 1 0 0,0 0 0 0 0,0-1-1 0 0,0 1 1 0 0,0 0-1 0 0,1 0 1 0 0,-1 0-1 0 0,0-1 1 0 0,0 1-1 0 0,0 0 1 0 0,0 0-1 0 0,0-1 1 0 0,0 1-1 0 0,0 0 1 0 0,1 0-1 0 0,-1 0 1 0 0,0 0 0 0 0,0-1-1 0 0,0 1 1 0 0,0 0-1 0 0,1 0 1 0 0,-1 0-1 0 0,0 0 1 0 0,0 0-1 0 0,0 0 1 0 0,1-1-1 0 0,-1 1 1 0 0,0 0-1 0 0,0 0 1 0 0,0 0-1 0 0,1 0 1 0 0,-1 0-1 0 0,1 0 1 0 0,45-19 1863 0 0,113-49 391 0 0,-150 63-2314 0 0,14-6-1033 0 0,-20 11 629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35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3223 0 0,'-4'1'383'0'0,"1"-1"0"0"0,0 1-1 0 0,0 0 1 0 0,-1 0-1 0 0,1 1 1 0 0,0-1-1 0 0,0 0 1 0 0,0 1-1 0 0,0 0 1 0 0,0 0 0 0 0,1 0-1 0 0,-5 4 1 0 0,-31 31 2903 0 0,36-35-3140 0 0,-15 16 716 0 0,-76 88 1785 0 0,91-103-2637 0 0,0-1-2 0 0,1 0-1 0 0,0-1 1 0 0,-1 1-1 0 0,1 0 1 0 0,0 1-1 0 0,0-1 1 0 0,-1 3 0 0 0,2-4-1078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36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 3223 0 0,'-6'-9'9892'0'0,"10"11"-9001"0"0,10 9-33 0 0,-1 0 0 0 0,0 0 0 0 0,17 22 0 0 0,-14-18-593 0 0,0-1 0 0 0,0 0 0 0 0,1-2 0 0 0,1 0 1 0 0,34 17-1 0 0,-40-22-247 0 0,11 4-283 0 0,-6-4-4726 0 0,-5-1-937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45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11 3223 0 0,'-7'-10'8895'0'0,"21"64"-8273"0"0,-2 1 1 0 0,-3 0-1 0 0,4 104 0 0 0,-13-142-633 0 0,-1-9 24 0 0,1 0-1 0 0,0-1 1 0 0,1 1-1 0 0,-1 0 1 0 0,4 13-1 0 0,-3-21-78 0 0,-1 1-1 0 0,0-1 0 0 0,0 0 0 0 0,0 0 0 0 0,0 0 1 0 0,0 0-1 0 0,0 0 0 0 0,0 0 0 0 0,0 0 1 0 0,0 0-1 0 0,0 0 0 0 0,1 0 0 0 0,-1 0 0 0 0,0 0 1 0 0,0 1-1 0 0,0-1 0 0 0,0 0 0 0 0,0 0 1 0 0,0 0-1 0 0,0 0 0 0 0,1 0 0 0 0,-1 0 0 0 0,0 0 1 0 0,0 0-1 0 0,0 0 0 0 0,0 0 0 0 0,0 0 1 0 0,0 0-1 0 0,0 0 0 0 0,1 0 0 0 0,-1 0 0 0 0,0 0 1 0 0,0-1-1 0 0,0 1 0 0 0,0 0 0 0 0,0 0 1 0 0,0 0-1 0 0,0 0 0 0 0,1 0 0 0 0,-1 0 0 0 0,0 0 1 0 0,0 0-1 0 0,0 0 0 0 0,0 0 0 0 0,0 0 1 0 0,0-1-1 0 0,0 1 0 0 0,0 0 0 0 0,0 0 1 0 0,0 0-1 0 0,0 0 0 0 0,0 0 0 0 0,0 0 0 0 0,0 0 1 0 0,0 0-1 0 0,0-1 0 0 0,1 1 0 0 0,-1 0 1 0 0,0 0-1 0 0,0 0 0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46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95 1783 0 0,'-2'-6'2237'0'0,"0"6"-782"0"0,1 5 2188 0 0,-1 9-3100 0 0,1 0 0 0 0,0 0 0 0 0,4 26 0 0 0,9 48 461 0 0,-7-56-963 0 0,-3-20 31 0 0,-1 1 21 0 0,1-1 0 0 0,1 1 0 0 0,0-1-1 0 0,5 14 1 0 0,-7-25-87 0 0,-1 0 0 0 0,1 0 0 0 0,0 1 0 0 0,-1-1-1 0 0,1 0 1 0 0,0 0 0 0 0,0 0 0 0 0,0 0 0 0 0,0 0-1 0 0,0 0 1 0 0,0 0 0 0 0,0 0 0 0 0,0 0 0 0 0,0 0 0 0 0,0-1-1 0 0,0 1 1 0 0,1 0 0 0 0,-1-1 0 0 0,0 1 0 0 0,0-1-1 0 0,1 0 1 0 0,1 1 0 0 0,1-1 28 0 0,0 1 1 0 0,1-1-1 0 0,-1-1 0 0 0,0 1 0 0 0,8-2 0 0 0,-8 1-18 0 0,0 0-1 0 0,0 1 1 0 0,0-1 0 0 0,0 1-1 0 0,0 0 1 0 0,5 1-1 0 0,-7-1-13 0 0,0 0 1 0 0,0 0-1 0 0,0 0 0 0 0,0-1 0 0 0,0 1 0 0 0,0 0 0 0 0,0-1 0 0 0,0 1 0 0 0,0-1 0 0 0,0 0 0 0 0,0 0 1 0 0,0 0-1 0 0,0 0 0 0 0,0 0 0 0 0,-1 0 0 0 0,1 0 0 0 0,0 0 0 0 0,1-2 0 0 0,1-1 5 0 0,0 0 0 0 0,0-1-1 0 0,0 1 1 0 0,0-1 0 0 0,3-5-1 0 0,-4 4 58 0 0,0 1-1 0 0,0 0 1 0 0,-1-1-1 0 0,0 0 0 0 0,0 0 1 0 0,-1 0-1 0 0,1 1 1 0 0,-1-1-1 0 0,0-1 0 0 0,-1 1 1 0 0,0 0-1 0 0,0 0 1 0 0,0 0-1 0 0,0 0 1 0 0,-1 0-1 0 0,0 0 0 0 0,0 0 1 0 0,-1 0-1 0 0,0 0 1 0 0,0 1-1 0 0,-5-11 0 0 0,-5-5 320 0 0,0 1 0 0 0,-2 0-1 0 0,0 1 1 0 0,-21-22-1 0 0,13 16-226 0 0,19 22-65 0 0,-32-36 528 0 0,32 36-600 0 0,0 0 1 0 0,-1 1-1 0 0,1-1 1 0 0,-1 1-1 0 0,0-1 0 0 0,1 1 1 0 0,-1 0-1 0 0,0 0 1 0 0,-7-1-1 0 0,10 2-20 0 0,-1 1 0 0 0,0 0 0 0 0,0 0 0 0 0,0 0 0 0 0,0 0 0 0 0,0 0-1 0 0,1 0 1 0 0,-1 0 0 0 0,0 1 0 0 0,0-1 0 0 0,0 1 0 0 0,1-1 0 0 0,-1 1 0 0 0,0 0 0 0 0,1 0-1 0 0,-4 2 1 0 0,0 0-327 0 0,1 1 0 0 0,0-1 0 0 0,0 1-1 0 0,-5 6 1 0 0,-2 2-5460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47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3 158 3223 0 0,'-2'10'2813'0'0,"2"-10"-2691"0"0,0 0-1 0 0,0 0 1 0 0,0 1-1 0 0,0-1 1 0 0,0 0-1 0 0,0 0 0 0 0,0 1 1 0 0,0-1-1 0 0,0 0 1 0 0,0 0-1 0 0,1 0 1 0 0,-1 1-1 0 0,0-1 1 0 0,0 0-1 0 0,0 0 1 0 0,0 0-1 0 0,0 1 1 0 0,1-1-1 0 0,-1 0 1 0 0,0 0-1 0 0,0 0 1 0 0,0 0-1 0 0,1 0 1 0 0,-1 0-1 0 0,0 1 1 0 0,0-1-1 0 0,1 0 1 0 0,-1 0-1 0 0,0 0 1 0 0,0 0-1 0 0,1 0 1 0 0,-1 0-1 0 0,0 0 1 0 0,0 0-1 0 0,1 0 1 0 0,-1 0-1 0 0,0 0 1 0 0,0 0-1 0 0,1 0 1 0 0,-1 0-1 0 0,0 0 1 0 0,0 0-1 0 0,0-1 1 0 0,1 1-1 0 0,-1 0 1 0 0,0 0-1 0 0,0 0 1 0 0,1 0-1 0 0,-1 0 1 0 0,0 0-1 0 0,0-1 1 0 0,0 1-1 0 0,1 0 1 0 0,12-7 321 0 0,0 0 0 0 0,0-1 0 0 0,-1-1 0 0 0,14-11 1 0 0,-13 9-443 0 0,-1-2 1 0 0,0 1-1 0 0,0-2 1 0 0,-1 1-1 0 0,-1-2 1 0 0,15-26-1 0 0,-33 61-13 0 0,1 0-1 0 0,1 1 0 0 0,1-1 1 0 0,-3 28-1 0 0,2-12 4 0 0,-5 18 55 0 0,3 1-1 0 0,-2 73 0 0 0,13-116-1035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47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 6911 0 0,'12'-8'880'0'0,"-2"0"-22"0"0,0 0 0 0 0,-1-1 0 0 0,15-16 0 0 0,-15 14-537 0 0,1 1 0 0 0,16-14 0 0 0,-25 24-324 0 0,-1-1 0 0 0,0 1 0 0 0,1 0 0 0 0,-1-1-1 0 0,1 1 1 0 0,-1 0 0 0 0,1-1 0 0 0,-1 1 0 0 0,1 0 0 0 0,-1-1 0 0 0,1 1 0 0 0,-1 0 0 0 0,1 0-1 0 0,0 0 1 0 0,-1 0 0 0 0,1-1 0 0 0,-1 1 0 0 0,1 0 0 0 0,-1 0 0 0 0,1 0 0 0 0,0 0 0 0 0,-1 0-1 0 0,1 1 1 0 0,0-1 0 0 0,0 0-1 0 0,-1 1 0 0 0,1-1 0 0 0,-1 1 0 0 0,0-1 0 0 0,1 1 0 0 0,-1-1-1 0 0,0 1 1 0 0,0 0 0 0 0,1-1 0 0 0,-1 1 0 0 0,0-1 0 0 0,0 1 0 0 0,0 0 0 0 0,0-1 0 0 0,0 1 0 0 0,0-1 0 0 0,0 1-1 0 0,0 0 1 0 0,0 0 0 0 0,0 7-20 0 0,-1 0-1 0 0,-4 14 0 0 0,4-17 40 0 0,-8 32 11 0 0,3-15 844 0 0,-3 28 0 0 0,9-47-825 0 0,-1-1-35 0 0,1 1-1 0 0,0 0 1 0 0,0-1 0 0 0,-1 1-1 0 0,2-1 1 0 0,-1 1 0 0 0,0 0-1 0 0,0-1 1 0 0,1 1 0 0 0,0 0-1 0 0,0 2 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48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1839 0 0,'0'0'2121'0'0,"-1"0"-1771"0"0,1 1-1 0 0,-1 0 1 0 0,1 0-1 0 0,-1-1 1 0 0,1 1-1 0 0,0 0 1 0 0,-1 0 0 0 0,1 0-1 0 0,0 0 1 0 0,0-1-1 0 0,-1 1 1 0 0,1 0-1 0 0,0 2 1 0 0,-2 14-77 0 0,-11 161 5007 0 0,12-152-5516 0 0,1-11-227 0 0,1 25 1 0 0,0-33 103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48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32 2303 0 0,'0'0'187'0'0,"0"0"-1"0"0,-1-1 1 0 0,1 1-1 0 0,-1-1 0 0 0,1 1 1 0 0,0-1-1 0 0,0 1 1 0 0,-1 0-1 0 0,1-1 0 0 0,0 1 1 0 0,0-1-1 0 0,-1 1 1 0 0,1-1-1 0 0,0 1 0 0 0,0-1 1 0 0,0 1-1 0 0,0-1 0 0 0,0 0 1 0 0,0 1-1 0 0,0-1 1 0 0,0 1-1 0 0,0-1 0 0 0,0 1 1 0 0,0-1-1 0 0,3-4 4613 0 0,1 4-4026 0 0,13-1-175 0 0,1 1 0 0 0,33 1 0 0 0,-31 1-575 0 0,0-1-1 0 0,33-3 1 0 0,-26-2-4041 0 0,-15 1-442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49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1 455 0 0,'-3'0'379'0'0,"1"0"0"0"0,0 1 0 0 0,0-1 0 0 0,0 1-1 0 0,0 0 1 0 0,0-1 0 0 0,0 1 0 0 0,0 0 0 0 0,0 0-1 0 0,1 1 1 0 0,-1-1 0 0 0,0 0 0 0 0,-1 2-1 0 0,-24 24 2590 0 0,17-17-2147 0 0,-1 1-649 0 0,-15 15 1049 0 0,0 1 1 0 0,-36 51-1 0 0,59-70-4915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49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0 455 0 0,'8'4'5512'0'0,"13"7"-2146"0"0,33 25 949 0 0,-26-17-4138 0 0,47 24 0 0 0,-61-36-5164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50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6911 0 0,'0'0'528'0'0,"0"0"-341"0"0,-1 90 3467 0 0,-6 119-1471 0 0,5-190-1970 0 0,2 1-1 0 0,0 0 0 0 0,1-1 0 0 0,7 40 1 0 0,-6-52-732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51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34 3223 0 0,'4'-8'8831'0'0,"-2"19"-6016"0"0,0-2-3825 0 0,0 6 1198 0 0,-1 1 0 0 0,-1 0-1 0 0,0-1 1 0 0,-4 26 0 0 0,0 5 69 0 0,3-16-101 0 0,-1 38 375 0 0,2-59-436 0 0,1 0-1 0 0,0 0 1 0 0,0 0 0 0 0,1 0 0 0 0,4 12 0 0 0,-5-20-95 0 0,-1 0 0 0 0,1 1 0 0 0,0-1 0 0 0,0 0 0 0 0,0 0 0 0 0,-1 0 0 0 0,1 0 0 0 0,0 0 0 0 0,0 0 0 0 0,1 0 0 0 0,-1 0 0 0 0,0 0 0 0 0,0 0 0 0 0,0-1 0 0 0,1 1 0 0 0,-1 0 0 0 0,0-1 0 0 0,1 1 0 0 0,-1-1 0 0 0,0 1 0 0 0,1-1 0 0 0,-1 0 0 0 0,1 0 0 0 0,1 1 0 0 0,5-1 0 0 0,1 0 0 0 0,-1 0 0 0 0,11-2 0 0 0,6 0 0 0 0,-19 1 1 0 0,1 1-1 0 0,-1-1 0 0 0,1 0 0 0 0,-1 0 1 0 0,1-1-1 0 0,-1 0 0 0 0,1 0 0 0 0,-1 0 1 0 0,0-1-1 0 0,0 0 0 0 0,0 0 0 0 0,-1 0 1 0 0,1-1-1 0 0,8-7 0 0 0,-8 5-1 0 0,0 0 0 0 0,0-1 0 0 0,0 1 1 0 0,-1-1-1 0 0,0-1 0 0 0,-1 1 0 0 0,1-1 0 0 0,-1 1 0 0 0,-1-1 0 0 0,5-13 1 0 0,-6 13 0 0 0,1-1 1 0 0,-2 1 0 0 0,1-1 0 0 0,-1 0 0 0 0,-1 1 0 0 0,1-1 0 0 0,-1 1-1 0 0,-1-1 1 0 0,0 0 0 0 0,-3-13 0 0 0,2 15 3 0 0,0 1 0 0 0,0 0 0 0 0,-1-1 0 0 0,1 1 0 0 0,-2 1 0 0 0,1-1 0 0 0,0 0 0 0 0,-1 1 0 0 0,0 0 0 0 0,-1-1 0 0 0,1 2 0 0 0,-1-1 0 0 0,0 0 0 0 0,-9-6 0 0 0,4 5 7 0 0,-1 0 0 0 0,1 0-1 0 0,-1 1 1 0 0,0 1 0 0 0,0 0-1 0 0,-1 0 1 0 0,1 1-1 0 0,-21-3 1 0 0,25 5-73 0 0,1 0-1 0 0,0 1 0 0 0,0 0 1 0 0,0 0-1 0 0,0 1 1 0 0,0-1-1 0 0,0 1 0 0 0,0 1 1 0 0,0-1-1 0 0,0 1 1 0 0,0 0-1 0 0,0 0 0 0 0,1 1 1 0 0,-1-1-1 0 0,1 1 1 0 0,0 0-1 0 0,0 1 1 0 0,-9 7-1 0 0,4 0-5404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51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0 152 3223 0 0,'3'-3'9216'0'0,"15"-10"-8701"0"0,-1-1-1 0 0,-1-1 0 0 0,0 0 0 0 0,0-1 1 0 0,-2-1-1 0 0,23-33 0 0 0,-34 41-606 0 0,-8 30 0 0 0,-2 38 80 0 0,1 77-1 0 0,2-17 350 0 0,4-112-254 0 0,-1-1-53 0 0,0 0-1 0 0,1 0 0 0 0,0 0 0 0 0,1 0 1 0 0,-1 0-1 0 0,3 9 0 0 0,0-11-109 0 0,0-3 64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5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85 2303 0 0,'-1'0'167'0'0,"1"-1"-70"0"0,-1 1-1 0 0,1 0 1 0 0,-1-1 0 0 0,1 1-1 0 0,-1 0 1 0 0,1-1-1 0 0,-1 1 1 0 0,1-1 0 0 0,-1 1-1 0 0,1-1 1 0 0,-1 1-1 0 0,1-1 1 0 0,0 1 0 0 0,-1-1-1 0 0,1 1 1 0 0,0-1 0 0 0,-1 1-1 0 0,1-1 1 0 0,0 0-1 0 0,0 1 1 0 0,0-1 0 0 0,0 1-1 0 0,0-1 1 0 0,-1 0-1 0 0,1 0 1 0 0,-2-17 1363 0 0,3 14-1320 0 0,-1 1 1 0 0,0-1-1 0 0,1 1 0 0 0,0 0 1 0 0,0-1-1 0 0,0 1 0 0 0,0 0 1 0 0,3-6-1 0 0,-3 8-130 0 0,-1 0 0 0 0,1 0 0 0 0,-1 0 0 0 0,1 0 0 0 0,0 0 1 0 0,-1 0-1 0 0,1 0 0 0 0,0 0 0 0 0,0 0 0 0 0,0 0 0 0 0,0 1 0 0 0,-1-1 0 0 0,1 0 0 0 0,0 1 0 0 0,0-1 0 0 0,0 1 0 0 0,1-1 0 0 0,-1 1 1 0 0,0-1-1 0 0,0 1 0 0 0,0 0 0 0 0,0 0 0 0 0,0-1 0 0 0,0 1 0 0 0,1 0 0 0 0,-1 0 0 0 0,0 0 0 0 0,0 0 0 0 0,2 1 0 0 0,-1-1 26 0 0,-1 1 0 0 0,1-1-1 0 0,-1 1 1 0 0,1 0-1 0 0,-1 0 1 0 0,1 0 0 0 0,-1 0-1 0 0,1 0 1 0 0,-1 0-1 0 0,0 0 1 0 0,0 1 0 0 0,0-1-1 0 0,0 0 1 0 0,0 1-1 0 0,0-1 1 0 0,0 0 0 0 0,0 1-1 0 0,0 0 1 0 0,-1-1-1 0 0,1 1 1 0 0,0-1 0 0 0,-1 1-1 0 0,0 0 1 0 0,1-1-1 0 0,-1 1 1 0 0,0 0 0 0 0,0-1-1 0 0,0 1 1 0 0,0 2-1 0 0,0 1 86 0 0,0 0-1 0 0,-1 0 1 0 0,1 1-1 0 0,-1-1 1 0 0,0 0-1 0 0,-1 0 0 0 0,1 0 1 0 0,-4 6-1 0 0,0-1 96 0 0,0 0 0 0 0,0-1 0 0 0,-1 0 0 0 0,-1 0 0 0 0,0 0 0 0 0,0-1 0 0 0,0 0 0 0 0,-1 0 0 0 0,-13 9 0 0 0,21-17-213 0 0,0 0-1 0 0,0 0 0 0 0,0 0 0 0 0,0 0 0 0 0,0 0 1 0 0,0 1-1 0 0,0-1 0 0 0,0 0 0 0 0,0 0 0 0 0,0 0 1 0 0,0 0-1 0 0,-1 0 0 0 0,1 0 0 0 0,0 0 0 0 0,0 0 1 0 0,0 0-1 0 0,0 1 0 0 0,0-1 0 0 0,0 0 0 0 0,0 0 1 0 0,0 0-1 0 0,0 0 0 0 0,0 0 0 0 0,0 0 0 0 0,0 0 1 0 0,0 0-1 0 0,0 1 0 0 0,0-1 0 0 0,0 0 0 0 0,0 0 1 0 0,0 0-1 0 0,0 0 0 0 0,0 0 0 0 0,0 0 0 0 0,0 0 1 0 0,0 1-1 0 0,0-1 0 0 0,1 0 0 0 0,-1 0 0 0 0,0 0 1 0 0,0 0-1 0 0,0 0 0 0 0,0 0 0 0 0,0 0 0 0 0,0 0 1 0 0,0 0-1 0 0,0 0 0 0 0,0 0 0 0 0,0 0 0 0 0,0 1 1 0 0,1-1-1 0 0,-1 0 0 0 0,0 0 0 0 0,0 0 0 0 0,0 0 1 0 0,0 0-1 0 0,0 0 0 0 0,0 0 0 0 0,0 0 0 0 0,1 0 1 0 0,-1 0-1 0 0,13 4 225 0 0,17 0 81 0 0,-18-3-105 0 0,0-1 0 0 0,0-1-1 0 0,0 0 1 0 0,22-5 0 0 0,3 0 107 0 0,-25 6-360 0 0,-7 0-88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53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6911 0 0,'-2'3'6174'0'0,"2"2"-5629"0"0,13 151 1248 0 0,-3-65-1161 0 0,-4-63-1820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53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42 455 0 0,'0'-1'295'0'0,"0"1"0"0"0,0-1-1 0 0,0 0 1 0 0,1 0-1 0 0,-1 0 1 0 0,0 1-1 0 0,1-1 1 0 0,-1 0 0 0 0,0 0-1 0 0,1 1 1 0 0,-1-1-1 0 0,1 0 1 0 0,0 1-1 0 0,-1-1 1 0 0,1 0-1 0 0,-1 1 1 0 0,1-1 0 0 0,0 1-1 0 0,0-1 1 0 0,-1 1-1 0 0,1-1 1 0 0,0 1-1 0 0,0 0 1 0 0,-1-1 0 0 0,1 1-1 0 0,0 0 1 0 0,0 0-1 0 0,0 0 1 0 0,1-1-1 0 0,31-3 1950 0 0,-21 3-1497 0 0,29-3-30 0 0,-18 2-640 0 0,34-8 0 0 0,-44 7-144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53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0 3223 0 0,'-2'1'86'0'0,"0"-1"0"0"0,0 0-1 0 0,0 1 1 0 0,-1-1 0 0 0,1 1-1 0 0,0 0 1 0 0,0 0 0 0 0,0 0-1 0 0,0 0 1 0 0,0 0 0 0 0,0 0-1 0 0,-2 3 1 0 0,-22 20 1599 0 0,16-15-1350 0 0,-7 8 306 0 0,0 0 0 0 0,1 0 1 0 0,0 2-1 0 0,2 0 0 0 0,0 0 1 0 0,2 1-1 0 0,-17 34 0 0 0,16-26-969 0 0,12-26 176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3:54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2759 0 0,'0'0'97'0'0,"1"0"0"0"0,-1-1-1 0 0,1 1 1 0 0,-1 0 0 0 0,1 0-1 0 0,-1 0 1 0 0,1 0-1 0 0,-1 0 1 0 0,1 0 0 0 0,-1 0-1 0 0,1 0 1 0 0,0 0-1 0 0,-1 0 1 0 0,1 0 0 0 0,-1 0-1 0 0,1 0 1 0 0,-1 0 0 0 0,1 0-1 0 0,-1 0 1 0 0,1 1-1 0 0,-1-1 1 0 0,1 0 0 0 0,-1 0-1 0 0,1 1 1 0 0,-1-1-1 0 0,1 0 1 0 0,0 1 0 0 0,15 12 1806 0 0,-12-10-1440 0 0,53 46 3659 0 0,-44-36-4017 0 0,1 0 0 0 0,0-1 0 0 0,1-1 0 0 0,0 0 0 0 0,33 16 0 0 0,-34-20-4585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4:39.151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324 335 919 0 0,'-22'2'-96'0'0,"-43"3"2732"0"0,57-4-1994 0 0,-1-2 0 0 0,1 1 0 0 0,0-1 0 0 0,0 0 0 0 0,-14-4 0 0 0,21 4-546 0 0,0 1 0 0 0,1 0-1 0 0,-1 0 1 0 0,0-1 0 0 0,0 1 0 0 0,0 0-1 0 0,0-1 1 0 0,0 1 0 0 0,0-1-1 0 0,0 1 1 0 0,1-1 0 0 0,-1 0 0 0 0,0 1-1 0 0,1-1 1 0 0,-1 0 0 0 0,0 1-1 0 0,1-1 1 0 0,-1 0 0 0 0,0 0-1 0 0,1 0 1 0 0,0 1 0 0 0,-1-1 0 0 0,0-1-1 0 0,1 1 1 0 0,0 0-1 0 0,0-1 0 0 0,1 1 0 0 0,-1 0 1 0 0,0 0-1 0 0,0 0 0 0 0,1 0 0 0 0,-1 0 1 0 0,0 1-1 0 0,1-1 0 0 0,-1 0 0 0 0,1 0 1 0 0,-1 0-1 0 0,1 0 0 0 0,0 0 0 0 0,-1 0 1 0 0,2-1-1 0 0,3-2 179 0 0,0 0 0 0 0,0 0 0 0 0,1 0 0 0 0,-1 0 0 0 0,10-4 0 0 0,5-1 31 0 0,2 1 0 0 0,-1 1-1 0 0,40-8 1 0 0,69-1-212 0 0,-50 12-103 0 0,33-4-104 0 0,-96 8 100 0 0,-13 0 15 0 0,-1 0-1 0 0,1 0 0 0 0,-1-1 0 0 0,0 1 1 0 0,1-1-1 0 0,-1 1 0 0 0,5-3 0 0 0,-23 2 0 0 0,-158 17 0 0 0,79-10 0 0 0,-63 14 0 0 0,-28 3 0 0 0,169-24 0 0 0,17-2 0 0 0,8-1 0 0 0,204-52-62 0 0,-186 50 60 0 0,234-35-5 0 0,-244 39 4 0 0,-12 2 0 0 0,62-12-30 0 0,-61 11 31 0 0,0-1 0 0 0,0 0 0 0 0,0 0 0 0 0,-1 0 0 0 0,1-1 0 0 0,-1 0 0 0 0,1 0 0 0 0,7-7 0 0 0,-12 10 2 0 0,-1 0 0 0 0,0 0 0 0 0,1 0 0 0 0,-1-1 0 0 0,0 1 0 0 0,1 0 0 0 0,-1 0 0 0 0,0-1 0 0 0,0 1 0 0 0,1 0 0 0 0,-1 0 0 0 0,0-1 0 0 0,0 1 0 0 0,1 0 0 0 0,-1-1 0 0 0,0 1 0 0 0,0 0 0 0 0,0-1 0 0 0,0 1 0 0 0,1-1 0 0 0,-1 1 0 0 0,0 0 0 0 0,0-1 0 0 0,0 1 0 0 0,0 0 0 0 0,0-1 0 0 0,0 1 0 0 0,0-1 0 0 0,0 1 0 0 0,0 0 0 0 0,0-1 0 0 0,0 1 0 0 0,0-1 0 0 0,-1 1 0 0 0,1 0 0 0 0,0-1 0 0 0,0 1 0 0 0,0 0 0 0 0,0-1 0 0 0,-1 1 0 0 0,1 0 0 0 0,0-1 0 0 0,0 1 0 0 0,-1 0 0 0 0,1-1 0 0 0,0 1 0 0 0,-1 0 0 0 0,1 0 0 0 0,0-1 0 0 0,0 1 0 0 0,-1 0 0 0 0,1 0 0 0 0,-1 0 0 0 0,1 0 0 0 0,0-1 0 0 0,-1 1 0 0 0,1 0 0 0 0,0 0 0 0 0,-1 0 0 0 0,1 0 0 0 0,-1 0 0 0 0,1 0 0 0 0,-1 0 0 0 0,-32-5 0 0 0,26 5 0 0 0,-84-7 30 0 0,-129 6-1 0 0,156 3-24 0 0,3-1-5 0 0,1 3 0 0 0,-82 16 0 0 0,133-16 0 0 0,9-4 0 0 0,0 0 0 0 0,0 0 0 0 0,0 0 0 0 0,0 0 0 0 0,0 0 0 0 0,0 0 0 0 0,0 1 0 0 0,0-1 0 0 0,-1 0 0 0 0,1 0 0 0 0,0 0 0 0 0,0 0 0 0 0,0 0 0 0 0,0 0 0 0 0,0 0 0 0 0,0 0 0 0 0,0 0 0 0 0,0 0 0 0 0,0 1 0 0 0,0-1 0 0 0,0 0 0 0 0,0 0 0 0 0,0 0 0 0 0,0 0 0 0 0,0 0 0 0 0,0 0 0 0 0,0 0 0 0 0,0 0 0 0 0,0 0 0 0 0,0 1 0 0 0,1-1 0 0 0,-1 0 0 0 0,0 0 0 0 0,0 0 0 0 0,0 0 0 0 0,0 0 0 0 0,0 0 0 0 0,0 0 0 0 0,0 0 0 0 0,0 0 0 0 0,0 0 0 0 0,0 0 0 0 0,0 0 0 0 0,0 0 0 0 0,1 1 0 0 0,0-1 0 0 0,0 1 0 0 0,0-1 0 0 0,1 1 0 0 0,-1-1 0 0 0,0 0 0 0 0,1 1 0 0 0,-1-1 0 0 0,1 0 0 0 0,-1 0 0 0 0,2 0 0 0 0,333-13-87 0 0,-134 2 46 0 0,-154 10 41 0 0,-13 1 0 0 0,1-2 0 0 0,-1-1 0 0 0,34-8 0 0 0,-124 9 0 0 0,-293 7 136 0 0,244 0-136 0 0,-105 17 0 0 0,207-21 0 0 0,-28 5 0 0 0,28-6 0 0 0,0 1 0 0 0,0 0 0 0 0,0-1 0 0 0,1 1 0 0 0,-1 0 0 0 0,0 0 0 0 0,0 0 0 0 0,1 0 0 0 0,-1 0 0 0 0,1 0 0 0 0,-1 0 0 0 0,-1 3 0 0 0,3-4 0 0 0,0 0-1 0 0,0 0 0 0 0,1 0 1 0 0,-1 1-1 0 0,0-1 1 0 0,0 0-1 0 0,0 0 0 0 0,1 0 1 0 0,-1 0-1 0 0,0 0 0 0 0,0 0 1 0 0,1 1-1 0 0,-1-1 1 0 0,0 0-1 0 0,0 0 0 0 0,1 0 1 0 0,-1 0-1 0 0,0 0 0 0 0,0 0 1 0 0,1 0-1 0 0,-1 0 1 0 0,0 0-1 0 0,1 0 0 0 0,-1 0 1 0 0,0 0-1 0 0,0 0 0 0 0,1 0 1 0 0,-1 0-1 0 0,0-1 1 0 0,1 1-1 0 0,12-1-51 0 0,-12 1 39 0 0,144-20-201 0 0,67-7 232 0 0,86 13-18 0 0,-281 14 0 0 0,1-2 0 0 0,-1 0 0 0 0,0-1 0 0 0,29-8 0 0 0,-97 20 0 0 0,-61 4 0 0 0,-42-4 0 0 0,-27 2 0 0 0,132-5 0 0 0,-78 18 0 0 0,102-16 2 0 0,22-7-11 0 0,4 0-12 0 0,14-3-79 0 0,80-13 118 0 0,-29 4-91 0 0,70-4 0 0 0,73 12 73 0 0,-53 1 0 0 0,-102 0 0 0 0,61-10 0 0 0,-102 8 0 0 0,-22 1 0 0 0,-22 0 0 0 0,-249 9 56 0 0,77 0 104 0 0,-172 25-365 0 0,360-29 194 0 0,37-12 11 0 0,40-4 0 0 0,88-9 0 0 0,-123 19 0 0 0,43-2 0 0 0,103 5 0 0 0,-104 3 0 0 0,105-11 0 0 0,-172 8 0 0 0,36-5 0 0 0,-34 5 0 0 0,-1 0 0 0 0,0 0 0 0 0,0 0 0 0 0,-1 0 0 0 0,1-1 0 0 0,0 1 0 0 0,0-1 0 0 0,0 0 0 0 0,3-3 0 0 0,-6 5 2 0 0,0 0 1 0 0,0 0-1 0 0,0 0 0 0 0,1 0 0 0 0,-1 0 0 0 0,0-1 0 0 0,0 1 0 0 0,0 0 0 0 0,0 0 1 0 0,0 0-1 0 0,0 0 0 0 0,0 0 0 0 0,0 0 0 0 0,0 0 0 0 0,0 0 0 0 0,0 0 0 0 0,0-1 1 0 0,0 1-1 0 0,0 0 0 0 0,0 0 0 0 0,0 0 0 0 0,0 0 0 0 0,0 0 0 0 0,0 0 0 0 0,0 0 1 0 0,0 0-1 0 0,0-1 0 0 0,0 1 0 0 0,0 0 0 0 0,0 0 0 0 0,0 0 0 0 0,0 0 0 0 0,0 0 1 0 0,0 0-1 0 0,0 0 0 0 0,-1 0 0 0 0,1 0 0 0 0,0 0 0 0 0,0 0 0 0 0,0-1 0 0 0,0 1 1 0 0,0 0-1 0 0,0 0 0 0 0,0 0 0 0 0,0 0 0 0 0,0 0 0 0 0,0 0 0 0 0,0 0 0 0 0,-1 0 1 0 0,1 0-1 0 0,0 0 0 0 0,0 0 0 0 0,-9-2 68 0 0,-11 0-36 0 0,20 2-35 0 0,-551 6 1 0 0,547-5 0 0 0,-134 12 0 0 0,117-10 0 0 0,1 1 0 0 0,-1 1 0 0 0,1 1 0 0 0,-30 13 0 0 0,45-17-25 0 0,1 0 0 0 0,0 0-1 0 0,-1 1 1 0 0,1 0 0 0 0,-7 6-1 0 0,12-9 24 0 0,-1 0-1 0 0,0 0 0 0 0,1 1 0 0 0,-1-1 0 0 0,0 0 1 0 0,1 0-1 0 0,-1 1 0 0 0,0-1 0 0 0,1 0 0 0 0,-1 0 1 0 0,1 0-1 0 0,-1 0 0 0 0,0 0 0 0 0,1 0 1 0 0,-1 1-1 0 0,1-1 0 0 0,-1 0 0 0 0,0 0 0 0 0,1 0 1 0 0,-1 0-1 0 0,1-1 0 0 0,-1 1 0 0 0,1 0 0 0 0,0 0 1 0 0,16-1 7 0 0,169-29-5 0 0,57-6 0 0 0,248 20-64 0 0,-476 27 64 0 0,-10-9 0 0 0,-4-1 0 0 0,0-1 0 0 0,0 1 0 0 0,0 0 0 0 0,0-1 0 0 0,0 1 0 0 0,1-1 0 0 0,-1 1 0 0 0,0-1 0 0 0,0 0 0 0 0,1 0 0 0 0,-1 1 0 0 0,0-1 0 0 0,1 0 0 0 0,-1 0 0 0 0,0 0 0 0 0,0 0 0 0 0,1-1 0 0 0,-1 1 0 0 0,0 0 0 0 0,3-1 0 0 0,4-2 0 0 0,-1 1 0 0 0,0-1 0 0 0,1 1 0 0 0,14-2 0 0 0,-2 2 0 0 0,82-4 0 0 0,-97 6 0 0 0,-5 0 0 0 0,1 0 0 0 0,0-1 0 0 0,-1 1 0 0 0,1 0 0 0 0,0 0 0 0 0,-1 0 0 0 0,1 0 0 0 0,0 0 0 0 0,-1 0 0 0 0,1 1 0 0 0,0-1 0 0 0,-1 0 0 0 0,1 0 0 0 0,0 0 0 0 0,-1 1 0 0 0,1-1 0 0 0,0 0 0 0 0,-1 0 0 0 0,1 1 0 0 0,-1-1 0 0 0,1 1 0 0 0,8 5 0 0 0,-9-6 0 0 0,0 1 0 0 0,1-1 0 0 0,-1 0 0 0 0,1 0 0 0 0,-1 0 0 0 0,1 1 0 0 0,-1-1 0 0 0,1 0 0 0 0,-1 0 0 0 0,0 1 0 0 0,1-1 0 0 0,-1 0 0 0 0,0 1 0 0 0,1-1 0 0 0,-1 0 0 0 0,0 1 0 0 0,1-1 0 0 0,-1 0 0 0 0,0 1 0 0 0,0-1 0 0 0,0 1 0 0 0,1-1 0 0 0,-1 1 0 0 0,0-1 0 0 0,0 1 0 0 0,0-1 0 0 0,0 0 0 0 0,0 1 0 0 0,0-1 0 0 0,0 1 0 0 0,0 0 5 0 0,0 0 0 0 0,0 0 0 0 0,0 0 0 0 0,1 0 0 0 0,-1 0 0 0 0,0 0 0 0 0,0-1 0 0 0,0 1 0 0 0,1 0 0 0 0,-1 0 0 0 0,0 0 0 0 0,1 0 0 0 0,-1-1 0 0 0,1 1 0 0 0,-1 0 0 0 0,1-1 0 0 0,-1 1 0 0 0,1 0 0 0 0,0-1 0 0 0,-1 1 0 0 0,1 0 0 0 0,1 0 0 0 0,-2-1 2 0 0,1 1-1 0 0,0 0 1 0 0,0-1-1 0 0,0 1 1 0 0,-1 0-1 0 0,1 0 0 0 0,0 0 1 0 0,-1-1-1 0 0,1 1 1 0 0,-1 0-1 0 0,1 0 1 0 0,-1 0-1 0 0,0 0 0 0 0,1 0 1 0 0,-1 0-1 0 0,0 0 1 0 0,1 0-1 0 0,-1 0 0 0 0,0 0 1 0 0,0 0-1 0 0,0 0 1 0 0,0 0-1 0 0,0 2 1 0 0,0-1-5 0 0,0 1 0 0 0,0-1 1 0 0,0 0-1 0 0,0 0 0 0 0,0 0 1 0 0,1 0-1 0 0,-1 0 0 0 0,1 0 1 0 0,0 0-1 0 0,0 0 0 0 0,-1 0 1 0 0,1 0-1 0 0,1 0 0 0 0,0 2 1 0 0,6 14 100 0 0,17 59 30 0 0,-12-40-8 0 0,14 67 1 0 0,-23-72-126 0 0,-1-1 0 0 0,-1 1 0 0 0,-2 0 0 0 0,-7 50 0 0 0,-9 57 0 0 0,15-133 0 0 0,0 0 0 0 0,-1-1 0 0 0,0 1 0 0 0,-3 8 0 0 0,0 0 0 0 0,3-10 0 0 0,0 0 0 0 0,0 0 0 0 0,0 0 0 0 0,-1-1 0 0 0,1 1 0 0 0,-1-1 0 0 0,0 1 0 0 0,0-1 0 0 0,0 0 0 0 0,-5 3 0 0 0,-14 17 0 0 0,21-22 0 0 0,0 0 0 0 0,1 1 0 0 0,-1-1 0 0 0,1 0 0 0 0,-1 1 0 0 0,1-1 0 0 0,-1 0 0 0 0,1 1 0 0 0,0-1 0 0 0,-1 3 0 0 0,2-3 0 0 0,-1 0 0 0 0,0-1 0 0 0,-1 1 0 0 0,1 0 0 0 0,0 0 0 0 0,0-1 0 0 0,0 1 0 0 0,0 0 0 0 0,0 0 0 0 0,-1-1 0 0 0,1 1 0 0 0,0 0 0 0 0,-1 0 0 0 0,1-1 0 0 0,0 1 0 0 0,-1 0 0 0 0,1-1 0 0 0,-1 1 0 0 0,1-1 0 0 0,-1 1 0 0 0,0-1 0 0 0,1 1 0 0 0,-1-1 0 0 0,1 1 0 0 0,-1-1 0 0 0,0 1 0 0 0,1-1 0 0 0,-1 0 0 0 0,0 1 0 0 0,0-1 0 0 0,1 0 0 0 0,-1 0 0 0 0,0 0 0 0 0,0 1 0 0 0,-1-1 0 0 0,-3 1 0 0 0,-1 1 0 0 0,0-1 0 0 0,-7 5 0 0 0,8-4 0 0 0,-1 1 0 0 0,1-2 0 0 0,0 1 0 0 0,-11 2 0 0 0,-64 9 0 0 0,52-8 0 0 0,-1 0 0 0 0,-40 0 0 0 0,25-4 0 0 0,6 0 0 0 0,1-2 0 0 0,-1-1 0 0 0,-67-13 0 0 0,68 8 0 0 0,0 0 0 0 0,-46-1 0 0 0,-76 5 0 0 0,158 3 0 0 0,-35-1 0 0 0,23 0 0 0 0,0 0 0 0 0,0 1 0 0 0,-17 3 0 0 0,27-3 0 0 0,0 0 0 0 0,-1 0 0 0 0,1 0 0 0 0,0 0 0 0 0,0-1 0 0 0,-1 1 0 0 0,1-1 0 0 0,0 0 0 0 0,-5-2 0 0 0,4 2 0 0 0,0-1 0 0 0,0 1 0 0 0,0 0 0 0 0,-1 0 0 0 0,-5 0 0 0 0,8 1 0 0 0,1 1 0 0 0,0-1 0 0 0,-1-1 0 0 0,1 1 0 0 0,0 0 0 0 0,-1 0 0 0 0,1 0 0 0 0,0-1 0 0 0,-1 1 0 0 0,1 0 0 0 0,0-1 0 0 0,0 0 0 0 0,0 1 0 0 0,-1-1 0 0 0,1 1 0 0 0,0-1 0 0 0,-2-1 0 0 0,2-1 0 0 0,0 1 0 0 0,-1 0 0 0 0,1 0 0 0 0,0 0 0 0 0,0-1 0 0 0,0 1 0 0 0,-1-4 0 0 0,0 0 0 0 0,-20-54 168 0 0,9 26-124 0 0,-9-38 0 0 0,12 27-44 0 0,-2 0 0 0 0,-32-77 0 0 0,40 115 5 0 0,1 0-1 0 0,1-1 0 0 0,-1 0 0 0 0,1 1 0 0 0,1-1 1 0 0,-1 0-1 0 0,1-11 0 0 0,1 16-43 0 0,0 0 1 0 0,0 0-1 0 0,0 0 1 0 0,0 0-1 0 0,1 0 0 0 0,-1 0 1 0 0,1 0-1 0 0,0 0 0 0 0,0 1 1 0 0,0-1-1 0 0,0 0 1 0 0,0 0-1 0 0,1 1 0 0 0,-1-1 1 0 0,1 1-1 0 0,0-1 0 0 0,0 1 1 0 0,0 0-1 0 0,0-1 0 0 0,0 1 1 0 0,0 0-1 0 0,4-2 1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4:39.749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37 45 455 0 0,'0'-2'124'0'0,"-1"0"-1"0"0,1 1 1 0 0,-1-1-1 0 0,1 0 1 0 0,-1 0-1 0 0,1 0 1 0 0,0 0-1 0 0,0-3 1 0 0,0 3 194 0 0,0 0 0 0 0,0 0 1 0 0,0 0-1 0 0,-1-1 0 0 0,1 1 0 0 0,-1 0 1 0 0,1 0-1 0 0,-3-4 264 0 0,2 5-529 0 0,1 1 0 0 0,0 0 0 0 0,0 0-1 0 0,-1 0 1 0 0,1 0 0 0 0,0-1 0 0 0,0 1-1 0 0,-1 0 1 0 0,1 0 0 0 0,0 0 0 0 0,-1 0 0 0 0,1 0-1 0 0,0 0 1 0 0,-1 0 0 0 0,1 0 0 0 0,0 0-1 0 0,-1 0 1 0 0,1 0 0 0 0,0 0 0 0 0,0 0 0 0 0,-1 0-1 0 0,1 0 1 0 0,0 1 0 0 0,-3 1 580 0 0,3-2-580 0 0,-1 0 0 0 0,1 0-1 0 0,0 1 1 0 0,-9 10 652 0 0,7-7-655 0 0,1 1 0 0 0,-1-1 0 0 0,1 1 0 0 0,0 0-1 0 0,0-1 1 0 0,1 1 0 0 0,-1 0 0 0 0,1 0 0 0 0,0-1-1 0 0,1 1 1 0 0,-1 0 0 0 0,2 6 0 0 0,2 8-80 0 0,11 29-1 0 0,-11-36 100 0 0,22 57-69 0 0,5 13 0 0 0,-28-69 0 0 0,0 0 0 0 0,0 0 0 0 0,-1 0 0 0 0,0 23 0 0 0,-5 19 0 0 0,3-37 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4:46.343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793 751 2303 0 0,'-3'-1'102'0'0,"0"0"0"0"0,0 1 0 0 0,0-1 0 0 0,0 1 0 0 0,-1 0 0 0 0,1 0 0 0 0,0 0 0 0 0,-4 1 0 0 0,-6-1 220 0 0,-24 0 408 0 0,-43-1 446 0 0,1 4-1 0 0,-80 13 0 0 0,156-16-1180 0 0,0 1-1 0 0,0-1 1 0 0,0 1 0 0 0,0 0-1 0 0,0 0 1 0 0,0 0-1 0 0,1 0 1 0 0,-1 1-1 0 0,0-1 1 0 0,-2 3-1 0 0,7-4-16 0 0,0 1-1 0 0,1 0 0 0 0,-1-1 1 0 0,0 0-1 0 0,1 1 0 0 0,-1-1 1 0 0,1 0-1 0 0,3-1 0 0 0,108-7-355 0 0,99-6 148 0 0,-208 14 230 0 0,6 0 0 0 0,-1-1 0 0 0,1 0 0 0 0,11-3 0 0 0,-62 4 0 0 0,-325 30 1549 0 0,323-26-1578 0 0,-36 8 29 0 0,73-13 0 0 0,9-2 0 0 0,8-4 0 0 0,9 0 0 0 0,1 2 0 0 0,-1 0 1 0 0,39-4-1 0 0,-5 1-11 0 0,243-36-39 0 0,-215 33 46 0 0,-77 10 4 0 0,-1 1 0 0 0,0 0 0 0 0,-1-1 0 0 0,1 0 0 0 0,-1 0 0 0 0,1 0 0 0 0,-1 0 0 0 0,0-1 0 0 0,1 0 0 0 0,-1 0 0 0 0,0 0 0 0 0,4-3 0 0 0,-8 5 1 0 0,0 0-1 0 0,0 0 0 0 0,0 0 1 0 0,0 0-1 0 0,1 0 0 0 0,-1-1 0 0 0,0 1 1 0 0,0 0-1 0 0,0 0 0 0 0,0 0 1 0 0,0 0-1 0 0,0 0 0 0 0,0 0 0 0 0,0-1 1 0 0,0 1-1 0 0,0 0 0 0 0,0 0 1 0 0,0 0-1 0 0,0 0 0 0 0,-1 0 0 0 0,1 0 1 0 0,0-1-1 0 0,0 1 0 0 0,0 0 1 0 0,0 0-1 0 0,0 0 0 0 0,0 0 0 0 0,0 0 1 0 0,0 0-1 0 0,0 0 0 0 0,0 0 1 0 0,0-1-1 0 0,-1 1 0 0 0,1 0 0 0 0,0 0 1 0 0,0 0-1 0 0,0 0 0 0 0,0 0 1 0 0,0 0-1 0 0,0 0 0 0 0,0 0 0 0 0,-1 0 1 0 0,1 0-1 0 0,0 0 0 0 0,0 0 1 0 0,0 0-1 0 0,0 0 0 0 0,-8-2 57 0 0,-14 0 208 0 0,0 0 0 0 0,0 2-1 0 0,-24 3 1 0 0,-1-1 307 0 0,-350 23 788 0 0,390-24-1352 0 0,-15 2-3 0 0,21-3-5 0 0,0 0 0 0 0,0 0-1 0 0,0 0 1 0 0,1 0 0 0 0,-1 1 0 0 0,0-1 0 0 0,0 0 0 0 0,1 1 0 0 0,-1-1 0 0 0,0 0-1 0 0,0 1 1 0 0,1-1 0 0 0,-1 1 0 0 0,0-1 0 0 0,1 1 0 0 0,-1 0 0 0 0,1-1 0 0 0,-1 1 0 0 0,1 0-1 0 0,-1 0 1 0 0,2 0 0 0 0,0-1 0 0 0,0 1 0 0 0,0-1 0 0 0,0 1 0 0 0,0-1 0 0 0,0 1 0 0 0,0-1 0 0 0,1 0 0 0 0,-1 1 0 0 0,0-1 0 0 0,0 0 0 0 0,0 0 0 0 0,2 0 0 0 0,142-3-164 0 0,-85 0 120 0 0,593-2-36 0 0,-623 5-32 0 0,-290 12 581 0 0,124-3-284 0 0,30-6-173 0 0,-94 8-14 0 0,196-10 2 0 0,-32 5 0 0 0,34-6 0 0 0,-1 1 0 0 0,1 0 0 0 0,-1 0 0 0 0,1-1 0 0 0,0 1 0 0 0,-1 1 0 0 0,1-1 0 0 0,0 0 0 0 0,0 1 0 0 0,0-1 0 0 0,-2 3 0 0 0,3-4 0 0 0,1 0-1 0 0,0 0 1 0 0,0 1-1 0 0,0-1 1 0 0,-1 0-1 0 0,1 0 1 0 0,0 0-1 0 0,0 1 0 0 0,0-1 1 0 0,0 0-1 0 0,0 0 1 0 0,0 1-1 0 0,0-1 1 0 0,-1 0-1 0 0,1 0 1 0 0,0 1-1 0 0,0-1 1 0 0,0 0-1 0 0,0 0 1 0 0,0 1-1 0 0,0-1 0 0 0,0 0 1 0 0,0 0-1 0 0,0 1 1 0 0,0-1-1 0 0,1 0 1 0 0,-1 0-1 0 0,0 1 1 0 0,0-1-1 0 0,0 0 1 0 0,0 0-1 0 0,0 1 1 0 0,9 4-43 0 0,12-2-49 0 0,405 0-36 0 0,-55-50 75 0 0,-366 46 46 0 0,-2 1 6 0 0,-1 0 1 0 0,1-1 0 0 0,-1 1-1 0 0,1-1 1 0 0,-1 0 0 0 0,1 1-1 0 0,-1-1 1 0 0,0 0 0 0 0,0 0 0 0 0,5-3-1 0 0,-7 4 1 0 0,0-1 0 0 0,0 1 0 0 0,0 0 0 0 0,0 0 0 0 0,0 0 0 0 0,0 0 0 0 0,0 0 0 0 0,0 0 0 0 0,0-1 0 0 0,0 1 0 0 0,0 0 0 0 0,0 0 0 0 0,0 0 0 0 0,0 0 0 0 0,0 0 0 0 0,0-1 0 0 0,0 1 0 0 0,0 0 0 0 0,0 0 0 0 0,0 0 0 0 0,0 0 0 0 0,0 0 0 0 0,0 0 0 0 0,0-1 0 0 0,0 1 0 0 0,0 0 0 0 0,-1 0 0 0 0,1 0 0 0 0,0 0 0 0 0,0 0 0 0 0,0 0 0 0 0,0 0 0 0 0,0 0 0 0 0,0 0 0 0 0,0-1 0 0 0,-1 1 0 0 0,1 0 0 0 0,0 0 0 0 0,0 0 0 0 0,0 0 0 0 0,0 0 0 0 0,0 0 0 0 0,-1 0 0 0 0,1 0 0 0 0,0 0 0 0 0,0 0 0 0 0,0 0 0 0 0,0 0 0 0 0,-8-2 0 0 0,-28-1 59 0 0,0 1 0 0 0,-42 3 0 0 0,35 0-20 0 0,-508 9-73 0 0,531-10 42 0 0,4 0 16 0 0,0 0 0 0 0,0 1 0 0 0,0 1 0 0 0,-26 6 0 0 0,41-8-26 0 0,0 0 1 0 0,-1 1 0 0 0,1-1-1 0 0,0 1 1 0 0,0 0 0 0 0,0-1-1 0 0,0 1 1 0 0,0 0-1 0 0,0-1 1 0 0,0 1 0 0 0,0 0-1 0 0,0 0 1 0 0,-1 2 0 0 0,2-3-2 0 0,0 0 1 0 0,-1 0-1 0 0,1 0 1 0 0,0 0-1 0 0,0 1 1 0 0,0-1-1 0 0,0 0 1 0 0,0 0-1 0 0,0 0 1 0 0,0 1-1 0 0,0-1 1 0 0,0 0-1 0 0,0 0 1 0 0,0 0-1 0 0,0 1 1 0 0,0-1-1 0 0,0 0 1 0 0,0 0-1 0 0,0 0 1 0 0,0 1-1 0 0,0-1 1 0 0,0 0-1 0 0,0 0 1 0 0,1 0-1 0 0,-1 0 1 0 0,0 1-1 0 0,0-1 1 0 0,0 0-1 0 0,0 0 1 0 0,0 0 0 0 0,11 4-73 0 0,15-2 71 0 0,0-1 0 0 0,42-5-1 0 0,-14 1 7 0 0,467-40 204 0 0,-466 35-203 0 0,-10 2-26 0 0,0-2-1 0 0,57-17 1 0 0,-101 25 27 0 0,0 0-1 0 0,0 0 1 0 0,-1-1-1 0 0,1 1 1 0 0,0 0-1 0 0,0 0 1 0 0,-1-1-1 0 0,1 1 1 0 0,0-1-1 0 0,-1 1 1 0 0,1-1-1 0 0,0 1 1 0 0,-1-1 0 0 0,1 1-1 0 0,0-2 1 0 0,-1 2-1 0 0,0 0 0 0 0,0-1 1 0 0,0 1-1 0 0,0 0 0 0 0,0 0 1 0 0,0-1-1 0 0,-1 1 1 0 0,1 0-1 0 0,0 0 0 0 0,0 0 1 0 0,0-1-1 0 0,0 1 0 0 0,-1 0 1 0 0,1 0-1 0 0,0 0 0 0 0,0-1 1 0 0,-1 1-1 0 0,1 0 1 0 0,0 0-1 0 0,0 0 0 0 0,-1 0 1 0 0,1 0-1 0 0,0 0 0 0 0,0 0 1 0 0,-1-1-1 0 0,1 1 0 0 0,0 0 1 0 0,-1 0-1 0 0,-29-5 178 0 0,25 5-165 0 0,-54-5 423 0 0,-86 5 0 0 0,81 2-375 0 0,-105-1-4 0 0,-265 9-261 0 0,422-9 196 0 0,-1 0 4 0 0,0-1 0 0 0,0 2 0 0 0,0 0 1 0 0,0 0-1 0 0,1 1 0 0 0,-25 10 0 0 0,35-12-2 0 0,3 0-8 0 0,8 0-23 0 0,15-4-46 0 0,400-61-48 0 0,35 24 128 0 0,-449 39 0 0 0,38-4 0 0 0,-43 4 0 0 0,0 0 0 0 0,0 0 0 0 0,0-1 0 0 0,0 1 0 0 0,-1-1 0 0 0,1 0 0 0 0,4-3 0 0 0,-9 5 0 0 0,0 0 0 0 0,0 0 0 0 0,0 0 0 0 0,0 0 0 0 0,0 0 0 0 0,0 0 0 0 0,0 0 0 0 0,0 0 0 0 0,0 0 0 0 0,0 0 0 0 0,0 0 0 0 0,0 0 0 0 0,0 0 0 0 0,-1 0 0 0 0,1 0 0 0 0,0 0 0 0 0,0 0 0 0 0,0 0 0 0 0,0 0 0 0 0,0 0 0 0 0,0 0 0 0 0,0 0 0 0 0,0 0 0 0 0,0-1 0 0 0,0 1 0 0 0,0 0 0 0 0,0 0 0 0 0,0 0 0 0 0,0 0 0 0 0,0 0 0 0 0,0 0 0 0 0,0 0 0 0 0,0 0 0 0 0,0 0 0 0 0,0 0 0 0 0,0 0 0 0 0,0 0 0 0 0,0 0 0 0 0,0 0 0 0 0,0 0 0 0 0,0 0 0 0 0,0 0 0 0 0,0-1 0 0 0,0 1 0 0 0,0 0 0 0 0,0 0 0 0 0,0 0 0 0 0,0 0 0 0 0,0 0 0 0 0,0 0 0 0 0,0 0 0 0 0,0 0 0 0 0,0 0 0 0 0,0 0 0 0 0,0 0 0 0 0,0 0 0 0 0,0 0 0 0 0,0 0 0 0 0,0 0 0 0 0,0 0 0 0 0,0 0 0 0 0,0 0 0 0 0,0-1 0 0 0,0 1 0 0 0,0 0 0 0 0,0 0 0 0 0,0 0 0 0 0,0 0 0 0 0,0 0 0 0 0,-9-1 0 0 0,-12 1 0 0 0,-434 18 159 0 0,221-12-102 0 0,186-5-62 0 0,-11 0-22 0 0,0 3-1 0 0,-102 18 0 0 0,161-21 28 0 0,-5-1 7 0 0,0 1 1 0 0,1 1-1 0 0,-1-1 0 0 0,1 1 0 0 0,0-1 0 0 0,-1 1 0 0 0,1 1 0 0 0,-7 4 0 0 0,11-7-7 0 0,0 0 0 0 0,0 0 0 0 0,0 0 0 0 0,0 0 0 0 0,0 0 0 0 0,0 0 0 0 0,0 0 0 0 0,0 0 0 0 0,0 0 0 0 0,0 0 0 0 0,0 0 0 0 0,0 0 0 0 0,-1 0 0 0 0,1 0 0 0 0,0 0 0 0 0,0 0 0 0 0,0 1 0 0 0,0-1 0 0 0,0 0 0 0 0,0 0 0 0 0,0 0 0 0 0,0 0 0 0 0,0 0 0 0 0,0 0 0 0 0,0 0 0 0 0,0 0 0 0 0,0 0 0 0 0,0 0 0 0 0,0 0 0 0 0,0 1 0 0 0,0-1 0 0 0,0 0 0 0 0,0 0 0 0 0,0 0 0 0 0,0 0 0 0 0,0 0 0 0 0,0 0 0 0 0,1 0 0 0 0,-1 0 0 0 0,0 0 0 0 0,0 0 0 0 0,0 0 0 0 0,0 0 0 0 0,0 0 0 0 0,0 1 0 0 0,0-1 0 0 0,0 0 0 0 0,0 0 0 0 0,0 0 0 0 0,0 0 0 0 0,0 0 0 0 0,0 0 0 0 0,0 0 0 0 0,0 0 0 0 0,1 0 0 0 0,-1 0 0 0 0,0 0 0 0 0,0 0 0 0 0,0 0 0 0 0,0 0 0 0 0,0 0 0 0 0,0 0 0 0 0,0 0 0 0 0,0 0 0 0 0,0 0 0 0 0,11 1 0 0 0,15-3 0 0 0,668-73 0 0 0,-344 44 0 0 0,-343 30 0 0 0,29-4 0 0 0,-34 4 0 0 0,1 1 0 0 0,0-1 0 0 0,-1 0 0 0 0,1 0 0 0 0,0 0 0 0 0,-1 0 0 0 0,0-1 0 0 0,1 1 0 0 0,-1-1 0 0 0,2-1 0 0 0,-3 3 1 0 0,-1 0 0 0 0,0 0-1 0 0,0 0 1 0 0,0 0 0 0 0,0-1-1 0 0,0 1 1 0 0,0 0-1 0 0,0 0 1 0 0,0 0 0 0 0,0 0-1 0 0,0 0 1 0 0,0 0 0 0 0,0 0-1 0 0,1 0 1 0 0,-1 0 0 0 0,0-1-1 0 0,0 1 1 0 0,0 0 0 0 0,0 0-1 0 0,0 0 1 0 0,0 0 0 0 0,0 0-1 0 0,0 0 1 0 0,0 0 0 0 0,0 0-1 0 0,0-1 1 0 0,0 1-1 0 0,0 0 1 0 0,0 0 0 0 0,0 0-1 0 0,0 0 1 0 0,0 0 0 0 0,0 0-1 0 0,-1 0 1 0 0,1 0 0 0 0,0-1-1 0 0,0 1 1 0 0,0 0 0 0 0,0 0-1 0 0,0 0 1 0 0,0 0 0 0 0,0 0-1 0 0,0 0 1 0 0,0 0-1 0 0,0 0 1 0 0,0 0 0 0 0,0 0-1 0 0,-1 0 1 0 0,1-1 0 0 0,-8-1 80 0 0,-10 1 128 0 0,-549 10 1132 0 0,501-7-1189 0 0,-251 17-152 0 0,311-18 0 0 0,1 0 0 0 0,-1 0 0 0 0,0 0 0 0 0,-9 4 0 0 0,15-5 0 0 0,0 0-1 0 0,0 0 0 0 0,0 0 1 0 0,0 0-1 0 0,0 0 0 0 0,0 0 1 0 0,0 0-1 0 0,0 0 1 0 0,1 1-1 0 0,-1-1 0 0 0,0 0 1 0 0,0 0-1 0 0,0 0 0 0 0,0 0 1 0 0,0 0-1 0 0,0 0 0 0 0,0 0 1 0 0,0 0-1 0 0,0 0 0 0 0,0 0 1 0 0,0 0-1 0 0,0 0 1 0 0,0 0-1 0 0,0 0 0 0 0,0 0 1 0 0,0 0-1 0 0,0 0 0 0 0,0 1 1 0 0,0-1-1 0 0,-1 0 0 0 0,1 0 1 0 0,0 0-1 0 0,0 0 0 0 0,0 0 1 0 0,0 0-1 0 0,0 0 1 0 0,0 0-1 0 0,0 0 0 0 0,0 0 1 0 0,0 0-1 0 0,0 0 0 0 0,0 0 1 0 0,0 0-1 0 0,0 0 0 0 0,0 0 1 0 0,0 0-1 0 0,0 0 0 0 0,0 0 1 0 0,0 0-1 0 0,0 0 1 0 0,0 0-1 0 0,0 0 0 0 0,-1 0 1 0 0,1 0-1 0 0,0 0 0 0 0,0 0 1 0 0,0 0-1 0 0,0 0 0 0 0,0 0 1 0 0,0 0-1 0 0,0 0 1 0 0,0 0-1 0 0,0 0 0 0 0,7 1-69 0 0,9-2-35 0 0,134-24-27 0 0,23-3 8 0 0,84 6 124 0 0,30-5 0 0 0,-277 26 0 0 0,-5 1 0 0 0,0 0 0 0 0,-1-1 0 0 0,1 0 0 0 0,-1 0 0 0 0,8-3 0 0 0,-48 1 0 0 0,-348 12 0 0 0,90 0 0 0 0,234-9 0 0 0,1 3 0 0 0,0 3 0 0 0,-74 16 0 0 0,314-55-1 0 0,-95 20 13 0 0,405-43 781 0 0,-318 40-637 0 0,-171 16-156 0 0,7 0 0 0 0,-1-1 0 0 0,1 0 0 0 0,0-1 0 0 0,-1 0 0 0 0,15-6 0 0 0,-22 6 6 0 0,-5 1 7 0 0,-6 0 22 0 0,-350 16 422 0 0,130-2-432 0 0,152-10-79 0 0,1 3 0 0 0,-127 27 0 0 0,200-32 43 0 0,1-1-6 0 0,0 1 0 0 0,0 0 0 0 0,1 0 0 0 0,-1 0 0 0 0,0 0 0 0 0,0 0 0 0 0,0 0-1 0 0,1 1 1 0 0,-4 2 0 0 0,6-4 15 0 0,0 0 0 0 0,0 0-1 0 0,0 0 1 0 0,0 0-1 0 0,-1 0 1 0 0,1 0 0 0 0,0 0-1 0 0,0 0 1 0 0,0 0 0 0 0,0 0-1 0 0,0 1 1 0 0,0-1 0 0 0,0 0-1 0 0,0 0 1 0 0,0 0 0 0 0,0 0-1 0 0,0 0 1 0 0,0 0 0 0 0,0 0-1 0 0,0 0 1 0 0,0 0-1 0 0,0 0 1 0 0,0 0 0 0 0,0 1-1 0 0,0-1 1 0 0,0 0 0 0 0,0 0-1 0 0,0 0 1 0 0,0 0 0 0 0,0 0-1 0 0,0 0 1 0 0,0 0 0 0 0,0 0-1 0 0,0 0 1 0 0,0 0 0 0 0,0 1-1 0 0,0-1 1 0 0,0 0-1 0 0,0 0 1 0 0,0 0 0 0 0,0 0-1 0 0,0 0 1 0 0,0 0 0 0 0,0 0-1 0 0,0 0 1 0 0,0 0 0 0 0,0 0-1 0 0,1 0 1 0 0,-1 0 0 0 0,0 0-1 0 0,6 2-63 0 0,9-2-4 0 0,139-23-64 0 0,-9 1 87 0 0,-133 21 46 0 0,252-31-11 0 0,-2-14 14 0 0,-215 37-2 0 0,-21 4 0 0 0,51-16 0 0 0,-67 15-1 0 0,-10 5 1 0 0,0 1 0 0 0,0 0 0 0 0,0 0 0 0 0,0 0 0 0 0,0 0 0 0 0,0-1 0 0 0,0 1 0 0 0,0 0 0 0 0,0 0 0 0 0,0 0 0 0 0,0 0 0 0 0,0-1-1 0 0,0 1 1 0 0,0 0 0 0 0,0 0 0 0 0,0 0 0 0 0,0 0 0 0 0,0 0 0 0 0,0-1 0 0 0,0 1 0 0 0,-1 0 0 0 0,1 0 0 0 0,0 0 0 0 0,0 0 0 0 0,0 0 0 0 0,0 0 0 0 0,0 0 0 0 0,0-1 0 0 0,-1 1 0 0 0,1 0 0 0 0,0 0 0 0 0,0 0 0 0 0,0 0 0 0 0,0 0 0 0 0,-1 0 0 0 0,1 0 0 0 0,-21-4 13 0 0,-52 4 62 0 0,-134 17 0 0 0,100-5-44 0 0,-132-4 13 0 0,93-5-24 0 0,132-3-23 0 0,1 1-1 0 0,-1 0 0 0 0,1 0 1 0 0,0 2-1 0 0,-1-1 0 0 0,1 2 1 0 0,-17 6-1 0 0,24-4 21 0 0,11-3-69 0 0,14-2-64 0 0,102-18 103 0 0,-21 2 14 0 0,404-74-1 0 0,-457 82 0 0 0,-35 6 0 0 0,-1-1 0 0 0,1 0 0 0 0,-1 0 0 0 0,0-1 0 0 0,17-7 0 0 0,-28 10 0 0 0,0 0 0 0 0,1 0 0 0 0,-1 0 0 0 0,0 0 0 0 0,0 0 0 0 0,0 0 0 0 0,0 0 0 0 0,0 0 0 0 0,0 0 0 0 0,0 0 0 0 0,0 0 0 0 0,0 0 0 0 0,0 0 0 0 0,0 0 0 0 0,0 0 0 0 0,0 0 0 0 0,0 0 0 0 0,0 0 0 0 0,0-1 0 0 0,0 1 0 0 0,0 0 0 0 0,0 0 0 0 0,0 0 0 0 0,0 0 0 0 0,0 0 0 0 0,0 0 0 0 0,0 0 0 0 0,0 0 0 0 0,0 0 0 0 0,0 0 0 0 0,0 0 0 0 0,0 0 0 0 0,0 0 0 0 0,0 0 0 0 0,0 0 0 0 0,0 0 0 0 0,0 0 0 0 0,0 0 0 0 0,0 0 0 0 0,0-1 0 0 0,0 1 0 0 0,0 0 0 0 0,0 0 0 0 0,0 0 0 0 0,0 0 0 0 0,0 0 0 0 0,0 0 0 0 0,0 0 0 0 0,0 0 0 0 0,0 0 0 0 0,0 0 0 0 0,0 0 0 0 0,0 0 0 0 0,0 0 0 0 0,0 0 0 0 0,0 0 0 0 0,0 0 0 0 0,0 0 0 0 0,-1 0 0 0 0,1 0 0 0 0,0 0 0 0 0,0 0 0 0 0,0 0 0 0 0,0 0 0 0 0,0 0 0 0 0,0 0 0 0 0,0 0 0 0 0,0 0 0 0 0,-7-2 0 0 0,-8 0 0 0 0,-240 12 50 0 0,3 0-36 0 0,201-11-14 0 0,24 0 0 0 0,0 1 0 0 0,-41 5 0 0 0,52 1 1 0 0,15-3-2 0 0,10 0-11 0 0,24-1-22 0 0,1-1 1 0 0,-1-1-1 0 0,36-5 0 0 0,-28 1 29 0 0,92-11 5 0 0,161-39 0 0 0,-279 50 0 0 0,-19 2 0 0 0,-28 3 0 0 0,26-1 0 0 0,-198 22 0 0 0,74-5 0 0 0,82-13 0 0 0,11-2 0 0 0,-56 12 0 0 0,50 1-1410 0 0,34-11 935 0 0,-1 0 0 0 0,1-1 1 0 0,-13 3-1 0 0,19-6 457 0 0,-1 0 0 0 0,1-1 0 0 0,0 1 0 0 0,-1 0 0 0 0,1-1 0 0 0,0 0 0 0 0,-1 0 0 0 0,1 0 0 0 0,0 0 0 0 0,-5-2 0 0 0,4 1 3 0 0,-1 0-1 0 0,1 0 1 0 0,-1 1 0 0 0,-9-2-1 0 0,5 3 16 0 0,1 0 0 0 0,0 1 0 0 0,-1-1 0 0 0,1 2 0 0 0,-11 2 0 0 0,-17 3 0 0 0,29-7 16 0 0,1 0-1 0 0,-1-1 1 0 0,0 1-1 0 0,0-1 1 0 0,1 0-1 0 0,-1-1 0 0 0,-8-3 1 0 0,8 3 1 0 0,1 0 0 0 0,-1 0 1 0 0,0 1-1 0 0,0 0 0 0 0,0 0 0 0 0,0 1 0 0 0,-7 0 1 0 0,8 0-9 0 0,3 1-8 0 0,-1-1-1 0 0,1 1 0 0 0,0-1 0 0 0,0 0 0 0 0,-7-1 0 0 0,5 0 70 0 0,0-1 0 0 0,0 1 0 0 0,0 0 0 0 0,0 0 0 0 0,0 0 0 0 0,0 1 0 0 0,0 0 0 0 0,0 0 0 0 0,-1 0 0 0 0,1 1 0 0 0,0-1 0 0 0,-7 3 0 0 0,11-3-59 0 0,1 0 1 0 0,-1 1-1 0 0,0-1 1 0 0,1 0-1 0 0,-1 0 1 0 0,1 1-1 0 0,-1-1 1 0 0,0 0 0 0 0,1 1-1 0 0,-1-1 1 0 0,1 0-1 0 0,-1 1 1 0 0,1-1-1 0 0,-1 1 1 0 0,1-1-1 0 0,-1 1 1 0 0,1-1-1 0 0,0 1 1 0 0,-1 1 0 0 0,0-2 0 0 0,1 1 0 0 0,-1 0 0 0 0,1-1 1 0 0,-1 1-1 0 0,1 0 0 0 0,-1 0 0 0 0,0-1 1 0 0,1 1-1 0 0,-1-1 0 0 0,0 1 0 0 0,1-1 1 0 0,-1 1-1 0 0,-1 0 0 0 0,-5-1-12 0 0,1 0 0 0 0,0 1 0 0 0,1-1 0 0 0,-1 1 0 0 0,1-1 0 0 0,-1-1 0 0 0,-8 0 0 0 0,14 1 0 0 0,-1-1 0 0 0,1 1 0 0 0,0 0 0 0 0,0 0 0 0 0,-1 0 1 0 0,1 0-1 0 0,0 0 0 0 0,0 0 0 0 0,-1 0 0 0 0,1-1 0 0 0,0 1 0 0 0,0 0 0 0 0,-1 0 0 0 0,1 0 0 0 0,0 0 0 0 0,0-1 0 0 0,0 1 0 0 0,-1 0 0 0 0,1 0 0 0 0,0-1 0 0 0,0 1 0 0 0,0 0 0 0 0,0 0 0 0 0,0-1 0 0 0,-1 1 0 0 0,1 0 0 0 0,0 0 0 0 0,0-1 0 0 0,0 1 0 0 0,0 0 0 0 0,0-1 0 0 0,0 1 1 0 0,0-1-1 0 0,6-9 2 0 0,13-6 2 0 0,3 2-4 0 0,38-18 0 0 0,-9 5 0 0 0,-42 19 0 0 0,-8 8 0 0 0,-1 0 0 0 0,0-1 0 0 0,0 1 0 0 0,0 0 0 0 0,0 0 0 0 0,0 0 0 0 0,0-1 0 0 0,0 1 0 0 0,0 0 0 0 0,0 0 0 0 0,0-1 0 0 0,0 1 0 0 0,0 0 0 0 0,0 0 0 0 0,0-1 0 0 0,0 1 0 0 0,0 0 0 0 0,0 0 0 0 0,0-1 0 0 0,0 1 0 0 0,0 0 0 0 0,0 0 0 0 0,0-1 0 0 0,-1 1 0 0 0,1 0 0 0 0,0 0 0 0 0,-1-1 0 0 0,0 0 0 0 0,0 1 0 0 0,0-1 0 0 0,1 1 0 0 0,-1-1 0 0 0,0 1 0 0 0,0-1 0 0 0,0 1 0 0 0,0 0 0 0 0,0-1 0 0 0,0 1 0 0 0,0 0 0 0 0,-1 0 0 0 0,1 0 0 0 0,0 0 0 0 0,-1 0 0 0 0,-6 0 0 0 0,-1 1 0 0 0,1 1 0 0 0,-1-1 0 0 0,-9 5 0 0 0,-24 3 0 0 0,31-8-3 0 0,8 0-2 0 0,-1-1 1 0 0,1 1 0 0 0,-1-1-1 0 0,1 0 1 0 0,-1 0 0 0 0,1 0-1 0 0,-1 0 1 0 0,1-1 0 0 0,-1 0 0 0 0,1 0-1 0 0,-1 1 1 0 0,1-2 0 0 0,-5-1-1 0 0,7 3 19 0 0,1 0-14 0 0,0 0 0 0 0,0 0-1 0 0,0 0 1 0 0,0 0 0 0 0,-1 0 0 0 0,1 0 0 0 0,0 0 0 0 0,0 0 0 0 0,0 1 0 0 0,0-1 0 0 0,0 0 0 0 0,0 0 0 0 0,0 0 0 0 0,0 0 0 0 0,0 0 0 0 0,-1 0 0 0 0,1 1 0 0 0,0-1 0 0 0,0 0 0 0 0,0 0 0 0 0,0 0-1 0 0,0 0 1 0 0,0 0 0 0 0,0 0 0 0 0,0 1 0 0 0,0-1 0 0 0,0 0 0 0 0,0 0 0 0 0,0 0 0 0 0,0 0 0 0 0,0 0 0 0 0,0 1 0 0 0,0-1 0 0 0,0 0 0 0 0,0 0 0 0 0,0 0 0 0 0,1 0 0 0 0,-1 0 0 0 0,0 0-1 0 0,0 1 1 0 0,0-1 0 0 0,0 0 0 0 0,0 0 0 0 0,0 0 0 0 0,0 0 0 0 0,0 0 0 0 0,0 0 0 0 0,1 0 0 0 0,-1 1 0 0 0,1 2-4 0 0,0-1 7 0 0,0 0 0 0 0,0 0-1 0 0,0 0 1 0 0,0 0 0 0 0,0 0 0 0 0,-1 0-1 0 0,1 1 1 0 0,-1-1 0 0 0,0 0-1 0 0,1 0 1 0 0,-1 0 0 0 0,0 1 0 0 0,0-1-1 0 0,0 0 1 0 0,-1 0 0 0 0,1 0-1 0 0,-1 0 1 0 0,1 1 0 0 0,-1-1 0 0 0,0 2-1 0 0,0-2-2 0 0,0 1 0 0 0,0-1 0 0 0,0 1 0 0 0,1-1 0 0 0,-1 1 0 0 0,1-1 0 0 0,0 1 0 0 0,0-1 0 0 0,0 4 0 0 0,-2 15 0 0 0,-21 69 0 0 0,22-87 18 0 0,1 1-1 0 0,-1-1 1 0 0,1 0 0 0 0,0 0-1 0 0,0 1 1 0 0,0-1-1 0 0,1 0 1 0 0,-1 0-1 0 0,1 0 1 0 0,0 1-1 0 0,-1-1 1 0 0,2 0 0 0 0,-1 0-1 0 0,2 3 1 0 0,5 20 102 0 0,-7-20-99 0 0,0 1 52 0 0,1 1-1 0 0,0-1 1 0 0,0 0 0 0 0,6 13-1 0 0,-4-13-43 0 0,0 1-1 0 0,-1-1 1 0 0,0 0-1 0 0,0 1 1 0 0,-1-1-1 0 0,0 1 0 0 0,0 0 1 0 0,1 12-1 0 0,-3-8 15 0 0,2 1 0 0 0,4 23 0 0 0,-3-23-1 0 0,0-1 1 0 0,0 24-1 0 0,0 31-42 0 0,4-33 0 0 0,-12-3 0 0 0,5-29 0 0 0,0-1 0 0 0,0 0 0 0 0,1 0 0 0 0,-1 0 0 0 0,0 0 0 0 0,1 0 0 0 0,-1 0 0 0 0,1 1 0 0 0,-1-1 0 0 0,1 0 0 0 0,-1 0 0 0 0,1 0 0 0 0,0-1 0 0 0,0 1 0 0 0,-1 0 0 0 0,3 2 0 0 0,6 8 0 0 0,-9-11 0 0 0,0 0 0 0 0,0 1 0 0 0,0-1 0 0 0,0 1 0 0 0,0-1 0 0 0,0 0 0 0 0,0 1 0 0 0,1-1 0 0 0,-1 1 0 0 0,0-1 0 0 0,-1 1 0 0 0,1-1 0 0 0,0 0 0 0 0,0 1 0 0 0,0-1 0 0 0,0 1 0 0 0,0-1 0 0 0,0 0 0 0 0,0 1 0 0 0,-1-1 0 0 0,1 1 0 0 0,0-1 0 0 0,-1 1 0 0 0,0 1 0 0 0,3 4 0 0 0,-1-3 0 0 0,0-2 0 0 0,-1 0 0 0 0,1 1 0 0 0,-1-1 0 0 0,1 0 0 0 0,0 0 0 0 0,-1 1 0 0 0,1-1 0 0 0,0 0 0 0 0,0 0 0 0 0,0 0 0 0 0,0 0 0 0 0,0 0 0 0 0,0 0 0 0 0,2 1 0 0 0,3 1 0 0 0,-1-1 0 0 0,0 0 0 0 0,1-1 0 0 0,0 1 0 0 0,-1-1 0 0 0,1 0 0 0 0,0 0 0 0 0,6-1 0 0 0,7 0 0 0 0,22-4 0 0 0,-27 3 0 0 0,0-1 0 0 0,-1 2 0 0 0,1 0 0 0 0,16 2 0 0 0,-5 0-40 0 0,1 0-1 0 0,-1-2 1 0 0,0-1 0 0 0,36-6-1 0 0,-23 3 19 0 0,85-4-42 0 0,83 4 139 0 0,-94 7 120 0 0,36 0-185 0 0,-139-3-11 0 0,31 0-75 0 0,71 8 1 0 0,-102-6 96 0 0,-1 1-1 0 0,17 6 1 0 0,-19-6-8 0 0,0-1 0 0 0,0 0 0 0 0,0 0 0 0 0,1 0-1 0 0,-1-1 1 0 0,11 1 0 0 0,36-6-97 0 0,-40 5 151 0 0,-12-1-77 0 0,1 0 0 0 0,0 1 0 0 0,0-1-1 0 0,0 0 1 0 0,-1 0 0 0 0,1 0 0 0 0,0 0-1 0 0,0 0 1 0 0,0 0 0 0 0,-1-1 0 0 0,1 1-1 0 0,0-1 1 0 0,0 1 0 0 0,-1-1 0 0 0,1 0-1 0 0,0 1 1 0 0,2-3 0 0 0,-6-8 211 0 0,3 0-201 0 0,0 4 0 0 0,0 0 0 0 0,-1 0 0 0 0,0 0 0 0 0,0 0 0 0 0,-3-14 0 0 0,3 20 0 0 0,-1-1 0 0 0,1 0 0 0 0,0 0 0 0 0,-1 0 0 0 0,1 1 0 0 0,0-1 0 0 0,0 0 0 0 0,0 0 0 0 0,1 0 0 0 0,-1 0 0 0 0,0 1 0 0 0,1-1 0 0 0,-1 0 0 0 0,1 0 0 0 0,1-2 0 0 0,-2 2 0 0 0,0 0 0 0 0,0 1 0 0 0,-1-1 0 0 0,1 0 0 0 0,0 1 0 0 0,-1-1 0 0 0,1 1 0 0 0,-1-1 0 0 0,0 1 0 0 0,1-1 0 0 0,-1 1 0 0 0,0 0 0 0 0,0-1 0 0 0,0 1 0 0 0,0 0 0 0 0,-1-2 0 0 0,-6-9 0 0 0,5 5 0 0 0,0 0 0 0 0,0 0 0 0 0,1 0 0 0 0,0 0 0 0 0,0 0 0 0 0,1 0 0 0 0,0-1 0 0 0,0 1 0 0 0,0-1 0 0 0,1-8 0 0 0,5 1 0 0 0,-4 14 0 0 0,0 1 0 0 0,-1-1 0 0 0,1 0 0 0 0,-1 0 0 0 0,0 0 0 0 0,1 0 0 0 0,-1-1 0 0 0,0 1 0 0 0,0 0 0 0 0,1 0 0 0 0,-1 0 0 0 0,0 0 0 0 0,0 0 0 0 0,0 0 0 0 0,0 0 0 0 0,-1 0 0 0 0,1 0 0 0 0,0 0 0 0 0,-1-2 0 0 0,-1-6 0 0 0,-1 0 0 0 0,2 0 0 0 0,-2-11 0 0 0,2 12 0 0 0,0-1 0 0 0,-1 0 0 0 0,-4-12 0 0 0,6 19 0 0 0,-1-1 0 0 0,0 1 0 0 0,1 0 0 0 0,-1-1 0 0 0,1 1 0 0 0,-1 0 0 0 0,1-1 0 0 0,0 1 0 0 0,0 0 0 0 0,1-1 0 0 0,-1 1 0 0 0,1-4 0 0 0,-1 4 0 0 0,0 0 0 0 0,0-1 0 0 0,-1 1 0 0 0,1 0 0 0 0,-1 0 0 0 0,1 0 0 0 0,-1 0 0 0 0,0 0 0 0 0,1 0 0 0 0,-3-2 0 0 0,-2-12 0 0 0,0-14 0 0 0,4 19 0 0 0,-1 0 0 0 0,-5-17 0 0 0,5 21-16 0 0,0 0-1 0 0,0 0 0 0 0,1 0 1 0 0,0-1-1 0 0,0 1 1 0 0,1-1-1 0 0,0 1 0 0 0,0-1 1 0 0,0 1-1 0 0,1-1 1 0 0,0 1-1 0 0,3-9 0 0 0,-3 12 17 0 0,-1 1 0 0 0,0 0 0 0 0,0 0 0 0 0,0 0 0 0 0,0 0 0 0 0,-1 0 0 0 0,1 0 0 0 0,-1 0 0 0 0,0 0 0 0 0,1 0 0 0 0,-2 0 0 0 0,1 0 0 0 0,0 0 0 0 0,-2-3 0 0 0,1 3 0 0 0,1 1 0 0 0,-1-1 0 0 0,1 0 0 0 0,0 0 0 0 0,0 0 0 0 0,0 0 0 0 0,0-1 0 0 0,1 1 0 0 0,-1 0 0 0 0,1 0 0 0 0,0 0 0 0 0,0 0 0 0 0,0-1 0 0 0,1-3 0 0 0,-1 3 0 0 0,0 0 0 0 0,0 1 0 0 0,-1-1 0 0 0,1 0 0 0 0,-1 0 0 0 0,0 0 0 0 0,0 1 0 0 0,-1-5 0 0 0,0 7 0 0 0,1 0 0 0 0,0-1 0 0 0,-1 1 0 0 0,1 0 0 0 0,-1 0 0 0 0,1 0 0 0 0,-1 1 0 0 0,0-1 0 0 0,1 0 0 0 0,-1 0 0 0 0,-3 0 0 0 0,-5-3 0 0 0,3 0-1 0 0,1 0-1 0 0,-1 0 0 0 0,0 1 0 0 0,0 0 0 0 0,0 0 1 0 0,0 1-1 0 0,0 0 0 0 0,-15-2 0 0 0,16 3-11 0 0,-2 1-3 0 0,0-1-1 0 0,1 0 1 0 0,-1-1-1 0 0,0 0 1 0 0,-8-3-1 0 0,11 3-83 0 0,-1 0 0 0 0,1 0 0 0 0,0 1 0 0 0,-1 0 0 0 0,1 0 0 0 0,-1 0 0 0 0,0 1 0 0 0,-7-1 0 0 0,-19-1-304 0 0,10-1 207 0 0,0 1 1 0 0,0 1-1 0 0,-30 2 0 0 0,-32-1-136 0 0,57-1 333 0 0,0 2 0 0 0,1 0 0 0 0,-43 9 0 0 0,33-5 0 0 0,-26 1-66 0 0,-80-2-1 0 0,124-4 64 0 0,5 0 14 0 0,0 1 0 0 0,-13 4 0 0 0,14-3-1 0 0,0 0 1 0 0,-14 0-1 0 0,-26-6-10 0 0,39 2 0 0 0,0 1 0 0 0,0 1 0 0 0,0 0 0 0 0,-22 2 0 0 0,25 1 0 0 0,0-1 0 0 0,0-1 0 0 0,-1 0 0 0 0,1-1 0 0 0,-1 0 0 0 0,1 0 0 0 0,-1-1 0 0 0,-13-3 0 0 0,14 2 26 0 0,0 1 0 0 0,0 0 0 0 0,0 1-1 0 0,-20 1 1 0 0,21 0-4 0 0,1 0-1 0 0,-1-1 1 0 0,0-1-1 0 0,0 1 1 0 0,0-1 0 0 0,-14-4-1 0 0,22 5-17 0 0,1 0-40 0 0,-1 0 0 0 0,1-1 0 0 0,-1 1 0 0 0,1 0 0 0 0,-1 0 0 0 0,1 0 0 0 0,0-1 0 0 0,-1 1 0 0 0,1 0 0 0 0,-1-1-1 0 0,1 1 1 0 0,-1 0 0 0 0,1-1 0 0 0,0 1 0 0 0,-1 0 0 0 0,1-1 0 0 0,0 1 0 0 0,-1-1 0 0 0,1 1 0 0 0,0-1 0 0 0,0 1 0 0 0,-1-1 0 0 0,1 1 0 0 0,0-1 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4:55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 3223 0 0,'-2'-7'10615'0'0,"9"46"-9170"0"0,-2 0-1 0 0,1 63 1 0 0,-11 85-1558 0 0,4-148 269 0 0,-1-22-157 0 0,1-11 0 0 0,1 1-1 0 0,0-1 0 0 0,0 1 0 0 0,0-1 0 0 0,0 1 1 0 0,3 8-1 0 0,-3-15-9 0 0,0 0 0 0 0,0 1 1 0 0,0-1-1 0 0,0 0 0 0 0,0 0 0 0 0,0 1 1 0 0,1-1-1 0 0,-1 0 0 0 0,0 0 0 0 0,0 1 1 0 0,0-1-1 0 0,0 0 0 0 0,1 0 0 0 0,-1 0 1 0 0,0 1-1 0 0,0-1 0 0 0,0 0 0 0 0,1 0 1 0 0,-1 0-1 0 0,0 0 0 0 0,0 1 0 0 0,1-1 1 0 0,-1 0-1 0 0,0 0 0 0 0,1 0 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4:56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64 2759 0 0,'-3'19'4850'0'0,"7"113"1482"0"0,0 2-5252 0 0,-4-132-1067 0 0,2 33 131 0 0,-2-33-134 0 0,0-1-1 0 0,1 0 0 0 0,-1 1 1 0 0,0-1-1 0 0,1 0 0 0 0,-1 0 1 0 0,0 0-1 0 0,1 1 0 0 0,0-1 1 0 0,-1 0-1 0 0,1 0 0 0 0,0 0 1 0 0,-1 0-1 0 0,1 0 0 0 0,0 0 0 0 0,0 0 1 0 0,0 0-1 0 0,0-1 0 0 0,0 1 1 0 0,0 0-1 0 0,0 0 0 0 0,0-1 1 0 0,2 2-1 0 0,-1-2-2 0 0,0 0 1 0 0,0 0-1 0 0,0 0 1 0 0,0 0-1 0 0,0 0 0 0 0,0-1 1 0 0,0 1-1 0 0,0-1 1 0 0,-1 1-1 0 0,1-1 0 0 0,0 0 1 0 0,0 0-1 0 0,2-1 1 0 0,-2 1-23 0 0,0 0 0 0 0,1 0 0 0 0,-1 0 0 0 0,1 0 0 0 0,-1 0 0 0 0,1 1 0 0 0,4-1 0 0 0,-1 1 58 0 0,0 1 0 0 0,0 0 0 0 0,0 0 0 0 0,0 1 0 0 0,0 0 0 0 0,10 4 0 0 0,-13-4 40 0 0,1 0 0 0 0,0 0 0 0 0,1-1 0 0 0,-1 0 0 0 0,0 1 0 0 0,0-1 0 0 0,1-1 0 0 0,-1 1 0 0 0,0-1-1 0 0,1 0 1 0 0,-1 0 0 0 0,1 0 0 0 0,-1 0 0 0 0,0-1 0 0 0,8-1 0 0 0,-6 0-52 0 0,0-1 0 0 0,0 1 1 0 0,0-1-1 0 0,-1-1 0 0 0,1 1 0 0 0,-1-1 0 0 0,0 0 1 0 0,1 0-1 0 0,-2 0 0 0 0,1-1 0 0 0,-1 1 0 0 0,1-1 1 0 0,-1 0-1 0 0,-1-1 0 0 0,1 1 0 0 0,-1-1 0 0 0,3-6 1 0 0,-3 5 0 0 0,-1 0 1 0 0,1 0-1 0 0,-2-1 1 0 0,1 1-1 0 0,-1-1 1 0 0,0 1-1 0 0,-1-1 1 0 0,0 1-1 0 0,0-1 1 0 0,0 0-1 0 0,-1 1 1 0 0,0-1-1 0 0,-1 1 1 0 0,-3-10-1 0 0,1 4-32 0 0,-2 0 0 0 0,1 0-1 0 0,-2 1 1 0 0,0 0 0 0 0,0 0-1 0 0,-1 1 1 0 0,0 0 0 0 0,-19-19 0 0 0,15 19 1 0 0,1 0 1 0 0,-1 1 0 0 0,-1 1-1 0 0,0 0 1 0 0,0 1 0 0 0,-1 0-1 0 0,-23-9 1 0 0,31 15 35 0 0,1 0 0 0 0,-1 1 0 0 0,1 0 0 0 0,-1 0 0 0 0,1 1 0 0 0,-1-1 0 0 0,0 1 0 0 0,1 0 0 0 0,-1 1 0 0 0,1-1 0 0 0,-1 1 0 0 0,-6 2 0 0 0,8-2-150 0 0,-1 1-1 0 0,1 0 1 0 0,-1 0-1 0 0,1 0 1 0 0,-1 0-1 0 0,-3 4 1 0 0,5-4-417 0 0,0 1 1 0 0,0-1-1 0 0,0 1 1 0 0,1-1-1 0 0,-1 1 1 0 0,1 0-1 0 0,0 0 1 0 0,-3 5-1 0 0,0 2-5050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4:57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3223 0 0,'16'-10'5784'0'0,"-2"1"-4105"0"0,11-5-1195 0 0,-1-2-1 0 0,0 0 1 0 0,21-21 0 0 0,-17 14-530 0 0,-23 17-29 0 0,-3 4 70 0 0,-8 17 5 0 0,-1 4 6 0 0,1 0 0 0 0,0 0 0 0 0,2 1 0 0 0,0-1 0 0 0,-1 29 0 0 0,1 108 1205 0 0,5-109-298 0 0,-4 1-318 0 0,2-31-512 0 0,0-1 1 0 0,1 1-1 0 0,3 25 0 0 0,-2-40-213 0 0,-1 1 0 0 0,1-1 0 0 0,0 0 0 0 0,0 0 0 0 0,-1 1 0 0 0,2-1 0 0 0,0 2 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4:58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6911 0 0,'0'-1'71'0'0,"1"0"0"0"0,-1 0 0 0 0,1 0 0 0 0,-1 0-1 0 0,1 1 1 0 0,-1-1 0 0 0,1 0 0 0 0,-1 0 0 0 0,1 0-1 0 0,0 0 1 0 0,-1 0 0 0 0,1 1 0 0 0,0-1 0 0 0,0 0 0 0 0,0 1-1 0 0,-1-1 1 0 0,1 0 0 0 0,0 1 0 0 0,0-1 0 0 0,0 1-1 0 0,0 0 1 0 0,0-1 0 0 0,0 1 0 0 0,0 0 0 0 0,0-1-1 0 0,0 1 1 0 0,2 0 0 0 0,-1-1-29 0 0,0 1 0 0 0,1 0 1 0 0,-1-1-1 0 0,0 1 0 0 0,0 0 0 0 0,1 0 0 0 0,-1 0 0 0 0,0 0 0 0 0,1 1 1 0 0,-1-1-1 0 0,0 1 0 0 0,4 0 0 0 0,-3 1 1 0 0,-1 0 0 0 0,0 0-1 0 0,1 0 1 0 0,-1 0 0 0 0,0 0 0 0 0,0 0-1 0 0,0 0 1 0 0,0 1 0 0 0,-1-1 0 0 0,1 0 0 0 0,-1 1-1 0 0,1 0 1 0 0,-1-1 0 0 0,1 5 0 0 0,-1-5-18 0 0,0 0 0 0 0,-1 0 0 0 0,1 0 0 0 0,-1-1 0 0 0,0 1 1 0 0,0 0-1 0 0,0 0 0 0 0,0 0 0 0 0,0 0 0 0 0,0 0 0 0 0,0-1 0 0 0,-1 1 1 0 0,1 0-1 0 0,0 0 0 0 0,-1 0 0 0 0,0-1 0 0 0,1 1 0 0 0,-1 0 1 0 0,0 0-1 0 0,0-1 0 0 0,0 1 0 0 0,0-1 0 0 0,-2 3 0 0 0,-4 2 183 0 0,6-5-144 0 0,-1 0-1 0 0,0 0 0 0 0,0 1 1 0 0,1-1-1 0 0,-1 1 0 0 0,1 0 1 0 0,-1-1-1 0 0,1 1 0 0 0,0 0 1 0 0,0 0-1 0 0,-2 3 0 0 0,3-4-9 0 0,1-1-52 0 0,6 5 6 0 0,0-3-22 0 0,-6-2-56 0 0,3 2 2 0 0,83 31 4 0 0,-87-32 77 0 0,1-1-1 0 0,0 0 0 0 0,-1 0 1 0 0,1 1-1 0 0,0-1 1 0 0,-1 1-1 0 0,1-1 0 0 0,-1 0 1 0 0,1 1-1 0 0,-1-1 0 0 0,1 1 1 0 0,-1-1-1 0 0,1 1 0 0 0,-1 0 1 0 0,1-1-1 0 0,-1 1 1 0 0,0-1-1 0 0,1 1 0 0 0,-1 0 1 0 0,0-1-1 0 0,1 1 0 0 0,-1 0 1 0 0,0-1-1 0 0,0 1 0 0 0,0 1 1 0 0,0-1 36 0 0,0 0 0 0 0,0 0 0 0 0,-1 0 0 0 0,1 0 1 0 0,-1 0-1 0 0,1 0 0 0 0,-1 0 0 0 0,1 0 0 0 0,-1 0 0 0 0,1 0 1 0 0,-1-1-1 0 0,0 1 0 0 0,1 0 0 0 0,-3 1 0 0 0,-3 3 291 0 0,0 0 1 0 0,-1-1-1 0 0,-11 6 0 0 0,16-8-289 0 0,-5 2 292 0 0,-1-1 0 0 0,1 1 0 0 0,-1-2 0 0 0,0 1-1 0 0,-14 2 1 0 0,19-4-374 0 0,-1-1-1 0 0,1 0 0 0 0,-1 0 0 0 0,1 0 1 0 0,-1 0-1 0 0,1 0 0 0 0,-4-2 1 0 0,5 2-287 0 0,0-1 0 0 0,0 0 0 0 0,0 1 0 0 0,0-1 1 0 0,0 0-1 0 0,0-1 0 0 0,0 1 0 0 0,0 0 0 0 0,1 0 0 0 0,-1-1 1 0 0,0 1-1 0 0,-1-3 0 0 0,-1-2-4689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5:07.8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269 1760 3223 0 0,'1'-1'57'0'0,"0"0"-1"0"0,1-1 0 0 0,-1 1 0 0 0,1 0 0 0 0,-1 0 0 0 0,1 0 0 0 0,-1 0 0 0 0,1 0 0 0 0,0 0 0 0 0,0 0 1 0 0,-1 1-1 0 0,1-1 0 0 0,0 1 0 0 0,0-1 0 0 0,0 1 0 0 0,3-1 0 0 0,5-1 8 0 0,59-17 196 0 0,0 4 1 0 0,1 3-1 0 0,1 2 1 0 0,116 1-1 0 0,-177 9-253 0 0,5 0 62 0 0,22 2 0 0 0,-34-2-58 0 0,1 1 1 0 0,-1-1 0 0 0,0 1-1 0 0,1 0 1 0 0,-1 0 0 0 0,0 0-1 0 0,0 1 1 0 0,0-1 0 0 0,0 1-1 0 0,0 0 1 0 0,0-1 0 0 0,4 4-1 0 0,-7-4 10 0 0,1 0-1 0 0,-1-1 0 0 0,1 1 0 0 0,0 0 1 0 0,-1 0-1 0 0,1-1 0 0 0,-1 1 0 0 0,0 0 1 0 0,1 0-1 0 0,-1 0 0 0 0,0-1 0 0 0,1 1 1 0 0,-1 0-1 0 0,0 0 0 0 0,0 0 0 0 0,0 0 0 0 0,1 0 1 0 0,-1 0-1 0 0,0-1 0 0 0,0 1 0 0 0,-1 2 1 0 0,1-1 39 0 0,-1-1 0 0 0,1 1 0 0 0,-1 0 0 0 0,0-1 0 0 0,0 1 0 0 0,0-1 0 0 0,0 1 0 0 0,0-1 0 0 0,0 1 0 0 0,-2 1 0 0 0,-3 3 247 0 0,0-1 0 0 0,-1 0 0 0 0,-12 7 0 0 0,17-10-249 0 0,-9 4 158 0 0,0 0 0 0 0,0-1 0 0 0,-1 0-1 0 0,0 0 1 0 0,0-2 0 0 0,-20 5-1 0 0,-75 3-25 0 0,104-11-194 0 0,-31 5 4 0 0,0 0 0 0 0,-34 11 0 0 0,63-15 0 0 0,-4 1 3 0 0,7-2 2 0 0,0 0 0 0 0,0 0 0 0 0,0 1 0 0 0,0-1 1 0 0,0 1-1 0 0,0-1 0 0 0,0 1 0 0 0,1 0 0 0 0,-1-1 0 0 0,0 1 0 0 0,-2 2 0 0 0,5-1-5 0 0,10 1 0 0 0,136 11 696 0 0,-145-14-684 0 0,-1 0 0 0 0,0 0 1 0 0,0 0-1 0 0,1 1 0 0 0,-1-1 0 0 0,0 0 0 0 0,0 1 0 0 0,0-1 0 0 0,0 0 0 0 0,1 1 0 0 0,0 0 0 0 0,-2 0-9 0 0,0-1-1 0 0,1 0 1 0 0,-1 0-1 0 0,0 0 1 0 0,0 0-1 0 0,0 1 0 0 0,0-1 1 0 0,0 0-1 0 0,0 0 1 0 0,0 0-1 0 0,0 1 1 0 0,0-1-1 0 0,0 0 1 0 0,0 0-1 0 0,1 0 1 0 0,-1 1-1 0 0,0-1 0 0 0,0 0 1 0 0,0 0-1 0 0,-1 0 1 0 0,1 1-1 0 0,0-1 1 0 0,0 0-1 0 0,0 0 1 0 0,0 0-1 0 0,0 1 1 0 0,0-1-1 0 0,0 0 0 0 0,0 0 1 0 0,0 0-1 0 0,0 1 1 0 0,0-1-1 0 0,-1 0 1 0 0,1 0-1 0 0,0 0 1 0 0,0 0-1 0 0,0 1 1 0 0,-2 0 1 0 0,0 1 0 0 0,0-1 0 0 0,-1 1 0 0 0,1-1 0 0 0,0 0 0 0 0,0 0 0 0 0,-1 1 0 0 0,-4 0 0 0 0,-165 39 859 0 0,135-35-592 0 0,-1-1 1 0 0,-64-1-1 0 0,69-8-24 0 0,0 0 1 0 0,-57-16-1 0 0,89 19-245 0 0,44-7 42 0 0,253-53-228 0 0,-185 36 108 0 0,0 0 12 0 0,137-26-1232 0 0,-236 49 1171 0 0,-7 1 5 0 0,1 0 0 0 0,-1 1 0 0 0,1-1 0 0 0,10 2 0 0 0,-16-1 119 0 0,-1 0 1 0 0,1 0-1 0 0,0 0 0 0 0,0 0 0 0 0,0 0 1 0 0,0 0-1 0 0,0 0 0 0 0,0 0 1 0 0,0 0-1 0 0,0 0 0 0 0,0 0 1 0 0,0 0-1 0 0,0 1 0 0 0,-1-1 0 0 0,1 0 1 0 0,0 0-1 0 0,0 0 0 0 0,0 0 1 0 0,0 0-1 0 0,0 0 0 0 0,0 0 1 0 0,0 0-1 0 0,0 1 0 0 0,0-1 0 0 0,0 0 1 0 0,0 0-1 0 0,0 0 0 0 0,0 0 1 0 0,0 0-1 0 0,0 0 0 0 0,0 0 1 0 0,0 1-1 0 0,0-1 0 0 0,0 0 0 0 0,0 0 1 0 0,0 0-1 0 0,0 0 0 0 0,1 0 1 0 0,-1 0-1 0 0,0 0 0 0 0,0 0 0 0 0,0 0 1 0 0,0 0-1 0 0,0 1 0 0 0,0-1 1 0 0,0 0-1 0 0,0 0 0 0 0,0 0 1 0 0,0 0-1 0 0,0 0 0 0 0,1 0 0 0 0,-1 0 1 0 0,0 0-1 0 0,0 0 0 0 0,0 0 1 0 0,0 0-1 0 0,0 0 0 0 0,0 0 1 0 0,0 0-1 0 0,0 0 0 0 0,1 0 0 0 0,-1 0 1 0 0,0 0-1 0 0,0 0 0 0 0,0 0 1 0 0,-8 5 3 0 0,-211 75 92 0 0,147-57 90 0 0,8-1-154 0 0,-512 184 290 0 0,561-201-321 0 0,13-5 0 0 0,9-4 0 0 0,108-65 0 0 0,-76 44 0 0 0,54-27 0 0 0,-73 43 0 0 0,-9 3 0 0 0,0 0 0 0 0,0 1 0 0 0,1 1 0 0 0,0 0 0 0 0,-1 0 0 0 0,1 1 0 0 0,0 1 0 0 0,13-1 0 0 0,-24 3 0 0 0,0 0-1 0 0,0 0 1 0 0,0 0 0 0 0,0 0-1 0 0,0 0 1 0 0,0 0-1 0 0,0 1 1 0 0,0-1-1 0 0,0 0 1 0 0,0 1-1 0 0,0-1 1 0 0,-1 1-1 0 0,1-1 1 0 0,0 1-1 0 0,0-1 1 0 0,0 1 0 0 0,-1-1-1 0 0,1 1 1 0 0,0 0-1 0 0,-1-1 1 0 0,1 1-1 0 0,0 1 1 0 0,7 20-24 0 0,-7-19 21 0 0,0 0 0 0 0,-1-1 0 0 0,1 1-1 0 0,0-1 1 0 0,0 1 0 0 0,0-1 0 0 0,2 3-1 0 0,-2-4 4 0 0,0 0-1 0 0,-1-1 1 0 0,1 1 0 0 0,0 0-1 0 0,0-1 1 0 0,0 1-1 0 0,-1-1 1 0 0,1 1-1 0 0,0-1 1 0 0,0 0-1 0 0,0 1 1 0 0,0-1-1 0 0,0 0 1 0 0,0 1-1 0 0,0-1 1 0 0,-1 0-1 0 0,1 0 1 0 0,0 0 0 0 0,0 0-1 0 0,0 0 1 0 0,0 0-1 0 0,0 0 1 0 0,0 0-1 0 0,0-1 1 0 0,1 1-1 0 0,91-26 45 0 0,-36 9-24 0 0,-54 16-20 0 0,-2 1 0 0 0,1 0 0 0 0,0-1 0 0 0,-1 1 0 0 0,1-1 0 0 0,0 1 0 0 0,-1-1 0 0 0,1 0 0 0 0,-1 1 0 0 0,1-1 0 0 0,-1 0 0 0 0,1 0 0 0 0,-1 0 0 0 0,2-1 0 0 0,-7 1 8 0 0,1 1 0 0 0,0-1-1 0 0,0 1 1 0 0,-1 0-1 0 0,1 0 1 0 0,-4 0 0 0 0,-82 9-52 0 0,-45 2 23 0 0,109-11 55 0 0,0 0-1 0 0,0-2 1 0 0,-31-5-1 0 0,50 6-21 0 0,-1-1 1 0 0,1 0-1 0 0,0 0 0 0 0,0 0 0 0 0,0-1 1 0 0,0 0-1 0 0,1 0 0 0 0,-1 0 0 0 0,-6-6 1 0 0,10 7-11 0 0,0 1 1 0 0,0-1-1 0 0,0 0 1 0 0,0 0-1 0 0,1 0 0 0 0,-1 0 1 0 0,1 0-1 0 0,0 0 1 0 0,-1-1-1 0 0,1 1 1 0 0,0 0-1 0 0,0-1 1 0 0,1 1-1 0 0,-1-1 1 0 0,0 1-1 0 0,1-1 1 0 0,0 1-1 0 0,-1-1 1 0 0,1 1-1 0 0,0-1 0 0 0,0 1 1 0 0,0-1-1 0 0,1 1 1 0 0,-1-1-1 0 0,1 0 1 0 0,0-2-1 0 0,2-1-6 0 0,-1 0 0 0 0,1 0 0 0 0,0 1 0 0 0,0-1 0 0 0,1 1 0 0 0,0 0 0 0 0,0 0 0 0 0,0 0-1 0 0,0 0 1 0 0,1 1 0 0 0,-1 0 0 0 0,7-5 0 0 0,10-5-40 0 0,38-21-1 0 0,-48 29 35 0 0,446-223-1051 0 0,-176 101-246 0 0,-594 251 2702 0 0,145-63-818 0 0,155-55-550 0 0,-313 110 388 0 0,314-113-393 0 0,12-2-22 0 0,0 0 0 0 0,0 0 1 0 0,0 0-1 0 0,0 0 1 0 0,0 0-1 0 0,0 0 1 0 0,0 0-1 0 0,-1 0 0 0 0,1 0 1 0 0,0 0-1 0 0,0 0 1 0 0,0 0-1 0 0,0 0 1 0 0,0 0-1 0 0,0 0 0 0 0,0 0 1 0 0,0 0-1 0 0,0 0 1 0 0,0 0-1 0 0,0-1 1 0 0,0 1-1 0 0,0 0 0 0 0,0 0 1 0 0,0 0-1 0 0,0 0 1 0 0,0 0-1 0 0,0 0 1 0 0,0 0-1 0 0,0 0 0 0 0,0 0 1 0 0,0 0-1 0 0,0 0 1 0 0,0 0-1 0 0,0 0 1 0 0,0-1-1 0 0,0 1 0 0 0,0 0 1 0 0,0 0-1 0 0,0 0 1 0 0,0 0-1 0 0,0 0 1 0 0,0 0-1 0 0,0 0 0 0 0,0 0 1 0 0,0 0-1 0 0,0 0 1 0 0,0 0-1 0 0,0 0 1 0 0,0 0-1 0 0,0 0 0 0 0,0 0 1 0 0,0 0-1 0 0,0 0 1 0 0,1-1-1 0 0,-1 1 1 0 0,0 0-1 0 0,0 0 0 0 0,0 0 1 0 0,0 0-1 0 0,0 0 1 0 0,0 0-1 0 0,0 0 1 0 0,0 0-1 0 0,18-12 33 0 0,109-45-38 0 0,-27 14 33 0 0,234-139 566 0 0,-205 109-483 0 0,311-135-801 0 0,-392 188 443 0 0,56-23-251 0 0,85-39-259 0 0,-179 77 695 0 0,-4 2 46 0 0,-1 1 0 0 0,0-1-1 0 0,1 0 1 0 0,-1-1 0 0 0,0 0 0 0 0,8-7-1 0 0,-13 11 18 0 0,0 0 0 0 0,0 0 0 0 0,0 0-1 0 0,0 0 1 0 0,0 0 0 0 0,0 0 0 0 0,1-1-1 0 0,-1 1 1 0 0,0 0 0 0 0,0 0-1 0 0,0 0 1 0 0,0 0 0 0 0,0 0 0 0 0,0 0-1 0 0,0-1 1 0 0,0 1 0 0 0,0 0 0 0 0,0 0-1 0 0,0 0 1 0 0,0 0 0 0 0,0 0 0 0 0,0 0-1 0 0,0-1 1 0 0,0 1 0 0 0,0 0 0 0 0,0 0-1 0 0,0 0 1 0 0,0 0 0 0 0,0 0 0 0 0,0 0-1 0 0,0-1 1 0 0,0 1 0 0 0,-1 0 0 0 0,1 0-1 0 0,0 0 1 0 0,0 0 0 0 0,0 0-1 0 0,0 0 1 0 0,0 0 0 0 0,0-1 0 0 0,0 1-1 0 0,0 0 1 0 0,0 0 0 0 0,-1 0 0 0 0,1 0-1 0 0,0 0 1 0 0,0 0 0 0 0,0 0 0 0 0,0 0-1 0 0,0 0 1 0 0,0 0 0 0 0,-1 0 0 0 0,1 0-1 0 0,0 0 1 0 0,0 0 0 0 0,0 0 0 0 0,0 0-1 0 0,0 0 1 0 0,-1 0 0 0 0,1 0-1 0 0,0 0 1 0 0,0 0 0 0 0,0 0 0 0 0,-12 1 15 0 0,-179 46 525 0 0,142-33-314 0 0,-270 96 708 0 0,170-55-814 0 0,-285 108-121 0 0,318-118 0 0 0,167-72 0 0 0,398-179 67 0 0,-265 122-5 0 0,151-63 49 0 0,-121 65-452 0 0,172-74-482 0 0,-368 147 926 0 0,-17 7-44 0 0,-11 5-33 0 0,-157 44-27 0 0,98-29 13 0 0,-152 42 156 0 0,-308 79 151 0 0,508-133-334 0 0,-125 26-122 0 0,124-28 127 0 0,0-2 0 0 0,-1 0 0 0 0,1-1 0 0 0,-36-4 0 0 0,57 3 10 0 0,0 0 0 0 0,0 0 0 0 0,0 0 0 0 0,0 0 0 0 0,0-1 0 0 0,0 1 0 0 0,0 0 0 0 0,0 0 0 0 0,0-1 0 0 0,0 1 0 0 0,0-1 0 0 0,0 1 0 0 0,0-1 0 0 0,0 1 0 0 0,0-1 0 0 0,1 1 0 0 0,-2-2 0 0 0,2 1 0 0 0,0 1 0 0 0,0 0 0 0 0,0-1 0 0 0,0 1 0 0 0,0-1 0 0 0,0 1 0 0 0,0 0 0 0 0,0-1 0 0 0,0 1 0 0 0,0-1 0 0 0,0 1 0 0 0,0 0 0 0 0,0-1 0 0 0,1 1 0 0 0,-1-1 0 0 0,0 1 0 0 0,0 0 0 0 0,1-1 0 0 0,-1 1 0 0 0,0 0 0 0 0,0-1 0 0 0,1 1 0 0 0,-1 0 0 0 0,0 0 0 0 0,1-1 0 0 0,-1 1 0 0 0,1 0 0 0 0,4-4 0 0 0,0 1 0 0 0,0 0 0 0 0,1 0 0 0 0,7-2 0 0 0,160-46 5 0 0,-63 22 74 0 0,-44 9-42 0 0,234-67 447 0 0,6 15-129 0 0,435-17-851 0 0,-485 64-1024 0 0,-211 20 1256 0 0,-147 22 479 0 0,19-2 24 0 0,-220 28 474 0 0,-135 22-632 0 0,408-60-81 0 0,-361 48 0 0 0,390-53 1 0 0,0 0 0 0 0,0 1-1 0 0,-1-1 1 0 0,1 0 0 0 0,0 0 0 0 0,0 0-1 0 0,-1 0 1 0 0,1 0 0 0 0,0-1-1 0 0,0 1 1 0 0,-1 0 0 0 0,1 0 0 0 0,-2-1-1 0 0,3 0 4 0 0,1 1-1 0 0,-1-1 1 0 0,0 1-1 0 0,0-1 1 0 0,0 1 0 0 0,1 0-1 0 0,-1-1 1 0 0,0 1-1 0 0,1 0 1 0 0,-1-1-1 0 0,0 1 1 0 0,1 0-1 0 0,-1-1 1 0 0,0 1 0 0 0,1 0-1 0 0,-1 0 1 0 0,0-1-1 0 0,1 1 1 0 0,-1 0-1 0 0,1 0 1 0 0,-1 0-1 0 0,1-1 1 0 0,37-14 128 0 0,23-1-149 0 0,1 2 0 0 0,78-7 0 0 0,130 2 355 0 0,-205 15-193 0 0,685-9 514 0 0,-441 12-751 0 0,-29-3-552 0 0,141 0-2420 0 0,-313 7 1700 0 0,-239 7 1921 0 0,54-3-315 0 0,-622 9 512 0 0,695-16-754 0 0,-180 3 0 0 0,1188-98 3080 0 0,-687 74-3381 0 0,-222 15-555 0 0,-82 4 691 0 0,-14 2 49 0 0,-22-1 158 0 0,-237 7 898 0 0,115-1-628 0 0,-19 0-184 0 0,-145 3-136 0 0,371-18 8 0 0,766-77 683 0 0,-795 84-717 0 0,3 1-70 0 0,-1-2 0 0 0,60-15-1 0 0,-91 18 105 0 0,-5 0 0 0 0,-10 1 0 0 0,-19 2 0 0 0,-432 26 195 0 0,351-24-174 0 0,84-4-21 0 0,34-3 0 0 0,6-1 0 0 0,205-24-289 0 0,-1 1-19 0 0,-97 7 115 0 0,136-42-1 0 0,-236 54 194 0 0,-18 6 0 0 0,-13 2 0 0 0,-219 35 77 0 0,-113 11 62 0 0,236-38-139 0 0,-173 16 0 0 0,63-11 0 0 0,5 1 0 0 0,312-28 0 0 0,143-17 278 0 0,271-27 646 0 0,-227 26-874 0 0,53-3-1022 0 0,-338 35 961 0 0,6 0-18 0 0,-1-1 1 0 0,1 0-1 0 0,-1 0 0 0 0,0 0 0 0 0,12-5 0 0 0,-44 1 29 0 0,-19 1 78 0 0,-63 2 0 0 0,-47 11 178 0 0,121-7-218 0 0,-420 17 182 0 0,395-20-257 0 0,12-1-18 0 0,1 2-1 0 0,-73 10 1 0 0,105-7 44 0 0,20-2 9 0 0,24-3 4 0 0,304-26 41 0 0,13-2 2 0 0,-229 16-65 0 0,58-8-496 0 0,-222 15 452 0 0,-202 7-114 0 0,109 4 90 0 0,24-6-74 0 0,107 2 160 0 0,8 0-16 0 0,15-1-36 0 0,10-1 44 0 0,86-10 43 0 0,128-17-838 0 0,-145 11 793 0 0,-87 15 11 0 0,-14 0-1 0 0,-15 1 17 0 0,-254 18 956 0 0,53 0-710 0 0,157-15-201 0 0,140-4-60 0 0,196-27-70 0 0,-205 21-13 0 0,38-6-28 0 0,-93 12 111 0 0,-16 0 0 0 0,-19 2 0 0 0,20 0 0 0 0,-121 4 0 0 0,62-1 0 0 0,-149 6 0 0 0,280-14-19 0 0,-6-1-26 0 0,-8 4-19 0 0,-1-2 0 0 0,82-19 0 0 0,-123 19 50 0 0,-11 2-32 0 0,-8 0-11 0 0,-11 0 107 0 0,-1 1 0 0 0,0 1 0 0 0,0 0 0 0 0,-36 4 0 0 0,-6 0 33 0 0,-117 1-83 0 0,200 1 0 0 0,6-5-1 0 0,38 1-40 0 0,117-15-1 0 0,-239 7 126 0 0,44 7-84 0 0,-15-1 0 0 0,-1 2 0 0 0,-37 6 0 0 0,45-5-64 0 0,16-2 43 0 0,-1 0-1 0 0,1 1 0 0 0,-1-1 1 0 0,1 1-1 0 0,0 0 0 0 0,-7 2 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5:31.63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 59 1839 0 0,'0'-3'372'0'0,"0"1"0"0"0,-1-1 0 0 0,0 1 0 0 0,1 0 0 0 0,-1-1-1 0 0,-2-4 1 0 0,2 6-113 0 0,0-1-1 0 0,0 0 1 0 0,0 0-1 0 0,1 0 1 0 0,-1 0-1 0 0,0 0 1 0 0,1 0-1 0 0,0 0 1 0 0,-1 0-1 0 0,1 0 0 0 0,0 0 1 0 0,0 0-1 0 0,0 0 1 0 0,1-3-1 0 0,-1 5-240 0 0,0 0 0 0 0,0 0 0 0 0,0-1 0 0 0,0 1-1 0 0,0 0 1 0 0,0 0 0 0 0,0 0 0 0 0,0 0 0 0 0,0-1-1 0 0,0 1 1 0 0,0 0 0 0 0,0 0 0 0 0,0 0 0 0 0,0 0-1 0 0,0-1 1 0 0,0 1 0 0 0,0 0 0 0 0,0 0 0 0 0,1 0-1 0 0,-1 0 1 0 0,0 0 0 0 0,0-1 0 0 0,0 1-1 0 0,0 0 1 0 0,0 0 0 0 0,0 0 0 0 0,1 0 0 0 0,-1 0-1 0 0,0 0 1 0 0,0 0 0 0 0,0-1 0 0 0,0 1 0 0 0,1 0-1 0 0,-1 0 1 0 0,0 0 0 0 0,0 0 0 0 0,0 0 0 0 0,0 0-1 0 0,1 0 1 0 0,-1 0 0 0 0,0 0 0 0 0,0 0 0 0 0,0 0-1 0 0,1 0 1 0 0,-1 0 0 0 0,0 0 0 0 0,0 0 0 0 0,0 0-1 0 0,0 0 1 0 0,1 1 0 0 0,-1-1 0 0 0,0 0 0 0 0,0 0-1 0 0,0 0 1 0 0,0 0 0 0 0,0 0 0 0 0,1 0 0 0 0,-1 0-1 0 0,0 0 1 0 0,0 1 0 0 0,0-1 0 0 0,0 0 0 0 0,0 0-1 0 0,0 0 1 0 0,0 0 0 0 0,1 0 0 0 0,-1 1 0 0 0,0-1-1 0 0,0 0 1 0 0,4 14 160 0 0,-4 0-151 0 0,-2 0-1 0 0,-3 19 1 0 0,2-20-6 0 0,1 0-1 0 0,0 1 1 0 0,1 18 0 0 0,2-9-4 0 0,1 0 0 0 0,1 0 1 0 0,1 0-1 0 0,1 0 0 0 0,1-1 0 0 0,1 0 0 0 0,1 0 1 0 0,1 0-1 0 0,0-1 0 0 0,19 29 0 0 0,68 110 71 0 0,-39-64-48 0 0,-49-81-41 0 0,1-2 0 0 0,1 1 1 0 0,0-1-1 0 0,1-1 0 0 0,13 13 0 0 0,-18-20 6 0 0,0 0 0 0 0,1 0 1 0 0,0-1-1 0 0,0 1 1 0 0,0-2-1 0 0,0 1 0 0 0,0-1 1 0 0,1 0-1 0 0,0 0 0 0 0,-1-1 1 0 0,1 0-1 0 0,11 1 0 0 0,11-1 3 0 0,0-1 0 0 0,0-2 0 0 0,-1 0 0 0 0,1-2 0 0 0,-1-2 0 0 0,1 0 0 0 0,32-12 0 0 0,-2 0-37 0 0,1 3 0 0 0,1 2-1 0 0,107-6 1 0 0,-111 18-10 0 0,101 13 1 0 0,56 26-24 0 0,-54 7 3 0 0,-132-36 54 0 0,-14-5 1 0 0,0 1 0 0 0,-1 1 1 0 0,-1 0-1 0 0,1 1 0 0 0,-1 0 0 0 0,22 19 0 0 0,63 69-31 0 0,-79-76 33 0 0,2 5 2 0 0,22 32 0 0 0,-29-36 0 0 0,1-1 0 0 0,1-1 0 0 0,28 27 0 0 0,84 61 0 0 0,32 27 0 0 0,-135-111 54 0 0,49 32 0 0 0,-63-48-40 0 0,1-1-1 0 0,-1 0 1 0 0,1 0-1 0 0,0-1 1 0 0,1-1-1 0 0,-1 0 1 0 0,22 4-1 0 0,7-5-28 0 0,0-1 0 0 0,66-6 0 0 0,39 1-30 0 0,-111 5 31 0 0,-1 1 1 0 0,0 2 0 0 0,66 17-1 0 0,-30-4 80 0 0,7 2-72 0 0,-55-12-10 0 0,-1 1 0 0 0,0 0 0 0 0,0 2-1 0 0,35 23 1 0 0,-44-25 7 0 0,-1 1 0 0 0,0 0-1 0 0,0 0 1 0 0,-1 1 0 0 0,-1 0 0 0 0,1 1 0 0 0,-2 0 0 0 0,12 22-1 0 0,4 6 10 0 0,1-1 0 0 0,55 64 0 0 0,-66-85 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5:32.7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251 84 6911 0 0,'0'-6'1135'0'0,"0"-1"-1"0"0,1 1 1 0 0,0-1-1 0 0,0 1 1 0 0,0 0-1 0 0,1-1 1 0 0,0 1-1 0 0,5-11 1 0 0,-7 17-1066 0 0,0 0-45 0 0,1 0 1 0 0,-1-1-1 0 0,0 1 0 0 0,0 0 1 0 0,0 0-1 0 0,0 0 1 0 0,0-1-1 0 0,0 1 0 0 0,0 0 1 0 0,0 0-1 0 0,0-1 0 0 0,0 1 1 0 0,0 0-1 0 0,0 0 1 0 0,0 0-1 0 0,0-1 0 0 0,0 1 1 0 0,0 0-1 0 0,0 0 1 0 0,0 0-1 0 0,0-1 0 0 0,0 1 1 0 0,0 0-1 0 0,-1 0 0 0 0,1 0 1 0 0,0-1-1 0 0,0 1 1 0 0,0 0-1 0 0,0 0 0 0 0,0 0 1 0 0,0 0-1 0 0,-1-1 1 0 0,1 1-1 0 0,0 0 0 0 0,0 0 1 0 0,0 0-1 0 0,-1 0 0 0 0,1 0 1 0 0,0 0-1 0 0,0-1 1 0 0,0 1-1 0 0,-1 0 0 0 0,1 0 1 0 0,0 0-1 0 0,-1 0 1 0 0,-3-2-1 0 0,3 1-14 0 0,0 0-1 0 0,-1 1 1 0 0,1-1-1 0 0,-1 0 0 0 0,1 1 1 0 0,0 0-1 0 0,-1-1 0 0 0,1 1 1 0 0,-1 0-1 0 0,1-1 1 0 0,-4 1-1 0 0,4 0-6 0 0,0 1 0 0 0,0-1 1 0 0,0 0-1 0 0,0 1 0 0 0,1-1 0 0 0,-1 1 1 0 0,0-1-1 0 0,0 1 0 0 0,0-1 0 0 0,0 1 1 0 0,1 0-1 0 0,-1-1 0 0 0,0 1 0 0 0,1 0 1 0 0,-1 0-1 0 0,0-1 0 0 0,1 1 0 0 0,-1 0 1 0 0,1 0-1 0 0,-1 0 0 0 0,1 0 1 0 0,0 0-1 0 0,-1 0 0 0 0,1 0 0 0 0,-1 1 1 0 0,0 2 8 0 0,0 0 1 0 0,0 0 0 0 0,1 0 0 0 0,-1 7 0 0 0,1-5-13 0 0,0-1 0 0 0,1 0 0 0 0,0 0 0 0 0,0 0 0 0 0,0 0 0 0 0,1 0 0 0 0,4 9 0 0 0,21 33 0 0 0,-20-35 0 0 0,0 0 0 0 0,8 18 0 0 0,-13-25-7 0 0,0 0 0 0 0,0 0 0 0 0,1 0-1 0 0,-1-1 1 0 0,1 1 0 0 0,0-1 0 0 0,1 1 0 0 0,-1-1-1 0 0,8 7 1 0 0,-9-10 7 0 0,-22-11 7 0 0,8 4 5 0 0,0-1-1 0 0,-1 2 0 0 0,1 0 1 0 0,-19-5-1 0 0,17 7-16 0 0,0 1 0 0 0,0-1 0 0 0,0 2 1 0 0,-1 0-1 0 0,1 1 0 0 0,-1 0 0 0 0,1 2 0 0 0,0-1 0 0 0,-1 2 0 0 0,1-1 0 0 0,0 2 0 0 0,-19 7 0 0 0,32-10-27 0 0,0-1 0 0 0,0 0 0 0 0,0 1 0 0 0,0-1 0 0 0,0 1 0 0 0,0 0 0 0 0,1-1 0 0 0,-1 1 0 0 0,0 0 0 0 0,0-1 0 0 0,0 1 0 0 0,1 0 0 0 0,-1 0 0 0 0,0 0 0 0 0,1 0 0 0 0,-1 0 0 0 0,1-1 0 0 0,-1 1 0 0 0,0 2 0 0 0,1 3-176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5:51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4143 0 0,'3'6'9250'0'0,"1"17"-8615"0"0,-2 0 0 0 0,0 0 0 0 0,-2 1 0 0 0,-4 41 0 0 0,1 15 179 0 0,3 76-245 0 0,5-175-1901 0 0,-2 12-4624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5:52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48 2759 0 0,'5'-47'9816'0'0,"-13"55"-6000"0"0,6 1-3516 0 0,0-1 0 0 0,1 1 0 0 0,0 0 0 0 0,0 16 1 0 0,3 41-251 0 0,0-46 82 0 0,4 96-207 0 0,-5-112 75 0 0,2 22 0 0 0,-3-25 0 0 0,1 0 0 0 0,-1 0 0 0 0,0 0 0 0 0,0 0 0 0 0,1-1 0 0 0,-1 1 0 0 0,1 0 0 0 0,-1 0 0 0 0,0 0 0 0 0,1 0 0 0 0,0 0 0 0 0,-1 0 0 0 0,1-1 0 0 0,0 1 0 0 0,-1 0 0 0 0,1 0 0 0 0,0-1 0 0 0,0 1 0 0 0,1 0 0 0 0,21 4-70 0 0,-19-5 71 0 0,1 1 0 0 0,-1 0 1 0 0,0 0-1 0 0,7 2 0 0 0,-3 1-1 0 0,0-1 0 0 0,0 0 0 0 0,0-1 0 0 0,0 0 0 0 0,0 0 0 0 0,16 1 0 0 0,-19-4 0 0 0,0 1 0 0 0,1 0 0 0 0,-1-1 0 0 0,0 0 0 0 0,0 0 0 0 0,1-1 0 0 0,-1 1 0 0 0,0-1 0 0 0,0 0 0 0 0,-1 0 0 0 0,10-6 0 0 0,-8 3 7 0 0,0 0 0 0 0,0 0 1 0 0,0 0-1 0 0,0-1 0 0 0,-1 0 0 0 0,0 0 0 0 0,0 0 0 0 0,-1 0 0 0 0,1-1 1 0 0,-2 0-1 0 0,1 0 0 0 0,-1 0 0 0 0,0-1 0 0 0,0 1 0 0 0,-1-1 0 0 0,0 1 1 0 0,0-1-1 0 0,-1 0 0 0 0,0 0 0 0 0,0 1 0 0 0,-1-1 0 0 0,0 0 0 0 0,0 0 0 0 0,-1 0 1 0 0,0 0-1 0 0,0 0 0 0 0,-1 1 0 0 0,0-1 0 0 0,-1 0 0 0 0,1 1 0 0 0,-2 0 1 0 0,1 0-1 0 0,-9-13 0 0 0,8 14 87 0 0,-1 1-1 0 0,1 0 1 0 0,-1 0 0 0 0,-1 0 0 0 0,1 1-1 0 0,-1 0 1 0 0,1 0 0 0 0,-1 0 0 0 0,-1 0 0 0 0,1 1-1 0 0,0 0 1 0 0,-14-3 0 0 0,6 1 46 0 0,-1 2-1 0 0,1 0 1 0 0,-1 1 0 0 0,0 0-1 0 0,-15 1 1 0 0,19 1-104 0 0,1 1 0 0 0,0-1-1 0 0,-16 5 1 0 0,24-5-62 0 0,-1 1 0 0 0,1-1 1 0 0,-1 1-1 0 0,1 0 0 0 0,-1 0 0 0 0,1 0 0 0 0,0 0 0 0 0,0 1 0 0 0,-1-1 0 0 0,1 1 0 0 0,0-1 1 0 0,0 1-1 0 0,0 0 0 0 0,0-1 0 0 0,1 1 0 0 0,-1 0 0 0 0,0 0 0 0 0,1 0 0 0 0,-2 4 1 0 0,-1 5-429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5:53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4 139 1839 0 0,'0'0'44'0'0,"0"0"0"0"0,0-1-1 0 0,0 1 1 0 0,0 0 0 0 0,0 0-1 0 0,0 0 1 0 0,0 0 0 0 0,0 0-1 0 0,0 0 1 0 0,0 0 0 0 0,0 0-1 0 0,0 0 1 0 0,0 0 0 0 0,0-1-1 0 0,0 1 1 0 0,0 0 0 0 0,0 0-1 0 0,0 0 1 0 0,0 0-1 0 0,0 0 1 0 0,0 0 0 0 0,0 0-1 0 0,0 0 1 0 0,0 0 0 0 0,-1 0-1 0 0,1 0 1 0 0,0 0 0 0 0,0-1-1 0 0,0 1 1 0 0,0 0 0 0 0,0 0-1 0 0,0 0 1 0 0,0 0 0 0 0,0 0-1 0 0,0 0 1 0 0,0 0 0 0 0,0 0-1 0 0,0 0 1 0 0,0 0-1 0 0,0 0 1 0 0,-1 0 0 0 0,1 0-1 0 0,0 0 1 0 0,0 0 0 0 0,0 0-1 0 0,0 0 1 0 0,0 0 0 0 0,0 0-1 0 0,0 0 1 0 0,0 0 0 0 0,0 0-1 0 0,0 0 1 0 0,-1 0 0 0 0,1 0-1 0 0,0 0 1 0 0,0 0 0 0 0,0 0-1 0 0,0 0 1 0 0,0 0-1 0 0,0 0 1 0 0,0 0 0 0 0,0 0-1 0 0,0 0 1 0 0,0 0 0 0 0,10-6 3005 0 0,16-8-2821 0 0,0-1-1 0 0,-1-2 0 0 0,-1 0 1 0 0,33-30-1 0 0,-57 46-227 0 0,16-18 0 0 0,-20 28 159 0 0,0-1 0 0 0,1 1 0 0 0,1 0 0 0 0,0 0 1 0 0,-2 15-1 0 0,-1 50 1674 0 0,0 2-653 0 0,-7-10-30 0 0,7-42-1063 0 0,0 1-1 0 0,2-1 1 0 0,1 1-1 0 0,1 33 1 0 0,2-49-102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5:55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5150 4 1839 0 0,'-21'-2'4468'0'0,"11"1"-4344"0"0,0 1-1 0 0,0 0 0 0 0,1 1 0 0 0,-1-1 0 0 0,0 2 0 0 0,0 0 1 0 0,-9 3-1 0 0,-211 77-250 0 0,177-64 582 0 0,0-3 0 0 0,-65 11 0 0 0,-113 4 855 0 0,113-22-608 0 0,-1-6 0 0 0,-189-20 0 0 0,260 12-665 0 0,-62-16-1 0 0,-45-22 77 0 0,-14-3-47 0 0,115 34-83 0 0,0 3-1 0 0,-1 2 0 0 0,0 3 1 0 0,-1 2-1 0 0,1 2 0 0 0,0 3 1 0 0,-82 13-1 0 0,56 0 15 0 0,-85 28 0 0 0,120-27-14 0 0,1 1 0 0 0,0 3-1 0 0,-51 30 1 0 0,-48 31 17 0 0,-28 16 0 0 0,-11 11 0 0 0,141-87 0 0 0,-2-2 0 0 0,-83 24 0 0 0,49-17 0 0 0,48-16-4 0 0,0-2 0 0 0,0 0 0 0 0,-50 4 0 0 0,60-10-3 0 0,0-2 0 0 0,0 0 0 0 0,0-1 1 0 0,0-1-1 0 0,1-1 0 0 0,-35-9 0 0 0,29 3 7 0 0,1 0 0 0 0,0-2 0 0 0,-33-19-1 0 0,-61-49 13 0 0,110 74-7 0 0,0 0 0 0 0,0 1 0 0 0,0 0 0 0 0,0 1 0 0 0,-1 0 0 0 0,1 0 0 0 0,-1 0 0 0 0,0 1 0 0 0,0 1 0 0 0,0 0 0 0 0,0 0-1 0 0,-17 1 1 0 0,4 1-21 0 0,0 1-1 0 0,1 1 0 0 0,0 1 0 0 0,-27 9 0 0 0,-38 18-51 0 0,-124 63 0 0 0,204-91 64 0 0,-38 20 17 0 0,2 2 1 0 0,0 2-1 0 0,-65 55 0 0 0,67-50-78 0 0,-26 23 130 0 0,36-29-857 0 0,17-15-3168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5:59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664 1 1767 0 0,'0'0'76'0'0,"0"0"0"0"0,0 0-53 0 0,0 1 0 0 0,0-1 0 0 0,0 0 0 0 0,0 0-1 0 0,0 1 1 0 0,-1-1 0 0 0,1 0 0 0 0,0 0 0 0 0,0 1-1 0 0,0-1 1 0 0,0 0 0 0 0,0 0 0 0 0,0 1 0 0 0,0-1-1 0 0,-1 0 1 0 0,1 0 0 0 0,0 1 0 0 0,0-1 0 0 0,0 0-1 0 0,-1 0 1 0 0,1 0 0 0 0,0 0 0 0 0,0 1 0 0 0,0-1-1 0 0,-1 0 1 0 0,1 0 0 0 0,-7 5 2259 0 0,-6 6-1745 0 0,0 0 1 0 0,-1-1 0 0 0,-25 12-1 0 0,5-6-53 0 0,20-8-416 0 0,-1-1 0 0 0,0-1 0 0 0,-1 0 0 0 0,-20 4 0 0 0,-11-4-94 0 0,-77 1 0 0 0,66-5 14 0 0,37-1-8 0 0,-60 1 280 0 0,71-3-25 0 0,-1 0-1 0 0,1 0 1 0 0,0-1 0 0 0,0 0 0 0 0,-16-6-1 0 0,22 6-363 0 0,0 0 0 0 0,1 0 0 0 0,-1-1 0 0 0,1 1 0 0 0,-1-1 0 0 0,1 1 0 0 0,-5-7 0 0 0,6 7-1028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6:00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 1839 0 0,'3'0'7024'0'0,"-7"3"-6216"0"0,-8 10-402 0 0,-1-2-1 0 0,0 1 1 0 0,-1-2-1 0 0,0 0 1 0 0,-1-1-1 0 0,0 0 1 0 0,0-1-1 0 0,-32 11 1 0 0,44-18-399 0 0,-1 0 0 0 0,1-1 0 0 0,0 0 1 0 0,0 0-1 0 0,0 0 0 0 0,0 0 1 0 0,-1 0-1 0 0,1-1 0 0 0,-4 0 0 0 0,-13-1 15 0 0,29 11-92 0 0,25 21-36 0 0,36 27 1108 0 0,-61-50-836 0 0,0-2 1 0 0,1 1-1 0 0,-1-1 0 0 0,1 0 0 0 0,0-1 0 0 0,14 4 1 0 0,6-3-1175 0 0,-20-3-4126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8:50.6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151 199 1375 0 0,'-8'5'459'0'0,"1"1"-1"0"0,-1 0 1 0 0,1 1-1 0 0,1 0 0 0 0,-1 0 1 0 0,1 0-1 0 0,0 1 0 0 0,-5 8 1 0 0,36-47 1103 0 0,10-24-902 0 0,32-70 0 0 0,-60 107-660 0 0,-23 35 0 0 0,-151 180 1650 0 0,147-172-636 0 0,23-29-885 0 0,-1 1 1 0 0,1-1-1 0 0,-1 0 0 0 0,0 0 0 0 0,0 0 0 0 0,1-7 0 0 0,6-9-121 0 0,4-6-22 0 0,1-1-40 0 0,1 0-1 0 0,1 1 1 0 0,25-32-1 0 0,-28 44 62 0 0,19-26 40 0 0,-27 34-37 0 0,-6 9-7 0 0,-8 12-6 0 0,-29 32 62 0 0,-65 104 0 0 0,102-148-55 0 0,-1-2 42 0 0,1 1 0 0 0,0 0 0 0 0,0-1 0 0 0,0 1 0 0 0,1 0 0 0 0,-1 0 0 0 0,0 0 0 0 0,1 0 0 0 0,-1-1 0 0 0,1 1 0 0 0,-1 0 0 0 0,1 4 0 0 0,0-6-31 0 0,1 0-1 0 0,-1 0 0 0 0,1 0 0 0 0,-1 0 1 0 0,1 0-1 0 0,-1 0 0 0 0,0-1 0 0 0,1 1 1 0 0,-1 0-1 0 0,1 0 0 0 0,-1 0 0 0 0,0 0 1 0 0,1-1-1 0 0,-1 1 0 0 0,0 0 0 0 0,1 0 1 0 0,-1-1-1 0 0,0 1 0 0 0,1 0 1 0 0,-1-1-1 0 0,0 1 0 0 0,1 0 0 0 0,-1-1 1 0 0,0 1-1 0 0,0-1 0 0 0,0 1 0 0 0,1 0 1 0 0,-1-1-1 0 0,9-12 20 0 0,72-133-34 0 0,-56 98 0 0 0,-12 21-164 0 0,-34 54 152 0 0,-45 93 12 0 0,1 0 0 0 0,58-107-32 0 0,7-11 10 0 0,3-9 12 0 0,12-21-17 0 0,0 1-1 0 0,2 0 1 0 0,1 1 0 0 0,1 1-1 0 0,1 1 1 0 0,35-32-1 0 0,-54 55 28 0 0,0 1 0 0 0,0-1 0 0 0,0 0 0 0 0,0 0 0 0 0,0 0 0 0 0,0 1 0 0 0,0-1 0 0 0,0 0 0 0 0,1 1 0 0 0,-1-1 0 0 0,0 1 0 0 0,0 0 0 0 0,2-1 0 0 0,-3 1 0 0 0,0 0 0 0 0,1 0 0 0 0,-1 0 0 0 0,0 0 0 0 0,0 0 0 0 0,0 0 0 0 0,1 0 0 0 0,-1 0 0 0 0,0 0 0 0 0,0 1 0 0 0,0-1 0 0 0,0 0 0 0 0,1 0 0 0 0,-1 0 0 0 0,0 0 0 0 0,0 0 0 0 0,0 0 0 0 0,0 1 0 0 0,1-1 0 0 0,-1 0 0 0 0,0 0 0 0 0,0 0 0 0 0,0 0 0 0 0,0 1 0 0 0,0-1 0 0 0,0 0 0 0 0,0 0 0 0 0,0 0 0 0 0,0 1 0 0 0,0 11 0 0 0,-6 3 24 0 0,0 0-1 0 0,0 0 1 0 0,-2 0-1 0 0,-17 26 1 0 0,7-12-6 0 0,0-1-2 0 0,12-20-8 0 0,0 0 0 0 0,1 0 0 0 0,0 1 0 0 0,1 0 0 0 0,-5 11 0 0 0,9-20-8 0 0,0 0 0 0 0,0 0 0 0 0,0 1 0 0 0,-1-1 0 0 0,1 0 0 0 0,0 0 0 0 0,0 0 0 0 0,0 0 0 0 0,0 1 0 0 0,0-1 0 0 0,0 0 0 0 0,0 0 0 0 0,0 0 0 0 0,0 1 0 0 0,0-1 0 0 0,0 0 0 0 0,0 0 0 0 0,0 0 0 0 0,0 1 0 0 0,0-1 0 0 0,0 0 0 0 0,0 0 0 0 0,0 0 0 0 0,0 1 0 0 0,0-1 0 0 0,0 0 0 0 0,0 0 0 0 0,0 0 0 0 0,0 1 0 0 0,0-1 0 0 0,0 0 0 0 0,1 0 0 0 0,-1 0 0 0 0,0 0 0 0 0,0 1 0 0 0,0-1 0 0 0,1 0 0 0 0,6-5 0 0 0,7-11 0 0 0,-3 1 0 0 0,7-11 0 0 0,16-30 0 0 0,-24 37 0 0 0,-1 2 0 0 0,0 0 0 0 0,17-24 0 0 0,-26 41 0 0 0,0 0 0 0 0,0 1 0 0 0,0-1-1 0 0,0 0 1 0 0,0 0 0 0 0,0 0 0 0 0,0 0-1 0 0,0 0 1 0 0,0 0 0 0 0,0 0 0 0 0,0 0-1 0 0,0 0 1 0 0,1 0 0 0 0,-1 0 0 0 0,0 0-1 0 0,0 0 1 0 0,0 0 0 0 0,0 0 0 0 0,0 0-1 0 0,0 0 1 0 0,0 0 0 0 0,0 0 0 0 0,0 0-1 0 0,0 0 1 0 0,0 0 0 0 0,0 0 0 0 0,0 1-1 0 0,0-1 1 0 0,0 0 0 0 0,0 0 0 0 0,0 0-1 0 0,0 0 1 0 0,0 0 0 0 0,0 0 0 0 0,0 0-1 0 0,0 0 1 0 0,0 0 0 0 0,1 0 0 0 0,-1 0-1 0 0,0 0 1 0 0,0 0 0 0 0,0 0 0 0 0,0 0-1 0 0,0 0 1 0 0,-3 10-25 0 0,-5 14-11 0 0,-16 27 184 0 0,-40 63 0 0 0,58-106-59 0 0,7-16 118 0 0,7-20 207 0 0,-6 22-372 0 0,9-32-50 0 0,5-13-32 0 0,24-56 0 0 0,-32 95-3 0 0,-6 13 8 0 0,-2 8-4 0 0,-53 232 224 0 0,52-236-162 0 0,0-2-18 0 0,0 0-1 0 0,1-1 0 0 0,-1 1 0 0 0,1 0 0 0 0,-1 0 0 0 0,1 0 0 0 0,0-1 0 0 0,1 4 0 0 0,-1-6-5 0 0,0 0-1 0 0,1 0 1 0 0,-1 0-1 0 0,0 0 1 0 0,1 0-1 0 0,-1-1 0 0 0,0 1 1 0 0,0 0-1 0 0,1 0 1 0 0,-1 0-1 0 0,0 0 1 0 0,1-1-1 0 0,-1 1 1 0 0,0 0-1 0 0,0 0 1 0 0,1-1-1 0 0,-1 1 0 0 0,0 0 1 0 0,0 0-1 0 0,0-1 1 0 0,1 1-1 0 0,-1 0 1 0 0,0-1-1 0 0,0 1 1 0 0,0 0-1 0 0,0-1 0 0 0,0 1 1 0 0,0 0-1 0 0,0-1 1 0 0,0 0-1 0 0,8-13-46 0 0,8-34 103 0 0,7-14 2 0 0,-3 16-283 0 0,19-63-1 0 0,-76 219 316 0 0,12-39-37 0 0,-4 11 12 0 0,32-98-64 0 0,-3 12 0 0 0,1 0 0 0 0,-1 1 0 0 0,1-1 0 0 0,0 0 0 0 0,0 0 0 0 0,0 1 0 0 0,1-1 0 0 0,2-4 0 0 0,6-8-7 0 0,2-2-50 0 0,16-35 0 0 0,-26 48 50 0 0,0 0-1 0 0,0 0 0 0 0,0 0 0 0 0,-1 0 1 0 0,1-1-1 0 0,-1 1 0 0 0,-1-1 1 0 0,1 1-1 0 0,-1-1 0 0 0,0 1 0 0 0,0-1 1 0 0,-2-6-1 0 0,2 12 8 0 0,0-1 0 0 0,0 1 0 0 0,0-1 0 0 0,0 1 1 0 0,0 0-1 0 0,0-1 0 0 0,0 1 0 0 0,0 0 0 0 0,-1-1 0 0 0,1 1 0 0 0,0 0 0 0 0,0-1 0 0 0,0 1 0 0 0,-1 0 1 0 0,1-1-1 0 0,0 1 0 0 0,0 0 0 0 0,-1-1 0 0 0,1 1 0 0 0,0 0 0 0 0,0 0 0 0 0,-1 0 0 0 0,1-1 1 0 0,0 1-1 0 0,-1 0 0 0 0,1 0 0 0 0,-1 0 0 0 0,1 0 0 0 0,0-1 0 0 0,-1 1 0 0 0,0 0 5 0 0,0 1 0 0 0,1-1 0 0 0,-1 0 0 0 0,0 0 0 0 0,0 0 0 0 0,0 1 0 0 0,1-1 0 0 0,-1 0 0 0 0,0 1 0 0 0,0-1 0 0 0,1 1 0 0 0,-1-1 0 0 0,0 2-1 0 0,-21 21 47 0 0,20-21-78 0 0,-62 85-7 0 0,-21 24-15 0 0,85-111 49 0 0,0 0 0 0 0,0 0 0 0 0,0 0 0 0 0,0 1 0 0 0,0-1-1 0 0,0 0 1 0 0,0 0 0 0 0,0 0 0 0 0,0 0 0 0 0,0 0 0 0 0,0 1-1 0 0,0-1 1 0 0,0 0 0 0 0,0 0 0 0 0,0 0 0 0 0,0 0 0 0 0,0 0-1 0 0,0 0 1 0 0,-1 0 0 0 0,1 1 0 0 0,0-1 0 0 0,0 0 0 0 0,0 0-1 0 0,0 0 1 0 0,0 0 0 0 0,0 0 0 0 0,-1 0 0 0 0,1 0 0 0 0,0 0 0 0 0,0 0-1 0 0,0 0 1 0 0,0 0 0 0 0,0 0 0 0 0,0 0 0 0 0,-1 0 0 0 0,1 0-1 0 0,0 0 1 0 0,0 0 0 0 0,0 0 0 0 0,0 0 0 0 0,0 0 0 0 0,-1 0-1 0 0,1 0 1 0 0,0 0 0 0 0,0 0 0 0 0,0 0 0 0 0,0 0 0 0 0,2-9 33 0 0,7-12 43 0 0,84-131-141 0 0,-32 55 20 0 0,-78 122 82 0 0,-40 44 0 0 0,36-45-11 0 0,1 1 0 0 0,-17 27 0 0 0,36-51-30 0 0,0-3-8 0 0,3-10-22 0 0,5-14-1 0 0,67-131-160 0 0,-125 252 249 0 0,31-53-30 0 0,-35 82 50 0 0,51-106-74 0 0,4-11 0 0 0,0-6 0 0 0,0-1 0 0 0,0 0 0 0 0,1 0 0 0 0,-1 0 0 0 0,0 0 0 0 0,0 0 0 0 0,0 0 0 0 0,0 0 0 0 0,0 1 0 0 0,1-1 0 0 0,-1 0 0 0 0,0 0 0 0 0,0 0 0 0 0,0 0 0 0 0,0 0 0 0 0,1 0 0 0 0,-1 0 0 0 0,0 0 0 0 0,0 0 0 0 0,0 0 0 0 0,0 0 0 0 0,1 0 0 0 0,-1 0 0 0 0,0 0 0 0 0,0 0 0 0 0,0 0 0 0 0,0 0 0 0 0,1 0 0 0 0,-1 0 0 0 0,0 0 0 0 0,0 0 0 0 0,0 0 0 0 0,0 0 0 0 0,0-1 0 0 0,1 1 0 0 0,-1 0 0 0 0,0 0 0 0 0,6-3 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8:53.6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170 133 1375 0 0,'-3'1'255'0'0,"0"1"-1"0"0,0 0 1 0 0,1 0-1 0 0,-1 1 1 0 0,1-1-1 0 0,0 0 1 0 0,0 1-1 0 0,-1 0 0 0 0,2-1 1 0 0,-3 5-1 0 0,-9 10 2419 0 0,46-62-753 0 0,-16 25-1936 0 0,14-25-1 0 0,15-16-14 0 0,-38 54 31 0 0,-7 13 0 0 0,-9 16 0 0 0,-29 47 230 0 0,-61 86 0 0 0,95-150-223 0 0,-7 11 66 0 0,4-7 175 0 0,0 1-1 0 0,-13 14 1 0 0,21-28-96 0 0,1 1 0 0 0,-1-1 0 0 0,0 0 0 0 0,-1 1 0 0 0,3-6 0 0 0,2-5-131 0 0,16-28-117 0 0,2 2-1 0 0,2 0 0 0 0,37-42 1 0 0,-59 77 68 0 0,-2 6 16 0 0,-7 10 21 0 0,-12 18 86 0 0,-17 29 33 0 0,-35 80 0 0 0,68-134-117 0 0,-1-2-1 0 0,1 0 0 0 0,0 0 0 0 0,0 0 0 0 0,1 0 0 0 0,-1 0 0 0 0,0 0 0 0 0,1 0 0 0 0,-1 1 0 0 0,1-1 0 0 0,0 0 0 0 0,0 0 1 0 0,-1 1-1 0 0,2 2 0 0 0,-1-5-9 0 0,0 0 0 0 0,1 0 0 0 0,-1 0 0 0 0,0 0 1 0 0,1 0-1 0 0,-1 0 0 0 0,0 0 0 0 0,0 0 1 0 0,1 0-1 0 0,-1 0 0 0 0,0 0 0 0 0,1 0 0 0 0,-1 0 1 0 0,0 0-1 0 0,1 0 0 0 0,-1 0 0 0 0,0 0 0 0 0,0 0 1 0 0,1-1-1 0 0,-1 1 0 0 0,0 0 0 0 0,0 0 0 0 0,1 0 1 0 0,-1-1-1 0 0,0 1 0 0 0,0 0 0 0 0,1 0 0 0 0,-1 0 1 0 0,0-1-1 0 0,0 1 0 0 0,0 0 0 0 0,0-1 0 0 0,0 1 1 0 0,1 0-1 0 0,-1-1 0 0 0,8-10 22 0 0,5-10-29 0 0,115-171-200 0 0,-124 187 244 0 0,0 0-15 0 0,-8 11-24 0 0,-96 156 1 0 0,9-14 0 0 0,57-102 0 0 0,37-52 13 0 0,0-1-1 0 0,0-1 0 0 0,-1 1 0 0 0,3-11 0 0 0,0-1-23 0 0,5-11-93 0 0,66-200 50 0 0,-56 191 26 0 0,-15 31 30 0 0,-1 1 1 0 0,0-1-1 0 0,-1 0 0 0 0,1-1 1 0 0,-2 1-1 0 0,3-11 0 0 0,-4 19-1 0 0,-1 0-1 0 0,0-1 0 0 0,0 1 0 0 0,0 0 0 0 0,0 0 1 0 0,0 0-1 0 0,0 0 0 0 0,0 0 0 0 0,0-1 0 0 0,0 1 1 0 0,0 0-1 0 0,0 0 0 0 0,0 0 0 0 0,0 0 0 0 0,0 0 0 0 0,0-1 1 0 0,0 1-1 0 0,0 0 0 0 0,0 0 0 0 0,0 0 0 0 0,0 0 1 0 0,0 0-1 0 0,0-1 0 0 0,0 1 0 0 0,0 0 0 0 0,0 0 1 0 0,0 0-1 0 0,0 0 0 0 0,-1 0 0 0 0,1-1 0 0 0,0 1 1 0 0,0 0-1 0 0,0 0 0 0 0,0 0 0 0 0,0 0 0 0 0,0 0 1 0 0,0 0-1 0 0,-1 0 0 0 0,1 0 0 0 0,0 0 0 0 0,0-1 1 0 0,0 1-1 0 0,-1 0 0 0 0,-6 5 21 0 0,-6 10 24 0 0,-109 190 5 0 0,96-157-47 0 0,22-42 0 0 0,1 0 23 0 0,0-1 0 0 0,0 1 0 0 0,0 0 0 0 0,1 0 1 0 0,0 0-1 0 0,-3 11 0 0 0,5-17-19 0 0,0 0 0 0 0,0 1 0 0 0,0-1 0 0 0,0 0 0 0 0,0 0 0 0 0,0 1 0 0 0,0-1 0 0 0,0 0 0 0 0,0 0 0 0 0,0 1 0 0 0,0-1 0 0 0,0 0 0 0 0,0 0 0 0 0,0 1 0 0 0,0-1 0 0 0,0 0 0 0 0,0 0 0 0 0,0 1 0 0 0,0-1 0 0 0,0 0 0 0 0,0 0 0 0 0,0 1 0 0 0,1-1 0 0 0,-1 0 0 0 0,0 0 0 0 0,0 1 0 0 0,0-1 0 0 0,0 0 0 0 0,1 0 0 0 0,-1 0 0 0 0,0 0 0 0 0,0 1 0 0 0,0-1 0 0 0,1 0 0 0 0,-1 0 0 0 0,0 0 0 0 0,0 0 0 0 0,0 0 0 0 0,1 0 0 0 0,-1 1 0 0 0,0-1 0 0 0,0 0 0 0 0,1 0 0 0 0,-1 0 0 0 0,0 0 0 0 0,1 0 0 0 0,-1 0 0 0 0,0 0 0 0 0,0 0 0 0 0,1 0 0 0 0,-1 0 0 0 0,0 0 0 0 0,0 0 0 0 0,1-1 0 0 0,-1 1 0 0 0,0 0 0 0 0,0 0 0 0 0,0 0 0 0 0,1 0 0 0 0,-1 0 0 0 0,0 0 0 0 0,0-1 0 0 0,1 1 0 0 0,-1 0 0 0 0,0 0 0 0 0,0 0 0 0 0,0 0 0 0 0,1-1 0 0 0,14-11 188 0 0,8-17-113 0 0,34-52-1 0 0,-19 25-84 0 0,-15 23 3 0 0,51-53 0 0 0,-66 80 0 0 0,-10 13 0 0 0,-9 12 0 0 0,-54 76 25 0 0,-48 84 100 0 0,110-175-107 0 0,2-2-9 0 0,0 0-1 0 0,-1 1 1 0 0,1-1 0 0 0,0 0-1 0 0,0 0 1 0 0,1 1-1 0 0,-1-1 1 0 0,0 1 0 0 0,1-1-1 0 0,-1 1 1 0 0,1-1 0 0 0,0 5-1 0 0,0-7-8 0 0,0 0 0 0 0,0 0 0 0 0,0 0 0 0 0,0 0 0 0 0,0 0 0 0 0,0 1 0 0 0,0-1 0 0 0,0 0 0 0 0,0 0 0 0 0,0 0 0 0 0,0 0 0 0 0,0 0 0 0 0,0 0 0 0 0,1 1 0 0 0,-1-1 0 0 0,0 0 0 0 0,0 0 0 0 0,0 0 0 0 0,0 0 0 0 0,0 0 0 0 0,0 0 0 0 0,0 0 0 0 0,0 0 0 0 0,1 1 0 0 0,-1-1 0 0 0,0 0 0 0 0,0 0 0 0 0,0 0 0 0 0,0 0 0 0 0,0 0 0 0 0,0 0 0 0 0,1 0 0 0 0,-1 0 0 0 0,0 0 0 0 0,0 0 0 0 0,0 0 0 0 0,0 0 0 0 0,0 0 0 0 0,1 0 0 0 0,-1 0 0 0 0,0 0 0 0 0,0 0 0 0 0,0 0 0 0 0,0 0 0 0 0,1 0 0 0 0,7-6 0 0 0,5-10 0 0 0,-12 16 0 0 0,198-230 0 0 0,-195 226 0 0 0,-2 2 0 0 0,-1 0 0 0 0,1 0 0 0 0,-1 1 0 0 0,1-1 0 0 0,0 0 0 0 0,-1 1 0 0 0,1 0 0 0 0,0-1 0 0 0,0 1 0 0 0,0 0 0 0 0,0 0 0 0 0,4-2 0 0 0,-6 5 0 0 0,-1 0 0 0 0,1-1 0 0 0,0 1 0 0 0,-1 0 0 0 0,0-1 0 0 0,1 1 0 0 0,-1-1 0 0 0,0 1 0 0 0,0-1 0 0 0,-1 3 0 0 0,1-2 0 0 0,-128 209 16 0 0,85-149 196 0 0,-9 15 40 0 0,82-106-252 0 0,10-25-45 0 0,2 1 0 0 0,79-77-1 0 0,-108 120 52 0 0,-11 10-10 0 0,-1-1-1 0 0,0 1 1 0 0,1-1 0 0 0,-1 1 0 0 0,1 0 0 0 0,-1-1 0 0 0,1 1 0 0 0,-1 0 0 0 0,1-1 0 0 0,-1 1 0 0 0,1 0 0 0 0,-1 0 0 0 0,1 0 0 0 0,-1-1 0 0 0,1 1 0 0 0,-1 0 0 0 0,1 0-1 0 0,0 0 1 0 0,-1 0 0 0 0,1 0 0 0 0,-1 1 1 0 0,0 0-1 0 0,0 1 0 0 0,-1-1 1 0 0,1 0-1 0 0,0 0 1 0 0,-1 0-1 0 0,1 0 0 0 0,-1 1 1 0 0,0-1-1 0 0,1 0 1 0 0,-1 0-1 0 0,0 0 0 0 0,0 0 1 0 0,1-1-1 0 0,-1 1 1 0 0,-2 2-1 0 0,-1 1-7 0 0,-151 198 683 0 0,165-218-369 0 0,-2 4 1 0 0,1 0 1 0 0,18-20-1 0 0,17-6-304 0 0,24-24 0 0 0,-24 15 0 0 0,-61 66-9 0 0,-24 36 0 0 0,15-18 3 0 0,-57 72 278 0 0,78-103-206 0 0,11-14 22 0 0,11-16 22 0 0,11-13-171 0 0,2 0 0 0 0,54-50 0 0 0,-79 81 60 0 0,-33 39 45 0 0,1 1-1 0 0,-24 39 0 0 0,4-6 9 0 0,34-50-20 0 0,9-13 49 0 0,-1 1 1 0 0,1 1-1 0 0,1-1 1 0 0,-1 0-1 0 0,-4 12 1 0 0,8-17-79 0 0,0 0 0 0 0,0 0-1 0 0,0 0 1 0 0,0 0 0 0 0,0 0 0 0 0,-1 0 0 0 0,1 0 0 0 0,0 1-1 0 0,0-1 1 0 0,0 0 0 0 0,0 0 0 0 0,0 0 0 0 0,0 0 0 0 0,0 0-1 0 0,0 0 1 0 0,0 0 0 0 0,0 0 0 0 0,0 0 0 0 0,0 0 0 0 0,0 0-1 0 0,0 1 1 0 0,0-1 0 0 0,0 0 0 0 0,0 0 0 0 0,0 0 0 0 0,0 0-1 0 0,0 0 1 0 0,0 0 0 0 0,0 0 0 0 0,0 0 0 0 0,0 0 0 0 0,1 0 0 0 0,-1 0-1 0 0,0 1 1 0 0,0-1 0 0 0,0 0 0 0 0,0 0 0 0 0,0 0 0 0 0,0 0-1 0 0,0 0 1 0 0,0 0 0 0 0,0 0 0 0 0,0 0 0 0 0,0 0 0 0 0,0 0-1 0 0,0 0 1 0 0,0 0 0 0 0,1 0 0 0 0,-1 0 0 0 0,0 0 0 0 0,0 0-1 0 0,0 0 1 0 0,0 0 0 0 0,0 0 0 0 0,0 0 0 0 0,0 0 0 0 0,0 0-1 0 0,7-3 66 0 0,7-6-59 0 0,1-6-55 0 0,-1 1 0 0 0,0-2-1 0 0,17-24 1 0 0,-3 4-1 0 0,81-110-25 0 0,-125 165 68 0 0,0 0-1 0 0,-28 25 1 0 0,-46 33 7 0 0,82-71 12 0 0,0 1 0 0 0,-1-1 1 0 0,0 0-1 0 0,0-1 1 0 0,0 0-1 0 0,-1 0 0 0 0,1-1 1 0 0,-16 4-1 0 0,24-8-15 0 0,0 1-1 0 0,0-1 0 0 0,-1 0 0 0 0,1 1 1 0 0,0-1-1 0 0,0 0 0 0 0,0 0 0 0 0,0 0 1 0 0,0 0-1 0 0,0 0 0 0 0,-1 0 0 0 0,1 0 1 0 0,0-1-1 0 0,0 1 0 0 0,0 0 1 0 0,0-1-1 0 0,0 1 0 0 0,0 0 0 0 0,0-1 1 0 0,0 1-1 0 0,0-1 0 0 0,0 0 0 0 0,0 1 1 0 0,0-1-1 0 0,0 0 0 0 0,0 0 0 0 0,1 1 1 0 0,-1-1-1 0 0,0 0 0 0 0,1 0 1 0 0,-1 0-1 0 0,0 0 0 0 0,1 0 0 0 0,-1 0 1 0 0,1 0-1 0 0,-1 0 0 0 0,1 0 0 0 0,0 0 1 0 0,-1-2-1 0 0,1 0-3 0 0,-1-1 0 0 0,1 0 0 0 0,0 1-1 0 0,0-1 1 0 0,0 0 0 0 0,1 1 0 0 0,0-1 0 0 0,-1 0 0 0 0,1 1 0 0 0,3-7 0 0 0,2-3-30 0 0,0 1 0 0 0,1-1-1 0 0,1 1 1 0 0,17-20 0 0 0,42-39-38 0 0,-58 62 53 0 0,15-15 19 0 0,-14 15 0 0 0,-9 9 0 0 0,-3 2 0 0 0,-6 8 3 0 0,-26 30 112 0 0,-43 63-1 0 0,61-78-117 0 0,9-17 0 0 0,1 2 0 0 0,0-1 0 0 0,0 1 0 0 0,1 0 0 0 0,0 0 0 0 0,-5 19 0 0 0,10-29 3 0 0,-1 0 0 0 0,1 1 0 0 0,0-1 0 0 0,0 1 0 0 0,0 0 0 0 0,0-1 0 0 0,0 1 0 0 0,-1-1 0 0 0,1 1 0 0 0,0-1 0 0 0,0 1 0 0 0,0-1 0 0 0,0 1 0 0 0,1-1 0 0 0,-1 1 0 0 0,0-1 0 0 0,0 1 0 0 0,0-1 0 0 0,0 1 0 0 0,0-1 0 0 0,1 1 0 0 0,-1-1 0 0 0,0 1 0 0 0,0-1 0 0 0,1 1 0 0 0,-1-1 0 0 0,0 1 0 0 0,1-1 0 0 0,0 1 0 0 0,-1-1 0 0 0,1 0 0 0 0,0 0 0 0 0,0 0 0 0 0,0 0 0 0 0,0 0 0 0 0,-1-1 0 0 0,1 1 0 0 0,0 0 0 0 0,0 0 0 0 0,0-1 0 0 0,-1 1 0 0 0,1 0 0 0 0,0-1 0 0 0,0 1 0 0 0,-1-1 0 0 0,2 0 0 0 0,4-3 0 0 0,0-1 0 0 0,11-11 0 0 0,30-38-32 0 0,62-93 0 0 0,-118 154 54 0 0,0-1-1 0 0,-10 12 0 0 0,-18 20 119 0 0,-150 148 1664 0 0,244-241-1782 0 0,-41 39-196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8:59.30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41 161 1375 0 0,'-5'13'697'0'0,"1"0"-1"0"0,0 0 1 0 0,1 1-1 0 0,0-1 1 0 0,-1 28-1 0 0,2-19-123 0 0,1-18-471 0 0,0 3 149 0 0,0 0-1 0 0,1 0 1 0 0,0 0-1 0 0,0 0 0 0 0,0 0 1 0 0,3 12-1 0 0,-3-19-240 0 0,0 0 1 0 0,0-1-1 0 0,0 1 1 0 0,0 0-1 0 0,0 0 0 0 0,0 0 1 0 0,0 0-1 0 0,0-1 1 0 0,0 1-1 0 0,0 0 0 0 0,0 0 1 0 0,1 0-1 0 0,-1 0 1 0 0,0 0-1 0 0,0 0 0 0 0,0-1 1 0 0,0 1-1 0 0,0 0 1 0 0,0 0-1 0 0,1 0 0 0 0,-1 0 1 0 0,0 0-1 0 0,0 0 1 0 0,0 0-1 0 0,0 0 0 0 0,1 0 1 0 0,-1 0-1 0 0,0 0 0 0 0,0 0 1 0 0,0 0-1 0 0,0 0 1 0 0,1 0-1 0 0,-1 0 0 0 0,0 0 1 0 0,0 0-1 0 0,0 0 1 0 0,0 0-1 0 0,1 0 0 0 0,-1 0 1 0 0,0 0-1 0 0,0 0 1 0 0,0 0-1 0 0,0 0 0 0 0,1 0 1 0 0,-1 0-1 0 0,0 0 1 0 0,0 0-1 0 0,0 1 0 0 0,0-1 1 0 0,0 0-1 0 0,0 0 1 0 0,1 0-1 0 0,-1 0 0 0 0,0 0 1 0 0,0 0-1 0 0,0 1 1 0 0,0-1-1 0 0,0 0 0 0 0,0 0 1 0 0,0 0-1 0 0,0 0 0 0 0,0 1 1 0 0,6-18 51 0 0,-5 14 8 0 0,10-34 173 0 0,-2 1 1 0 0,7-58 0 0 0,0-3 39 0 0,-15 84 251 0 0,-2 10-152 0 0,-2 10-175 0 0,3-6-196 0 0,-9 22 212 0 0,1 1-1 0 0,-5 25 1 0 0,4-11 63 0 0,5-23-238 0 0,1 0 0 0 0,0 0-1 0 0,1 0 1 0 0,1 0-1 0 0,0 23 1 0 0,1-37-48 0 0,0-1 0 0 0,0 1 1 0 0,0-1-1 0 0,0 1 1 0 0,0-1-1 0 0,1 1 1 0 0,-1-1-1 0 0,0 0 0 0 0,0 1 1 0 0,0-1-1 0 0,0 1 1 0 0,0-1-1 0 0,1 1 1 0 0,-1-1-1 0 0,0 1 0 0 0,0-1 1 0 0,1 0-1 0 0,-1 1 1 0 0,0-1-1 0 0,1 1 0 0 0,-1-1 1 0 0,6-4 2 0 0,4-17-18 0 0,16-119-199 0 0,0 3 12 0 0,-40 186 183 0 0,-20 77 62 0 0,28-100 9 0 0,1 0 1 0 0,-2 54-1 0 0,7-80-49 0 0,0 1 0 0 0,0 0 0 0 0,-1 0 0 0 0,1-1-1 0 0,0 1 1 0 0,0 0 0 0 0,0 0 0 0 0,1-1-1 0 0,-1 1 1 0 0,0 0 0 0 0,0 0 0 0 0,0-1 0 0 0,0 1-1 0 0,1 0 1 0 0,-1-1 0 0 0,0 1 0 0 0,1 0 0 0 0,-1-1-1 0 0,0 1 1 0 0,1 0 0 0 0,-1-1 0 0 0,1 1 0 0 0,-1-1-1 0 0,1 1 1 0 0,0 0 0 0 0,0-1 3 0 0,0 0 1 0 0,0-1-1 0 0,-1 1 0 0 0,1 0 1 0 0,0-1-1 0 0,0 1 0 0 0,-1-1 1 0 0,1 1-1 0 0,0 0 1 0 0,-1-1-1 0 0,1 0 0 0 0,0 1 1 0 0,-1-1-1 0 0,1 1 0 0 0,-1-1 1 0 0,1 0-1 0 0,-1 1 0 0 0,1-1 1 0 0,-1 0-1 0 0,0 1 0 0 0,1-1 1 0 0,-1-1-1 0 0,9-18 109 0 0,-1 1 0 0 0,0-1 0 0 0,7-39 1 0 0,-7 29-132 0 0,32-140-176 0 0,-37 158 172 0 0,-45 92 8 0 0,-59 109 76 0 0,103-194-64 0 0,-1-1 0 0 0,0 1 0 0 0,0-11 0 0 0,0 0 0 0 0,0 6 0 0 0,3-26-20 0 0,2-1 0 0 0,15-50 0 0 0,-16 76-2 0 0,-3 16-16 0 0,-3 19 22 0 0,-14 48 16 0 0,-6 37 0 0 0,16-72 0 0 0,14-63 126 0 0,49-183-180 0 0,-50 181-18 0 0,-14 68 72 0 0,-21 71 0 0 0,-5 28 0 0 0,31-134 5 0 0,-5 35-15 0 0,6-38 14 0 0,0 1 1 0 0,0-1 0 0 0,0 1-1 0 0,0-1 1 0 0,0 0 0 0 0,1 1-1 0 0,-1-1 1 0 0,1 0 0 0 0,-1 1 0 0 0,1-1-1 0 0,0 0 1 0 0,0 0 0 0 0,2 4-1 0 0,-3-6-3 0 0,1 0-1 0 0,-1 1 0 0 0,0-1 1 0 0,0 0-1 0 0,1 0 0 0 0,-1 0 1 0 0,0 0-1 0 0,1 0 0 0 0,-1 1 1 0 0,0-1-1 0 0,1 0 0 0 0,-1 0 1 0 0,0 0-1 0 0,1 0 0 0 0,-1 0 1 0 0,1 0-1 0 0,-1 0 0 0 0,0 0 1 0 0,1 0-1 0 0,-1 0 0 0 0,0 0 1 0 0,1 0-1 0 0,-1 0 0 0 0,0-1 1 0 0,1 1-1 0 0,-1 0 0 0 0,0 0 1 0 0,1 0-1 0 0,-1 0 0 0 0,0-1 0 0 0,0 1 1 0 0,1 0-1 0 0,-1 0 0 0 0,0-1 1 0 0,1 1-1 0 0,-1 0 0 0 0,0 0 1 0 0,0-1-1 0 0,0 1 0 0 0,1 0 1 0 0,-1-1-1 0 0,0 1 0 0 0,0 0 1 0 0,0-1-1 0 0,12-19-2 0 0,-9 15 1 0 0,37-74 18 0 0,10-17 15 0 0,-43 85-32 0 0,0 1 0 0 0,0 0 0 0 0,1 1 0 0 0,0 0-1 0 0,1 0 1 0 0,14-11 0 0 0,-23 20-2 0 0,0-1 0 0 0,0 1 0 0 0,0 0 0 0 0,0 0 0 0 0,0 0 0 0 0,1 0 0 0 0,-1 0 0 0 0,0-1 0 0 0,0 1 0 0 0,0 0 0 0 0,0 0 0 0 0,0 0 0 0 0,0 0 0 0 0,0 0 1 0 0,1 0-1 0 0,-1 0 0 0 0,0-1 0 0 0,0 1 0 0 0,0 0 0 0 0,0 0 0 0 0,0 0 0 0 0,1 0 0 0 0,-1 0 0 0 0,0 0 0 0 0,0 0 0 0 0,0 0 0 0 0,0 0 0 0 0,1 0 0 0 0,-1 0 0 0 0,0 0 0 0 0,0 0 0 0 0,0 0 0 0 0,0 0 0 0 0,1 0 0 0 0,-1 0 0 0 0,0 0 0 0 0,0 0 0 0 0,0 0 0 0 0,0 0 0 0 0,1 0 0 0 0,-1 1 0 0 0,0-1 0 0 0,0 0 0 0 0,0 0 0 0 0,0 0 0 0 0,0 0 0 0 0,0 0 0 0 0,1 0 0 0 0,-1 0 0 0 0,0 1 0 0 0,0-1 0 0 0,0 0 0 0 0,-2 12-15 0 0,-9 13 27 0 0,-88 158 926 0 0,60-112-46 0 0,37-68-875 0 0,1 0 1 0 0,-1 0 0 0 0,1 0 0 0 0,-1 0 0 0 0,1 1 0 0 0,0-1 0 0 0,0 1 0 0 0,0-1-1 0 0,0 6 1 0 0,20-34-16 0 0,16-34-65 0 0,3 2 1 0 0,57-69-1 0 0,-184 252 87 0 0,31-42-2 0 0,49-72-20 0 0,6-9 0 0 0,0 1 0 0 0,0 0 0 0 0,0 0 0 0 0,1 0 0 0 0,-1 0 0 0 0,1 1 0 0 0,0-1 0 0 0,-3 9 0 0 0,5-13 0 0 0,0 0 0 0 0,0 0 0 0 0,0 0 0 0 0,0 1 0 0 0,0-1 0 0 0,0 0 0 0 0,0 0-1 0 0,0 0 1 0 0,0 0 0 0 0,0 0 0 0 0,0 0 0 0 0,0 1 0 0 0,0-1 0 0 0,0 0 0 0 0,0 0 0 0 0,0 0-1 0 0,0 0 1 0 0,0 0 0 0 0,0 0 0 0 0,0 1 0 0 0,0-1 0 0 0,0 0 0 0 0,0 0 0 0 0,0 0 0 0 0,0 0-1 0 0,0 0 1 0 0,0 0 0 0 0,0 1 0 0 0,0-1 0 0 0,0 0 0 0 0,0 0 0 0 0,0 0 0 0 0,1 0 0 0 0,-1 0-1 0 0,0 0 1 0 0,0 0 0 0 0,0 0 0 0 0,0 0 0 0 0,0 0 0 0 0,0 1 0 0 0,0-1 0 0 0,1 0 0 0 0,-1 0 0 0 0,0 0-1 0 0,0 0 1 0 0,0 0 0 0 0,0 0 0 0 0,1 0 0 0 0,6-5-13 0 0,7-10-22 0 0,44-59 4 0 0,-32 39 17 0 0,2 0-1 0 0,31-29 0 0 0,-52 56 15 0 0,-6 7 0 0 0,0-1 0 0 0,0 1 0 0 0,0-1 0 0 0,0 1 0 0 0,1 0 0 0 0,-1 0 0 0 0,0 0 0 0 0,1 0 0 0 0,-1 0 0 0 0,0 0 0 0 0,1 0 0 0 0,-1 0 0 0 0,3 0 0 0 0,-10 15 0 0 0,-28 34 83 0 0,-62 94 426 0 0,86-129-76 0 0,8-13-166 0 0,7-7-239 0 0,26-41-55 0 0,-22 34-14 0 0,-1 0 1 0 0,21-24 0 0 0,-17 24-22 0 0,-8 9 26 0 0,1 0 1 0 0,-1 0 0 0 0,1 0 0 0 0,7-5 0 0 0,-26 32-19 0 0,-48 62-10 0 0,48-65 64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15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 2759 0 0,'-6'-2'17034'0'0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16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 1375 0 0,'-1'0'107'0'0,"4"0"667"0"0,-1-1-1 0 0,1 1 1 0 0,-1 0-1 0 0,1-1 1 0 0,-1 0-1 0 0,1 1 1 0 0,-1-1-1 0 0,0 0 0 0 0,3-1 1 0 0,-1-1 102 0 0,1 0 0 0 0,-1 0 0 0 0,8-7 0 0 0,2-4-675 0 0,18-24-1 0 0,-4 4 39 0 0,-18 22-300 0 0,-7 9 30 0 0,0-1 0 0 0,0 0 0 0 0,0 1 0 0 0,1 0 0 0 0,-1 0 0 0 0,8-5 0 0 0,-11 8 30 0 0,0 0 0 0 0,0 0 0 0 0,0 0 0 0 0,0 0 0 0 0,0 0 0 0 0,0 0 0 0 0,-1 0 0 0 0,1 0 0 0 0,0 0 0 0 0,0 0 0 0 0,0 0 0 0 0,0 0 0 0 0,0 0 0 0 0,0 1 0 0 0,0-1 0 0 0,0 0 0 0 0,0 0-1 0 0,0 0 1 0 0,0 0 0 0 0,0 0 0 0 0,0 0 0 0 0,0 0 0 0 0,0 0 0 0 0,0 0 0 0 0,0 0 0 0 0,0 0 0 0 0,0 1 0 0 0,0-1 0 0 0,0 0 0 0 0,0 0 0 0 0,0 0 0 0 0,0 0 0 0 0,0 0 0 0 0,0 0 0 0 0,0 0 0 0 0,0 0 0 0 0,0 0 0 0 0,0 0-1 0 0,0 0 1 0 0,0 0 0 0 0,1 1 0 0 0,-1-1 0 0 0,0 0 0 0 0,0 0 0 0 0,0 0 0 0 0,0 0 0 0 0,0 0 0 0 0,0 0 0 0 0,0 0 0 0 0,0 0 0 0 0,0 0 0 0 0,0 0 0 0 0,0 0 0 0 0,0 0 0 0 0,1 0 0 0 0,-1 0 0 0 0,0 0 0 0 0,0 0 0 0 0,0 0-1 0 0,0 0 1 0 0,0 0 0 0 0,0 0 0 0 0,0 0 0 0 0,0 0 0 0 0,0 0 0 0 0,0 0 0 0 0,1 0 0 0 0,-4 7-22 0 0,2-7 4 0 0,-6 12 17 0 0,0 1 0 0 0,1-1 0 0 0,0 1 0 0 0,1 1 0 0 0,-4 16 0 0 0,-12 73 4 0 0,14-66-3 0 0,-17 58 59 0 0,7-36 95 0 0,13-37-68 0 0,4-21-82 0 0,-1 0 0 0 0,1 0 0 0 0,0 0 1 0 0,0 0-1 0 0,0 0 0 0 0,0 0 0 0 0,0 0 0 0 0,0 0 1 0 0,0 0-1 0 0,1 0 0 0 0,-1 0 0 0 0,0 0 1 0 0,0 0-1 0 0,1 0 0 0 0,-1 0 0 0 0,1 0 1 0 0,-1 0-1 0 0,1 0 0 0 0,0 1 0 0 0,2-2-3 0 0,0-2 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17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4143 0 0,'-2'2'6384'0'0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18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1 455 0 0,'-2'3'10911'0'0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19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2303 0 0,'0'4'9891'0'0,"15"-19"-9870"0"0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20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88 1839 0 0,'-2'-23'2796'0'0,"2"20"-2514"0"0,-1-1 1 0 0,1 1-1 0 0,0-1 1 0 0,0 1-1 0 0,0-1 1 0 0,1-5 0 0 0,0 7-249 0 0,-1 0 0 0 0,1 1 0 0 0,0-1 1 0 0,0 1-1 0 0,0-1 0 0 0,0 1 0 0 0,0 0 1 0 0,0-1-1 0 0,0 1 0 0 0,0 0 0 0 0,0 0 1 0 0,0 0-1 0 0,1 0 0 0 0,-1 0 0 0 0,1 0 1 0 0,-1 0-1 0 0,1 0 0 0 0,1 0 0 0 0,0-1-41 0 0,0 0-1 0 0,0 1 1 0 0,1 0-1 0 0,-1 0 1 0 0,0 0-1 0 0,1 0 1 0 0,-1 0-1 0 0,0 1 1 0 0,1 0-1 0 0,6-1 0 0 0,-9 2 6 0 0,0-1 0 0 0,1 0 0 0 0,-1 1 0 0 0,0-1 0 0 0,0 0 0 0 0,1 1 0 0 0,-1 0 0 0 0,0-1 0 0 0,0 1 0 0 0,0 0-1 0 0,0-1 1 0 0,0 1 0 0 0,0 0 0 0 0,0 0 0 0 0,0 0 0 0 0,-1 0 0 0 0,1 0 0 0 0,0 0 0 0 0,0 0 0 0 0,-1 0 0 0 0,1 0-1 0 0,-1 0 1 0 0,1 0 0 0 0,-1 1 0 0 0,1-1 0 0 0,-1 0 0 0 0,0 0 0 0 0,1 1 0 0 0,-1-1 0 0 0,0 0 0 0 0,0 0-1 0 0,0 2 1 0 0,0 6 33 0 0,0-1 0 0 0,0 1-1 0 0,-1-1 1 0 0,0 1-1 0 0,0-1 1 0 0,-6 17 0 0 0,-22 50 749 0 0,16-43-465 0 0,4-11-254 0 0,-9 22 144 0 0,17-39-194 0 0,0-1-1 0 0,1 1 1 0 0,-1 0 0 0 0,1-1 0 0 0,-1 1 0 0 0,1 0 0 0 0,0-1 0 0 0,0 1 0 0 0,1 0 0 0 0,0 3 0 0 0,-1-6 19 0 0,0 0-1 0 0,1-1 1 0 0,-1 1 0 0 0,0 0-1 0 0,1 0 1 0 0,-1-1-1 0 0,1 1 1 0 0,-1 0-1 0 0,1-1 1 0 0,-1 1 0 0 0,1 0-1 0 0,0-1 1 0 0,-1 1-1 0 0,1-1 1 0 0,0 1-1 0 0,-1-1 1 0 0,1 1-1 0 0,0-1 1 0 0,0 1 0 0 0,-1-1-1 0 0,1 0 1 0 0,0 1-1 0 0,0-1 1 0 0,0 0-1 0 0,-1 0 1 0 0,2 0-1 0 0,28 0 1388 0 0,-8 0-825 0 0,-7 2-471 0 0,-6-1-89 0 0,-1 0 0 0 0,0 0 1 0 0,1-1-1 0 0,-1 0 0 0 0,17-2 1 0 0,-17-1-107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21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1375 0 0,'0'-3'301'0'0,"1"1"-1"0"0,0-1 1 0 0,0 0-1 0 0,0 0 0 0 0,0 0 1 0 0,1 0-1 0 0,-1 1 0 0 0,1-1 1 0 0,0 0-1 0 0,3-3 0 0 0,4 10 5780 0 0,-9-1-5965 0 0,0-2-66 0 0,0 0 1 0 0,0 1 0 0 0,0-1-1 0 0,0 0 1 0 0,-1 0-1 0 0,1 1 1 0 0,0-1 0 0 0,-1 0-1 0 0,1 0 1 0 0,0 0 0 0 0,-1 1-1 0 0,0-1 1 0 0,1 0-1 0 0,-2 1 1 0 0,2-2-41 0 0,0 0 0 0 0,0 0-1 0 0,0 1 1 0 0,0-1 0 0 0,0 0 0 0 0,0 0-1 0 0,0 0 1 0 0,0 0 0 0 0,0 0 0 0 0,0 0-1 0 0,0 0 1 0 0,0 0 0 0 0,0 0 0 0 0,0 0 0 0 0,0 0-1 0 0,0 0 1 0 0,0 0 0 0 0,0 0 0 0 0,0 0-1 0 0,-1 0 1 0 0,1 0 0 0 0,0 0 0 0 0,0 0-1 0 0,0 0 1 0 0,0 0 0 0 0,0 0 0 0 0,0 0 0 0 0,0 0-1 0 0,0 0 1 0 0,0 0 0 0 0,0 0 0 0 0,0 0-1 0 0,0 0 1 0 0,0 0 0 0 0,0 0 0 0 0,0 0-1 0 0,0 0 1 0 0,-1 0 0 0 0,1 0 0 0 0,0 0-1 0 0,0 0 1 0 0,0 0 0 0 0,0 0 0 0 0,0 0 0 0 0,0 0-1 0 0,0 0 1 0 0,0 0 0 0 0,0 0 0 0 0,0 0-1 0 0,0 0 1 0 0,0 0 0 0 0,0 0 0 0 0,0 0-1 0 0,0 0 1 0 0,0 0 0 0 0,0 0 0 0 0,0 0 0 0 0,0 0-1 0 0,0 0 1 0 0,0 0 0 0 0,0 0 0 0 0,-1 0-1 0 0,1-1 1 0 0,0 1 0 0 0,1-5 392 0 0,2-1-175 0 0,-3 6-225 0 0,0 0-1 0 0,0 0 1 0 0,0 0 0 0 0,0 0-1 0 0,0 0 1 0 0,0 0 0 0 0,0 0 0 0 0,0 0-1 0 0,0 0 1 0 0,0 0 0 0 0,0 0 0 0 0,0 0-1 0 0,0 0 1 0 0,1 0 0 0 0,-1 0 0 0 0,0 0-1 0 0,0 0 1 0 0,0 0 0 0 0,0 0 0 0 0,0-1-1 0 0,0 1 1 0 0,0 0 0 0 0,0 1 0 0 0,0-1-1 0 0,0 0 1 0 0,0 0 0 0 0,0 0 0 0 0,0 0-1 0 0,1 0 1 0 0,-1 0 0 0 0,0 0 0 0 0,0 0-1 0 0,0 0 1 0 0,0 0 0 0 0,0 0 0 0 0,0 0-1 0 0,0 0 1 0 0,0 0 0 0 0,0 0 0 0 0,0 0-1 0 0,0 0 1 0 0,0 0 0 0 0,0 0 0 0 0,0 0-1 0 0,0 0 1 0 0,0 0 0 0 0,0 0 0 0 0,0 0-1 0 0,0 1 1 0 0,1-1 0 0 0,-1 0 0 0 0,0 0-1 0 0,0 0 1 0 0,0 0 0 0 0,0 0-1 0 0,0 0 1 0 0,0 0 0 0 0,6 16-873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29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53 919 0 0,'0'0'193'0'0,"-1"0"-1"0"0,1 0 0 0 0,-1 0 0 0 0,0 0 1 0 0,1 0-1 0 0,-1 0 0 0 0,0 0 0 0 0,1 0 1 0 0,-1-1-1 0 0,0 1 0 0 0,1 0 0 0 0,-1 0 1 0 0,1 0-1 0 0,-1-1 0 0 0,0 1 0 0 0,1 0 1 0 0,-1-1-1 0 0,1 1 0 0 0,-1 0 0 0 0,1-1 1 0 0,-1 1-1 0 0,1-1 0 0 0,-1 1 0 0 0,1-1 1 0 0,0 1-1 0 0,-1-1 0 0 0,1 1 0 0 0,0-1 1 0 0,-1 1-1 0 0,1-1 0 0 0,0 0 0 0 0,0 1 1 0 0,-1-1-1 0 0,1 1 0 0 0,0-1 0 0 0,0 0 1 0 0,0 1-1 0 0,0-1 0 0 0,0 0 0 0 0,0 1 1 0 0,0-2-1 0 0,0 0-1 0 0,0 1-1 0 0,1-1 1 0 0,-1 0 0 0 0,1 1 0 0 0,-1-1-1 0 0,1 1 1 0 0,0-1 0 0 0,-1 1 0 0 0,1-1-1 0 0,0 1 1 0 0,0-1 0 0 0,0 1 0 0 0,0 0-1 0 0,0 0 1 0 0,2-2 0 0 0,-1 2 29 0 0,1-1 1 0 0,-1 1-1 0 0,0 0 1 0 0,1 0-1 0 0,-1 0 1 0 0,1 0-1 0 0,-1 0 1 0 0,1 1-1 0 0,0-1 1 0 0,-1 1-1 0 0,5-1 1 0 0,32 2 158 0 0,-18 0-379 0 0,-15-1-14 0 0,-1 0 0 0 0,1 1 0 0 0,0 0 0 0 0,0 0-1 0 0,0 0 1 0 0,-1 0 0 0 0,1 1 0 0 0,5 3 0 0 0,-8-4 8 0 0,0 1 1 0 0,0 0-1 0 0,0 0 1 0 0,0 0-1 0 0,0 0 1 0 0,0 0-1 0 0,-1 1 0 0 0,1-1 1 0 0,-1 1-1 0 0,0-1 1 0 0,0 1-1 0 0,0 0 1 0 0,0 0-1 0 0,0 0 1 0 0,1 4-1 0 0,-2-4 4 0 0,0 0 0 0 0,0 1 0 0 0,-1-1-1 0 0,1 0 1 0 0,-1 0 0 0 0,0 1 0 0 0,0-1-1 0 0,0 0 1 0 0,0 0 0 0 0,0 1 0 0 0,-1-1-1 0 0,1 0 1 0 0,-1 0 0 0 0,0 1 0 0 0,-2 3-1 0 0,1-2 0 0 0,0-1-1 0 0,-1 1 0 0 0,1-1 1 0 0,-1 0-1 0 0,0 1 1 0 0,0-1-1 0 0,0 0 0 0 0,-1-1 1 0 0,-4 5-1 0 0,3-4 4 0 0,-1-1 0 0 0,1 1 0 0 0,-1-1 0 0 0,0 0 0 0 0,0 0 0 0 0,0-1 0 0 0,-8 3 0 0 0,13-5 0 0 0,1 1 0 0 0,-1-1 0 0 0,0 1 0 0 0,0-1 0 0 0,0 1 0 0 0,0 0 0 0 0,1-1 0 0 0,-1 1 0 0 0,0 0 0 0 0,1 0 0 0 0,-1 0 0 0 0,1-1 0 0 0,-1 1 0 0 0,1 0 0 0 0,-1 0 0 0 0,1 0 0 0 0,-1 0 0 0 0,1 1 0 0 0,0-2 0 0 0,-1 2-13 0 0,4 1-40 0 0,-1-1 48 0 0,0 0 9 0 0,-1-1 0 0 0,1 1 1 0 0,0 0-1 0 0,0 0 0 0 0,1-1 1 0 0,-1 1-1 0 0,0-1 0 0 0,0 0 0 0 0,1 0 1 0 0,-1 0-1 0 0,0 0 0 0 0,5 1 0 0 0,-4-1-5 0 0,0 0-1 0 0,1 0 0 0 0,-1 0 1 0 0,0 0-1 0 0,0 0 0 0 0,0 1 1 0 0,0-1-1 0 0,0 1 0 0 0,0 0 1 0 0,-1 0-1 0 0,6 5 0 0 0,-1 1-9 0 0,0 0 0 0 0,9 13 0 0 0,3 4 0 0 0,-17-23 11 0 0,0 0 0 0 0,0 0 0 0 0,-1 0 0 0 0,1 1 0 0 0,-1-1 0 0 0,0 0 0 0 0,0 0 0 0 0,0 1 0 0 0,0-1 0 0 0,0 1 0 0 0,0-1 0 0 0,-1 1 0 0 0,1-1 0 0 0,-1 1 0 0 0,1 0 0 0 0,-1-1 0 0 0,0 6 0 0 0,-1-6 0 0 0,0 1 0 0 0,0 0 0 0 0,0-1 0 0 0,0 1 0 0 0,0 0 0 0 0,0-1 0 0 0,-1 1 0 0 0,1-1 0 0 0,-1 0 0 0 0,0 0 0 0 0,1 1 0 0 0,-1-1 0 0 0,0 0 0 0 0,0 0 0 0 0,-1-1 0 0 0,-2 3 0 0 0,-2 1 29 0 0,0 1-1 0 0,-1-2 0 0 0,0 1 0 0 0,0-1 1 0 0,0-1-1 0 0,-1 0 0 0 0,1 0 1 0 0,-15 3-1 0 0,19-5-15 0 0,0 0 0 0 0,0-1 0 0 0,-1 0-1 0 0,1 0 1 0 0,0 0 0 0 0,0 0 0 0 0,0 0 0 0 0,0-1 0 0 0,0 0 0 0 0,0 0 0 0 0,0 0 0 0 0,0 0-1 0 0,0-1 1 0 0,0 0 0 0 0,0 1 0 0 0,1-1 0 0 0,-1-1 0 0 0,1 1 0 0 0,-1 0 0 0 0,-4-5 0 0 0,-14-18-1092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8:50.6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151 199 1375 0 0,'-8'5'459'0'0,"1"1"-1"0"0,-1 0 1 0 0,1 1-1 0 0,1 0 0 0 0,-1 0 1 0 0,1 0-1 0 0,0 1 0 0 0,-5 8 1 0 0,36-47 1103 0 0,10-24-902 0 0,32-70 0 0 0,-60 107-660 0 0,-23 35 0 0 0,-151 180 1650 0 0,147-172-636 0 0,23-29-885 0 0,-1 1 1 0 0,1-1-1 0 0,-1 0 0 0 0,0 0 0 0 0,0 0 0 0 0,1-7 0 0 0,6-9-121 0 0,4-6-22 0 0,1-1-40 0 0,1 0-1 0 0,1 1 1 0 0,25-32-1 0 0,-28 44 62 0 0,19-26 40 0 0,-27 34-37 0 0,-6 9-7 0 0,-8 12-6 0 0,-29 32 62 0 0,-65 104 0 0 0,102-148-55 0 0,-1-2 42 0 0,1 1 0 0 0,0 0 0 0 0,0-1 0 0 0,0 1 0 0 0,1 0 0 0 0,-1 0 0 0 0,0 0 0 0 0,1 0 0 0 0,-1-1 0 0 0,1 1 0 0 0,-1 0 0 0 0,1 4 0 0 0,0-6-31 0 0,1 0-1 0 0,-1 0 0 0 0,1 0 0 0 0,-1 0 1 0 0,1 0-1 0 0,-1 0 0 0 0,0-1 0 0 0,1 1 1 0 0,-1 0-1 0 0,1 0 0 0 0,-1 0 0 0 0,0 0 1 0 0,1-1-1 0 0,-1 1 0 0 0,0 0 0 0 0,1 0 1 0 0,-1-1-1 0 0,0 1 0 0 0,1 0 1 0 0,-1-1-1 0 0,0 1 0 0 0,1 0 0 0 0,-1-1 1 0 0,0 1-1 0 0,0-1 0 0 0,0 1 0 0 0,1 0 1 0 0,-1-1-1 0 0,9-12 20 0 0,72-133-34 0 0,-56 98 0 0 0,-12 21-164 0 0,-34 54 152 0 0,-45 93 12 0 0,1 0 0 0 0,58-107-32 0 0,7-11 10 0 0,3-9 12 0 0,12-21-17 0 0,0 1-1 0 0,2 0 1 0 0,1 1 0 0 0,1 1-1 0 0,1 1 1 0 0,35-32-1 0 0,-54 55 28 0 0,0 1 0 0 0,0-1 0 0 0,0 0 0 0 0,0 0 0 0 0,0 0 0 0 0,0 1 0 0 0,0-1 0 0 0,0 0 0 0 0,1 1 0 0 0,-1-1 0 0 0,0 1 0 0 0,0 0 0 0 0,2-1 0 0 0,-3 1 0 0 0,0 0 0 0 0,1 0 0 0 0,-1 0 0 0 0,0 0 0 0 0,0 0 0 0 0,0 0 0 0 0,1 0 0 0 0,-1 0 0 0 0,0 0 0 0 0,0 1 0 0 0,0-1 0 0 0,0 0 0 0 0,1 0 0 0 0,-1 0 0 0 0,0 0 0 0 0,0 0 0 0 0,0 0 0 0 0,0 1 0 0 0,1-1 0 0 0,-1 0 0 0 0,0 0 0 0 0,0 0 0 0 0,0 0 0 0 0,0 1 0 0 0,0-1 0 0 0,0 0 0 0 0,0 0 0 0 0,0 0 0 0 0,0 1 0 0 0,0 11 0 0 0,-6 3 24 0 0,0 0-1 0 0,0 0 1 0 0,-2 0-1 0 0,-17 26 1 0 0,7-12-6 0 0,0-1-2 0 0,12-20-8 0 0,0 0 0 0 0,1 0 0 0 0,0 1 0 0 0,1 0 0 0 0,-5 11 0 0 0,9-20-8 0 0,0 0 0 0 0,0 0 0 0 0,0 1 0 0 0,-1-1 0 0 0,1 0 0 0 0,0 0 0 0 0,0 0 0 0 0,0 0 0 0 0,0 1 0 0 0,0-1 0 0 0,0 0 0 0 0,0 0 0 0 0,0 0 0 0 0,0 1 0 0 0,0-1 0 0 0,0 0 0 0 0,0 0 0 0 0,0 0 0 0 0,0 1 0 0 0,0-1 0 0 0,0 0 0 0 0,0 0 0 0 0,0 0 0 0 0,0 1 0 0 0,0-1 0 0 0,0 0 0 0 0,0 0 0 0 0,0 0 0 0 0,0 1 0 0 0,0-1 0 0 0,0 0 0 0 0,1 0 0 0 0,-1 0 0 0 0,0 0 0 0 0,0 1 0 0 0,0-1 0 0 0,1 0 0 0 0,6-5 0 0 0,7-11 0 0 0,-3 1 0 0 0,7-11 0 0 0,16-30 0 0 0,-24 37 0 0 0,-1 2 0 0 0,0 0 0 0 0,17-24 0 0 0,-26 41 0 0 0,0 0 0 0 0,0 1 0 0 0,0-1-1 0 0,0 0 1 0 0,0 0 0 0 0,0 0 0 0 0,0 0-1 0 0,0 0 1 0 0,0 0 0 0 0,0 0 0 0 0,0 0-1 0 0,0 0 1 0 0,1 0 0 0 0,-1 0 0 0 0,0 0-1 0 0,0 0 1 0 0,0 0 0 0 0,0 0 0 0 0,0 0-1 0 0,0 0 1 0 0,0 0 0 0 0,0 0 0 0 0,0 0-1 0 0,0 0 1 0 0,0 0 0 0 0,0 0 0 0 0,0 1-1 0 0,0-1 1 0 0,0 0 0 0 0,0 0 0 0 0,0 0-1 0 0,0 0 1 0 0,0 0 0 0 0,0 0 0 0 0,0 0-1 0 0,0 0 1 0 0,0 0 0 0 0,1 0 0 0 0,-1 0-1 0 0,0 0 1 0 0,0 0 0 0 0,0 0 0 0 0,0 0-1 0 0,0 0 1 0 0,-3 10-25 0 0,-5 14-11 0 0,-16 27 184 0 0,-40 63 0 0 0,58-106-59 0 0,7-16 118 0 0,7-20 207 0 0,-6 22-372 0 0,9-32-50 0 0,5-13-32 0 0,24-56 0 0 0,-32 95-3 0 0,-6 13 8 0 0,-2 8-4 0 0,-53 232 224 0 0,52-236-162 0 0,0-2-18 0 0,0 0-1 0 0,1-1 0 0 0,-1 1 0 0 0,1 0 0 0 0,-1 0 0 0 0,1 0 0 0 0,0-1 0 0 0,1 4 0 0 0,-1-6-5 0 0,0 0-1 0 0,1 0 1 0 0,-1 0-1 0 0,0 0 1 0 0,1 0-1 0 0,-1-1 0 0 0,0 1 1 0 0,0 0-1 0 0,1 0 1 0 0,-1 0-1 0 0,0 0 1 0 0,1-1-1 0 0,-1 1 1 0 0,0 0-1 0 0,0 0 1 0 0,1-1-1 0 0,-1 1 0 0 0,0 0 1 0 0,0 0-1 0 0,0-1 1 0 0,1 1-1 0 0,-1 0 1 0 0,0-1-1 0 0,0 1 1 0 0,0 0-1 0 0,0-1 0 0 0,0 1 1 0 0,0 0-1 0 0,0-1 1 0 0,0 0-1 0 0,8-13-46 0 0,8-34 103 0 0,7-14 2 0 0,-3 16-283 0 0,19-63-1 0 0,-76 219 316 0 0,12-39-37 0 0,-4 11 12 0 0,32-98-64 0 0,-3 12 0 0 0,1 0 0 0 0,-1 1 0 0 0,1-1 0 0 0,0 0 0 0 0,0 0 0 0 0,0 1 0 0 0,1-1 0 0 0,2-4 0 0 0,6-8-7 0 0,2-2-50 0 0,16-35 0 0 0,-26 48 50 0 0,0 0-1 0 0,0 0 0 0 0,0 0 0 0 0,-1 0 1 0 0,1-1-1 0 0,-1 1 0 0 0,-1-1 1 0 0,1 1-1 0 0,-1-1 0 0 0,0 1 0 0 0,0-1 1 0 0,-2-6-1 0 0,2 12 8 0 0,0-1 0 0 0,0 1 0 0 0,0-1 0 0 0,0 1 1 0 0,0 0-1 0 0,0-1 0 0 0,0 1 0 0 0,0 0 0 0 0,-1-1 0 0 0,1 1 0 0 0,0 0 0 0 0,0-1 0 0 0,0 1 0 0 0,-1 0 1 0 0,1-1-1 0 0,0 1 0 0 0,0 0 0 0 0,-1-1 0 0 0,1 1 0 0 0,0 0 0 0 0,0 0 0 0 0,-1 0 0 0 0,1-1 1 0 0,0 1-1 0 0,-1 0 0 0 0,1 0 0 0 0,-1 0 0 0 0,1 0 0 0 0,0-1 0 0 0,-1 1 0 0 0,0 0 5 0 0,0 1 0 0 0,1-1 0 0 0,-1 0 0 0 0,0 0 0 0 0,0 0 0 0 0,0 1 0 0 0,1-1 0 0 0,-1 0 0 0 0,0 1 0 0 0,0-1 0 0 0,1 1 0 0 0,-1-1 0 0 0,0 2-1 0 0,-21 21 47 0 0,20-21-78 0 0,-62 85-7 0 0,-21 24-15 0 0,85-111 49 0 0,0 0 0 0 0,0 0 0 0 0,0 0 0 0 0,0 1 0 0 0,0-1-1 0 0,0 0 1 0 0,0 0 0 0 0,0 0 0 0 0,0 0 0 0 0,0 0 0 0 0,0 1-1 0 0,0-1 1 0 0,0 0 0 0 0,0 0 0 0 0,0 0 0 0 0,0 0 0 0 0,0 0-1 0 0,0 0 1 0 0,-1 0 0 0 0,1 1 0 0 0,0-1 0 0 0,0 0 0 0 0,0 0-1 0 0,0 0 1 0 0,0 0 0 0 0,0 0 0 0 0,-1 0 0 0 0,1 0 0 0 0,0 0 0 0 0,0 0-1 0 0,0 0 1 0 0,0 0 0 0 0,0 0 0 0 0,0 0 0 0 0,-1 0 0 0 0,1 0-1 0 0,0 0 1 0 0,0 0 0 0 0,0 0 0 0 0,0 0 0 0 0,0 0 0 0 0,-1 0-1 0 0,1 0 1 0 0,0 0 0 0 0,0 0 0 0 0,0 0 0 0 0,0 0 0 0 0,2-9 33 0 0,7-12 43 0 0,84-131-141 0 0,-32 55 20 0 0,-78 122 82 0 0,-40 44 0 0 0,36-45-11 0 0,1 1 0 0 0,-17 27 0 0 0,36-51-30 0 0,0-3-8 0 0,3-10-22 0 0,5-14-1 0 0,67-131-160 0 0,-125 252 249 0 0,31-53-30 0 0,-35 82 50 0 0,51-106-74 0 0,4-11 0 0 0,0-6 0 0 0,0-1 0 0 0,0 0 0 0 0,1 0 0 0 0,-1 0 0 0 0,0 0 0 0 0,0 0 0 0 0,0 0 0 0 0,0 0 0 0 0,0 1 0 0 0,1-1 0 0 0,-1 0 0 0 0,0 0 0 0 0,0 0 0 0 0,0 0 0 0 0,0 0 0 0 0,1 0 0 0 0,-1 0 0 0 0,0 0 0 0 0,0 0 0 0 0,0 0 0 0 0,0 0 0 0 0,1 0 0 0 0,-1 0 0 0 0,0 0 0 0 0,0 0 0 0 0,0 0 0 0 0,0 0 0 0 0,1 0 0 0 0,-1 0 0 0 0,0 0 0 0 0,0 0 0 0 0,0 0 0 0 0,0 0 0 0 0,0-1 0 0 0,1 1 0 0 0,-1 0 0 0 0,0 0 0 0 0,6-3 0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8:53.6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170 133 1375 0 0,'-3'1'255'0'0,"0"1"-1"0"0,0 0 1 0 0,1 0-1 0 0,-1 1 1 0 0,1-1-1 0 0,0 0 1 0 0,0 1-1 0 0,-1 0 0 0 0,2-1 1 0 0,-3 5-1 0 0,-9 10 2419 0 0,46-62-753 0 0,-16 25-1936 0 0,14-25-1 0 0,15-16-14 0 0,-38 54 31 0 0,-7 13 0 0 0,-9 16 0 0 0,-29 47 230 0 0,-61 86 0 0 0,95-150-223 0 0,-7 11 66 0 0,4-7 175 0 0,0 1-1 0 0,-13 14 1 0 0,21-28-96 0 0,1 1 0 0 0,-1-1 0 0 0,0 0 0 0 0,-1 1 0 0 0,3-6 0 0 0,2-5-131 0 0,16-28-117 0 0,2 2-1 0 0,2 0 0 0 0,37-42 1 0 0,-59 77 68 0 0,-2 6 16 0 0,-7 10 21 0 0,-12 18 86 0 0,-17 29 33 0 0,-35 80 0 0 0,68-134-117 0 0,-1-2-1 0 0,1 0 0 0 0,0 0 0 0 0,0 0 0 0 0,1 0 0 0 0,-1 0 0 0 0,0 0 0 0 0,1 0 0 0 0,-1 1 0 0 0,1-1 0 0 0,0 0 0 0 0,0 0 1 0 0,-1 1-1 0 0,2 2 0 0 0,-1-5-9 0 0,0 0 0 0 0,1 0 0 0 0,-1 0 0 0 0,0 0 1 0 0,1 0-1 0 0,-1 0 0 0 0,0 0 0 0 0,0 0 1 0 0,1 0-1 0 0,-1 0 0 0 0,0 0 0 0 0,1 0 0 0 0,-1 0 1 0 0,0 0-1 0 0,1 0 0 0 0,-1 0 0 0 0,0 0 0 0 0,0 0 1 0 0,1-1-1 0 0,-1 1 0 0 0,0 0 0 0 0,0 0 0 0 0,1 0 1 0 0,-1-1-1 0 0,0 1 0 0 0,0 0 0 0 0,1 0 0 0 0,-1 0 1 0 0,0-1-1 0 0,0 1 0 0 0,0 0 0 0 0,0-1 0 0 0,0 1 1 0 0,1 0-1 0 0,-1-1 0 0 0,8-10 22 0 0,5-10-29 0 0,115-171-200 0 0,-124 187 244 0 0,0 0-15 0 0,-8 11-24 0 0,-96 156 1 0 0,9-14 0 0 0,57-102 0 0 0,37-52 13 0 0,0-1-1 0 0,0-1 0 0 0,-1 1 0 0 0,3-11 0 0 0,0-1-23 0 0,5-11-93 0 0,66-200 50 0 0,-56 191 26 0 0,-15 31 30 0 0,-1 1 1 0 0,0-1-1 0 0,-1 0 0 0 0,1-1 1 0 0,-2 1-1 0 0,3-11 0 0 0,-4 19-1 0 0,-1 0-1 0 0,0-1 0 0 0,0 1 0 0 0,0 0 0 0 0,0 0 1 0 0,0 0-1 0 0,0 0 0 0 0,0 0 0 0 0,0-1 0 0 0,0 1 1 0 0,0 0-1 0 0,0 0 0 0 0,0 0 0 0 0,0 0 0 0 0,0 0 0 0 0,0-1 1 0 0,0 1-1 0 0,0 0 0 0 0,0 0 0 0 0,0 0 0 0 0,0 0 1 0 0,0 0-1 0 0,0-1 0 0 0,0 1 0 0 0,0 0 0 0 0,0 0 1 0 0,0 0-1 0 0,0 0 0 0 0,-1 0 0 0 0,1-1 0 0 0,0 1 1 0 0,0 0-1 0 0,0 0 0 0 0,0 0 0 0 0,0 0 0 0 0,0 0 1 0 0,0 0-1 0 0,-1 0 0 0 0,1 0 0 0 0,0 0 0 0 0,0-1 1 0 0,0 1-1 0 0,-1 0 0 0 0,-6 5 21 0 0,-6 10 24 0 0,-109 190 5 0 0,96-157-47 0 0,22-42 0 0 0,1 0 23 0 0,0-1 0 0 0,0 1 0 0 0,0 0 0 0 0,1 0 1 0 0,0 0-1 0 0,-3 11 0 0 0,5-17-19 0 0,0 0 0 0 0,0 1 0 0 0,0-1 0 0 0,0 0 0 0 0,0 0 0 0 0,0 1 0 0 0,0-1 0 0 0,0 0 0 0 0,0 0 0 0 0,0 1 0 0 0,0-1 0 0 0,0 0 0 0 0,0 0 0 0 0,0 1 0 0 0,0-1 0 0 0,0 0 0 0 0,0 0 0 0 0,0 1 0 0 0,0-1 0 0 0,0 0 0 0 0,0 0 0 0 0,0 1 0 0 0,1-1 0 0 0,-1 0 0 0 0,0 0 0 0 0,0 1 0 0 0,0-1 0 0 0,0 0 0 0 0,1 0 0 0 0,-1 0 0 0 0,0 0 0 0 0,0 1 0 0 0,0-1 0 0 0,1 0 0 0 0,-1 0 0 0 0,0 0 0 0 0,0 0 0 0 0,0 0 0 0 0,1 0 0 0 0,-1 1 0 0 0,0-1 0 0 0,0 0 0 0 0,1 0 0 0 0,-1 0 0 0 0,0 0 0 0 0,1 0 0 0 0,-1 0 0 0 0,0 0 0 0 0,0 0 0 0 0,1 0 0 0 0,-1 0 0 0 0,0 0 0 0 0,0 0 0 0 0,1-1 0 0 0,-1 1 0 0 0,0 0 0 0 0,0 0 0 0 0,0 0 0 0 0,1 0 0 0 0,-1 0 0 0 0,0 0 0 0 0,0-1 0 0 0,1 1 0 0 0,-1 0 0 0 0,0 0 0 0 0,0 0 0 0 0,0 0 0 0 0,1-1 0 0 0,14-11 188 0 0,8-17-113 0 0,34-52-1 0 0,-19 25-84 0 0,-15 23 3 0 0,51-53 0 0 0,-66 80 0 0 0,-10 13 0 0 0,-9 12 0 0 0,-54 76 25 0 0,-48 84 100 0 0,110-175-107 0 0,2-2-9 0 0,0 0-1 0 0,-1 1 1 0 0,1-1 0 0 0,0 0-1 0 0,0 0 1 0 0,1 1-1 0 0,-1-1 1 0 0,0 1 0 0 0,1-1-1 0 0,-1 1 1 0 0,1-1 0 0 0,0 5-1 0 0,0-7-8 0 0,0 0 0 0 0,0 0 0 0 0,0 0 0 0 0,0 0 0 0 0,0 0 0 0 0,0 1 0 0 0,0-1 0 0 0,0 0 0 0 0,0 0 0 0 0,0 0 0 0 0,0 0 0 0 0,0 0 0 0 0,0 0 0 0 0,1 1 0 0 0,-1-1 0 0 0,0 0 0 0 0,0 0 0 0 0,0 0 0 0 0,0 0 0 0 0,0 0 0 0 0,0 0 0 0 0,0 0 0 0 0,0 0 0 0 0,1 1 0 0 0,-1-1 0 0 0,0 0 0 0 0,0 0 0 0 0,0 0 0 0 0,0 0 0 0 0,0 0 0 0 0,0 0 0 0 0,1 0 0 0 0,-1 0 0 0 0,0 0 0 0 0,0 0 0 0 0,0 0 0 0 0,0 0 0 0 0,0 0 0 0 0,1 0 0 0 0,-1 0 0 0 0,0 0 0 0 0,0 0 0 0 0,0 0 0 0 0,0 0 0 0 0,1 0 0 0 0,7-6 0 0 0,5-10 0 0 0,-12 16 0 0 0,198-230 0 0 0,-195 226 0 0 0,-2 2 0 0 0,-1 0 0 0 0,1 0 0 0 0,-1 1 0 0 0,1-1 0 0 0,0 0 0 0 0,-1 1 0 0 0,1 0 0 0 0,0-1 0 0 0,0 1 0 0 0,0 0 0 0 0,0 0 0 0 0,4-2 0 0 0,-6 5 0 0 0,-1 0 0 0 0,1-1 0 0 0,0 1 0 0 0,-1 0 0 0 0,0-1 0 0 0,1 1 0 0 0,-1-1 0 0 0,0 1 0 0 0,0-1 0 0 0,-1 3 0 0 0,1-2 0 0 0,-128 209 16 0 0,85-149 196 0 0,-9 15 40 0 0,82-106-252 0 0,10-25-45 0 0,2 1 0 0 0,79-77-1 0 0,-108 120 52 0 0,-11 10-10 0 0,-1-1-1 0 0,0 1 1 0 0,1-1 0 0 0,-1 1 0 0 0,1 0 0 0 0,-1-1 0 0 0,1 1 0 0 0,-1 0 0 0 0,1-1 0 0 0,-1 1 0 0 0,1 0 0 0 0,-1 0 0 0 0,1 0 0 0 0,-1-1 0 0 0,1 1 0 0 0,-1 0 0 0 0,1 0-1 0 0,0 0 1 0 0,-1 0 0 0 0,1 0 0 0 0,-1 1 1 0 0,0 0-1 0 0,0 1 0 0 0,-1-1 1 0 0,1 0-1 0 0,0 0 1 0 0,-1 0-1 0 0,1 0 0 0 0,-1 1 1 0 0,0-1-1 0 0,1 0 1 0 0,-1 0-1 0 0,0 0 0 0 0,0 0 1 0 0,1-1-1 0 0,-1 1 1 0 0,-2 2-1 0 0,-1 1-7 0 0,-151 198 683 0 0,165-218-369 0 0,-2 4 1 0 0,1 0 1 0 0,18-20-1 0 0,17-6-304 0 0,24-24 0 0 0,-24 15 0 0 0,-61 66-9 0 0,-24 36 0 0 0,15-18 3 0 0,-57 72 278 0 0,78-103-206 0 0,11-14 22 0 0,11-16 22 0 0,11-13-171 0 0,2 0 0 0 0,54-50 0 0 0,-79 81 60 0 0,-33 39 45 0 0,1 1-1 0 0,-24 39 0 0 0,4-6 9 0 0,34-50-20 0 0,9-13 49 0 0,-1 1 1 0 0,1 1-1 0 0,1-1 1 0 0,-1 0-1 0 0,-4 12 1 0 0,8-17-79 0 0,0 0 0 0 0,0 0-1 0 0,0 0 1 0 0,0 0 0 0 0,0 0 0 0 0,-1 0 0 0 0,1 0 0 0 0,0 1-1 0 0,0-1 1 0 0,0 0 0 0 0,0 0 0 0 0,0 0 0 0 0,0 0 0 0 0,0 0-1 0 0,0 0 1 0 0,0 0 0 0 0,0 0 0 0 0,0 0 0 0 0,0 0 0 0 0,0 0-1 0 0,0 1 1 0 0,0-1 0 0 0,0 0 0 0 0,0 0 0 0 0,0 0 0 0 0,0 0-1 0 0,0 0 1 0 0,0 0 0 0 0,0 0 0 0 0,0 0 0 0 0,0 0 0 0 0,1 0 0 0 0,-1 0-1 0 0,0 1 1 0 0,0-1 0 0 0,0 0 0 0 0,0 0 0 0 0,0 0 0 0 0,0 0-1 0 0,0 0 1 0 0,0 0 0 0 0,0 0 0 0 0,0 0 0 0 0,0 0 0 0 0,0 0-1 0 0,0 0 1 0 0,0 0 0 0 0,1 0 0 0 0,-1 0 0 0 0,0 0 0 0 0,0 0-1 0 0,0 0 1 0 0,0 0 0 0 0,0 0 0 0 0,0 0 0 0 0,0 0 0 0 0,0 0-1 0 0,7-3 66 0 0,7-6-59 0 0,1-6-55 0 0,-1 1 0 0 0,0-2-1 0 0,17-24 1 0 0,-3 4-1 0 0,81-110-25 0 0,-125 165 68 0 0,0 0-1 0 0,-28 25 1 0 0,-46 33 7 0 0,82-71 12 0 0,0 1 0 0 0,-1-1 1 0 0,0 0-1 0 0,0-1 1 0 0,0 0-1 0 0,-1 0 0 0 0,1-1 1 0 0,-16 4-1 0 0,24-8-15 0 0,0 1-1 0 0,0-1 0 0 0,-1 0 0 0 0,1 1 1 0 0,0-1-1 0 0,0 0 0 0 0,0 0 0 0 0,0 0 1 0 0,0 0-1 0 0,0 0 0 0 0,-1 0 0 0 0,1 0 1 0 0,0-1-1 0 0,0 1 0 0 0,0 0 1 0 0,0-1-1 0 0,0 1 0 0 0,0 0 0 0 0,0-1 1 0 0,0 1-1 0 0,0-1 0 0 0,0 0 0 0 0,0 1 1 0 0,0-1-1 0 0,0 0 0 0 0,0 0 0 0 0,1 1 1 0 0,-1-1-1 0 0,0 0 0 0 0,1 0 1 0 0,-1 0-1 0 0,0 0 0 0 0,1 0 0 0 0,-1 0 1 0 0,1 0-1 0 0,-1 0 0 0 0,1 0 0 0 0,0 0 1 0 0,-1-2-1 0 0,1 0-3 0 0,-1-1 0 0 0,1 0 0 0 0,0 1-1 0 0,0-1 1 0 0,0 0 0 0 0,1 1 0 0 0,0-1 0 0 0,-1 0 0 0 0,1 1 0 0 0,3-7 0 0 0,2-3-30 0 0,0 1 0 0 0,1-1-1 0 0,1 1 1 0 0,17-20 0 0 0,42-39-38 0 0,-58 62 53 0 0,15-15 19 0 0,-14 15 0 0 0,-9 9 0 0 0,-3 2 0 0 0,-6 8 3 0 0,-26 30 112 0 0,-43 63-1 0 0,61-78-117 0 0,9-17 0 0 0,1 2 0 0 0,0-1 0 0 0,0 1 0 0 0,1 0 0 0 0,0 0 0 0 0,-5 19 0 0 0,10-29 3 0 0,-1 0 0 0 0,1 1 0 0 0,0-1 0 0 0,0 1 0 0 0,0 0 0 0 0,0-1 0 0 0,0 1 0 0 0,-1-1 0 0 0,1 1 0 0 0,0-1 0 0 0,0 1 0 0 0,0-1 0 0 0,0 1 0 0 0,1-1 0 0 0,-1 1 0 0 0,0-1 0 0 0,0 1 0 0 0,0-1 0 0 0,0 1 0 0 0,0-1 0 0 0,1 1 0 0 0,-1-1 0 0 0,0 1 0 0 0,0-1 0 0 0,1 1 0 0 0,-1-1 0 0 0,0 1 0 0 0,1-1 0 0 0,0 1 0 0 0,-1-1 0 0 0,1 0 0 0 0,0 0 0 0 0,0 0 0 0 0,0 0 0 0 0,0 0 0 0 0,-1-1 0 0 0,1 1 0 0 0,0 0 0 0 0,0 0 0 0 0,0-1 0 0 0,-1 1 0 0 0,1 0 0 0 0,0-1 0 0 0,0 1 0 0 0,-1-1 0 0 0,2 0 0 0 0,4-3 0 0 0,0-1 0 0 0,11-11 0 0 0,30-38-32 0 0,62-93 0 0 0,-118 154 54 0 0,0-1-1 0 0,-10 12 0 0 0,-18 20 119 0 0,-150 148 1664 0 0,244-241-1782 0 0,-41 39-196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8:59.30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41 161 1375 0 0,'-5'13'697'0'0,"1"0"-1"0"0,0 0 1 0 0,1 1-1 0 0,0-1 1 0 0,-1 28-1 0 0,2-19-123 0 0,1-18-471 0 0,0 3 149 0 0,0 0-1 0 0,1 0 1 0 0,0 0-1 0 0,0 0 0 0 0,0 0 1 0 0,3 12-1 0 0,-3-19-240 0 0,0 0 1 0 0,0-1-1 0 0,0 1 1 0 0,0 0-1 0 0,0 0 0 0 0,0 0 1 0 0,0 0-1 0 0,0-1 1 0 0,0 1-1 0 0,0 0 0 0 0,0 0 1 0 0,1 0-1 0 0,-1 0 1 0 0,0 0-1 0 0,0 0 0 0 0,0-1 1 0 0,0 1-1 0 0,0 0 1 0 0,0 0-1 0 0,1 0 0 0 0,-1 0 1 0 0,0 0-1 0 0,0 0 1 0 0,0 0-1 0 0,0 0 0 0 0,1 0 1 0 0,-1 0-1 0 0,0 0 0 0 0,0 0 1 0 0,0 0-1 0 0,0 0 1 0 0,1 0-1 0 0,-1 0 0 0 0,0 0 1 0 0,0 0-1 0 0,0 0 1 0 0,0 0-1 0 0,1 0 0 0 0,-1 0 1 0 0,0 0-1 0 0,0 0 1 0 0,0 0-1 0 0,0 0 0 0 0,1 0 1 0 0,-1 0-1 0 0,0 0 1 0 0,0 0-1 0 0,0 1 0 0 0,0-1 1 0 0,0 0-1 0 0,0 0 1 0 0,1 0-1 0 0,-1 0 0 0 0,0 0 1 0 0,0 0-1 0 0,0 1 1 0 0,0-1-1 0 0,0 0 0 0 0,0 0 1 0 0,0 0-1 0 0,0 0 0 0 0,0 1 1 0 0,6-18 51 0 0,-5 14 8 0 0,10-34 173 0 0,-2 1 1 0 0,7-58 0 0 0,0-3 39 0 0,-15 84 251 0 0,-2 10-152 0 0,-2 10-175 0 0,3-6-196 0 0,-9 22 212 0 0,1 1-1 0 0,-5 25 1 0 0,4-11 63 0 0,5-23-238 0 0,1 0 0 0 0,0 0-1 0 0,1 0 1 0 0,1 0-1 0 0,0 23 1 0 0,1-37-48 0 0,0-1 0 0 0,0 1 1 0 0,0-1-1 0 0,0 1 1 0 0,0-1-1 0 0,1 1 1 0 0,-1-1-1 0 0,0 0 0 0 0,0 1 1 0 0,0-1-1 0 0,0 1 1 0 0,0-1-1 0 0,1 1 1 0 0,-1-1-1 0 0,0 1 0 0 0,0-1 1 0 0,1 0-1 0 0,-1 1 1 0 0,0-1-1 0 0,1 1 0 0 0,-1-1 1 0 0,6-4 2 0 0,4-17-18 0 0,16-119-199 0 0,0 3 12 0 0,-40 186 183 0 0,-20 77 62 0 0,28-100 9 0 0,1 0 1 0 0,-2 54-1 0 0,7-80-49 0 0,0 1 0 0 0,0 0 0 0 0,-1 0 0 0 0,1-1-1 0 0,0 1 1 0 0,0 0 0 0 0,0 0 0 0 0,1-1-1 0 0,-1 1 1 0 0,0 0 0 0 0,0 0 0 0 0,0-1 0 0 0,0 1-1 0 0,1 0 1 0 0,-1-1 0 0 0,0 1 0 0 0,1 0 0 0 0,-1-1-1 0 0,0 1 1 0 0,1 0 0 0 0,-1-1 0 0 0,1 1 0 0 0,-1-1-1 0 0,1 1 1 0 0,0 0 0 0 0,0-1 3 0 0,0 0 1 0 0,0-1-1 0 0,-1 1 0 0 0,1 0 1 0 0,0-1-1 0 0,0 1 0 0 0,-1-1 1 0 0,1 1-1 0 0,0 0 1 0 0,-1-1-1 0 0,1 0 0 0 0,0 1 1 0 0,-1-1-1 0 0,1 1 0 0 0,-1-1 1 0 0,1 0-1 0 0,-1 1 0 0 0,1-1 1 0 0,-1 0-1 0 0,0 1 0 0 0,1-1 1 0 0,-1-1-1 0 0,9-18 109 0 0,-1 1 0 0 0,0-1 0 0 0,7-39 1 0 0,-7 29-132 0 0,32-140-176 0 0,-37 158 172 0 0,-45 92 8 0 0,-59 109 76 0 0,103-194-64 0 0,-1-1 0 0 0,0 1 0 0 0,0-11 0 0 0,0 0 0 0 0,0 6 0 0 0,3-26-20 0 0,2-1 0 0 0,15-50 0 0 0,-16 76-2 0 0,-3 16-16 0 0,-3 19 22 0 0,-14 48 16 0 0,-6 37 0 0 0,16-72 0 0 0,14-63 126 0 0,49-183-180 0 0,-50 181-18 0 0,-14 68 72 0 0,-21 71 0 0 0,-5 28 0 0 0,31-134 5 0 0,-5 35-15 0 0,6-38 14 0 0,0 1 1 0 0,0-1 0 0 0,0 1-1 0 0,0-1 1 0 0,0 0 0 0 0,1 1-1 0 0,-1-1 1 0 0,1 0 0 0 0,-1 1 0 0 0,1-1-1 0 0,0 0 1 0 0,0 0 0 0 0,2 4-1 0 0,-3-6-3 0 0,1 0-1 0 0,-1 1 0 0 0,0-1 1 0 0,0 0-1 0 0,1 0 0 0 0,-1 0 1 0 0,0 0-1 0 0,1 0 0 0 0,-1 1 1 0 0,0-1-1 0 0,1 0 0 0 0,-1 0 1 0 0,0 0-1 0 0,1 0 0 0 0,-1 0 1 0 0,1 0-1 0 0,-1 0 0 0 0,0 0 1 0 0,1 0-1 0 0,-1 0 0 0 0,0 0 1 0 0,1 0-1 0 0,-1 0 0 0 0,0-1 1 0 0,1 1-1 0 0,-1 0 0 0 0,0 0 1 0 0,1 0-1 0 0,-1 0 0 0 0,0-1 0 0 0,0 1 1 0 0,1 0-1 0 0,-1 0 0 0 0,0-1 1 0 0,1 1-1 0 0,-1 0 0 0 0,0 0 1 0 0,0-1-1 0 0,0 1 0 0 0,1 0 1 0 0,-1-1-1 0 0,0 1 0 0 0,0 0 1 0 0,0-1-1 0 0,12-19-2 0 0,-9 15 1 0 0,37-74 18 0 0,10-17 15 0 0,-43 85-32 0 0,0 1 0 0 0,0 0 0 0 0,1 1 0 0 0,0 0-1 0 0,1 0 1 0 0,14-11 0 0 0,-23 20-2 0 0,0-1 0 0 0,0 1 0 0 0,0 0 0 0 0,0 0 0 0 0,0 0 0 0 0,1 0 0 0 0,-1 0 0 0 0,0-1 0 0 0,0 1 0 0 0,0 0 0 0 0,0 0 0 0 0,0 0 0 0 0,0 0 0 0 0,0 0 1 0 0,1 0-1 0 0,-1 0 0 0 0,0-1 0 0 0,0 1 0 0 0,0 0 0 0 0,0 0 0 0 0,0 0 0 0 0,1 0 0 0 0,-1 0 0 0 0,0 0 0 0 0,0 0 0 0 0,0 0 0 0 0,0 0 0 0 0,1 0 0 0 0,-1 0 0 0 0,0 0 0 0 0,0 0 0 0 0,0 0 0 0 0,0 0 0 0 0,1 0 0 0 0,-1 0 0 0 0,0 0 0 0 0,0 0 0 0 0,0 0 0 0 0,0 0 0 0 0,1 0 0 0 0,-1 1 0 0 0,0-1 0 0 0,0 0 0 0 0,0 0 0 0 0,0 0 0 0 0,0 0 0 0 0,0 0 0 0 0,1 0 0 0 0,-1 0 0 0 0,0 1 0 0 0,0-1 0 0 0,0 0 0 0 0,-2 12-15 0 0,-9 13 27 0 0,-88 158 926 0 0,60-112-46 0 0,37-68-875 0 0,1 0 1 0 0,-1 0 0 0 0,1 0 0 0 0,-1 0 0 0 0,1 1 0 0 0,0-1 0 0 0,0 1 0 0 0,0-1-1 0 0,0 6 1 0 0,20-34-16 0 0,16-34-65 0 0,3 2 1 0 0,57-69-1 0 0,-184 252 87 0 0,31-42-2 0 0,49-72-20 0 0,6-9 0 0 0,0 1 0 0 0,0 0 0 0 0,0 0 0 0 0,1 0 0 0 0,-1 0 0 0 0,1 1 0 0 0,0-1 0 0 0,-3 9 0 0 0,5-13 0 0 0,0 0 0 0 0,0 0 0 0 0,0 0 0 0 0,0 1 0 0 0,0-1 0 0 0,0 0 0 0 0,0 0-1 0 0,0 0 1 0 0,0 0 0 0 0,0 0 0 0 0,0 0 0 0 0,0 1 0 0 0,0-1 0 0 0,0 0 0 0 0,0 0 0 0 0,0 0-1 0 0,0 0 1 0 0,0 0 0 0 0,0 0 0 0 0,0 1 0 0 0,0-1 0 0 0,0 0 0 0 0,0 0 0 0 0,0 0 0 0 0,0 0-1 0 0,0 0 1 0 0,0 0 0 0 0,0 1 0 0 0,0-1 0 0 0,0 0 0 0 0,0 0 0 0 0,0 0 0 0 0,1 0 0 0 0,-1 0-1 0 0,0 0 1 0 0,0 0 0 0 0,0 0 0 0 0,0 0 0 0 0,0 0 0 0 0,0 1 0 0 0,0-1 0 0 0,1 0 0 0 0,-1 0 0 0 0,0 0-1 0 0,0 0 1 0 0,0 0 0 0 0,0 0 0 0 0,1 0 0 0 0,6-5-13 0 0,7-10-22 0 0,44-59 4 0 0,-32 39 17 0 0,2 0-1 0 0,31-29 0 0 0,-52 56 15 0 0,-6 7 0 0 0,0-1 0 0 0,0 1 0 0 0,0-1 0 0 0,0 1 0 0 0,1 0 0 0 0,-1 0 0 0 0,0 0 0 0 0,1 0 0 0 0,-1 0 0 0 0,0 0 0 0 0,1 0 0 0 0,-1 0 0 0 0,3 0 0 0 0,-10 15 0 0 0,-28 34 83 0 0,-62 94 426 0 0,86-129-76 0 0,8-13-166 0 0,7-7-239 0 0,26-41-55 0 0,-22 34-14 0 0,-1 0 1 0 0,21-24 0 0 0,-17 24-22 0 0,-8 9 26 0 0,1 0 1 0 0,-1 0 0 0 0,1 0 0 0 0,7-5 0 0 0,-26 32-19 0 0,-48 62-10 0 0,48-65 64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15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 2759 0 0,'-6'-2'17034'0'0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16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 1375 0 0,'-1'0'107'0'0,"4"0"667"0"0,-1-1-1 0 0,1 1 1 0 0,-1 0-1 0 0,1-1 1 0 0,-1 0-1 0 0,1 1 1 0 0,-1-1-1 0 0,0 0 0 0 0,3-1 1 0 0,-1-1 102 0 0,1 0 0 0 0,-1 0 0 0 0,8-7 0 0 0,2-4-675 0 0,18-24-1 0 0,-4 4 39 0 0,-18 22-300 0 0,-7 9 30 0 0,0-1 0 0 0,0 0 0 0 0,0 1 0 0 0,1 0 0 0 0,-1 0 0 0 0,8-5 0 0 0,-11 8 30 0 0,0 0 0 0 0,0 0 0 0 0,0 0 0 0 0,0 0 0 0 0,0 0 0 0 0,0 0 0 0 0,-1 0 0 0 0,1 0 0 0 0,0 0 0 0 0,0 0 0 0 0,0 0 0 0 0,0 0 0 0 0,0 0 0 0 0,0 1 0 0 0,0-1 0 0 0,0 0 0 0 0,0 0-1 0 0,0 0 1 0 0,0 0 0 0 0,0 0 0 0 0,0 0 0 0 0,0 0 0 0 0,0 0 0 0 0,0 0 0 0 0,0 0 0 0 0,0 0 0 0 0,0 1 0 0 0,0-1 0 0 0,0 0 0 0 0,0 0 0 0 0,0 0 0 0 0,0 0 0 0 0,0 0 0 0 0,0 0 0 0 0,0 0 0 0 0,0 0 0 0 0,0 0 0 0 0,0 0-1 0 0,0 0 1 0 0,0 0 0 0 0,1 1 0 0 0,-1-1 0 0 0,0 0 0 0 0,0 0 0 0 0,0 0 0 0 0,0 0 0 0 0,0 0 0 0 0,0 0 0 0 0,0 0 0 0 0,0 0 0 0 0,0 0 0 0 0,0 0 0 0 0,0 0 0 0 0,0 0 0 0 0,1 0 0 0 0,-1 0 0 0 0,0 0 0 0 0,0 0 0 0 0,0 0-1 0 0,0 0 1 0 0,0 0 0 0 0,0 0 0 0 0,0 0 0 0 0,0 0 0 0 0,0 0 0 0 0,0 0 0 0 0,1 0 0 0 0,-4 7-22 0 0,2-7 4 0 0,-6 12 17 0 0,0 1 0 0 0,1-1 0 0 0,0 1 0 0 0,1 1 0 0 0,-4 16 0 0 0,-12 73 4 0 0,14-66-3 0 0,-17 58 59 0 0,7-36 95 0 0,13-37-68 0 0,4-21-82 0 0,-1 0 0 0 0,1 0 0 0 0,0 0 1 0 0,0 0-1 0 0,0 0 0 0 0,0 0 0 0 0,0 0 0 0 0,0 0 1 0 0,0 0-1 0 0,1 0 0 0 0,-1 0 0 0 0,0 0 1 0 0,0 0-1 0 0,1 0 0 0 0,-1 0 0 0 0,1 0 1 0 0,-1 0-1 0 0,1 0 0 0 0,0 1 0 0 0,2-2-3 0 0,0-2 0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17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4143 0 0,'-2'2'6384'0'0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18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1 455 0 0,'-2'3'10911'0'0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19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2303 0 0,'0'4'9891'0'0,"15"-19"-9870"0"0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20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88 1839 0 0,'-2'-23'2796'0'0,"2"20"-2514"0"0,-1-1 1 0 0,1 1-1 0 0,0-1 1 0 0,0 1-1 0 0,0-1 1 0 0,1-5 0 0 0,0 7-249 0 0,-1 0 0 0 0,1 1 0 0 0,0-1 1 0 0,0 1-1 0 0,0-1 0 0 0,0 1 0 0 0,0 0 1 0 0,0-1-1 0 0,0 1 0 0 0,0 0 0 0 0,0 0 1 0 0,0 0-1 0 0,1 0 0 0 0,-1 0 0 0 0,1 0 1 0 0,-1 0-1 0 0,1 0 0 0 0,1 0 0 0 0,0-1-41 0 0,0 0-1 0 0,0 1 1 0 0,1 0-1 0 0,-1 0 1 0 0,0 0-1 0 0,1 0 1 0 0,-1 0-1 0 0,0 1 1 0 0,1 0-1 0 0,6-1 0 0 0,-9 2 6 0 0,0-1 0 0 0,1 0 0 0 0,-1 1 0 0 0,0-1 0 0 0,0 0 0 0 0,1 1 0 0 0,-1 0 0 0 0,0-1 0 0 0,0 1 0 0 0,0 0-1 0 0,0-1 1 0 0,0 1 0 0 0,0 0 0 0 0,0 0 0 0 0,0 0 0 0 0,-1 0 0 0 0,1 0 0 0 0,0 0 0 0 0,0 0 0 0 0,-1 0 0 0 0,1 0-1 0 0,-1 0 1 0 0,1 0 0 0 0,-1 1 0 0 0,1-1 0 0 0,-1 0 0 0 0,0 0 0 0 0,1 1 0 0 0,-1-1 0 0 0,0 0 0 0 0,0 0-1 0 0,0 2 1 0 0,0 6 33 0 0,0-1 0 0 0,0 1-1 0 0,-1-1 1 0 0,0 1-1 0 0,0-1 1 0 0,-6 17 0 0 0,-22 50 749 0 0,16-43-465 0 0,4-11-254 0 0,-9 22 144 0 0,17-39-194 0 0,0-1-1 0 0,1 1 1 0 0,-1 0 0 0 0,1-1 0 0 0,-1 1 0 0 0,1 0 0 0 0,0-1 0 0 0,0 1 0 0 0,1 0 0 0 0,0 3 0 0 0,-1-6 19 0 0,0 0-1 0 0,1-1 1 0 0,-1 1 0 0 0,0 0-1 0 0,1 0 1 0 0,-1-1-1 0 0,1 1 1 0 0,-1 0-1 0 0,1-1 1 0 0,-1 1 0 0 0,1 0-1 0 0,0-1 1 0 0,-1 1-1 0 0,1-1 1 0 0,0 1-1 0 0,-1-1 1 0 0,1 1-1 0 0,0-1 1 0 0,0 1 0 0 0,-1-1-1 0 0,1 0 1 0 0,0 1-1 0 0,0-1 1 0 0,0 0-1 0 0,-1 0 1 0 0,2 0-1 0 0,28 0 1388 0 0,-8 0-825 0 0,-7 2-471 0 0,-6-1-89 0 0,-1 0 0 0 0,0 0 1 0 0,1-1-1 0 0,-1 0 0 0 0,17-2 1 0 0,-17-1-107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21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1375 0 0,'0'-3'301'0'0,"1"1"-1"0"0,0-1 1 0 0,0 0-1 0 0,0 0 0 0 0,0 0 1 0 0,1 0-1 0 0,-1 1 0 0 0,1-1 1 0 0,0 0-1 0 0,3-3 0 0 0,4 10 5780 0 0,-9-1-5965 0 0,0-2-66 0 0,0 0 1 0 0,0 1 0 0 0,0-1-1 0 0,0 0 1 0 0,-1 0-1 0 0,1 1 1 0 0,0-1 0 0 0,-1 0-1 0 0,1 0 1 0 0,0 0 0 0 0,-1 1-1 0 0,0-1 1 0 0,1 0-1 0 0,-2 1 1 0 0,2-2-41 0 0,0 0 0 0 0,0 0-1 0 0,0 1 1 0 0,0-1 0 0 0,0 0 0 0 0,0 0-1 0 0,0 0 1 0 0,0 0 0 0 0,0 0 0 0 0,0 0-1 0 0,0 0 1 0 0,0 0 0 0 0,0 0 0 0 0,0 0 0 0 0,0 0-1 0 0,0 0 1 0 0,0 0 0 0 0,0 0 0 0 0,0 0-1 0 0,-1 0 1 0 0,1 0 0 0 0,0 0 0 0 0,0 0-1 0 0,0 0 1 0 0,0 0 0 0 0,0 0 0 0 0,0 0 0 0 0,0 0-1 0 0,0 0 1 0 0,0 0 0 0 0,0 0 0 0 0,0 0-1 0 0,0 0 1 0 0,0 0 0 0 0,0 0 0 0 0,0 0-1 0 0,0 0 1 0 0,-1 0 0 0 0,1 0 0 0 0,0 0-1 0 0,0 0 1 0 0,0 0 0 0 0,0 0 0 0 0,0 0 0 0 0,0 0-1 0 0,0 0 1 0 0,0 0 0 0 0,0 0 0 0 0,0 0-1 0 0,0 0 1 0 0,0 0 0 0 0,0 0 0 0 0,0 0-1 0 0,0 0 1 0 0,0 0 0 0 0,0 0 0 0 0,0 0 0 0 0,0 0-1 0 0,0 0 1 0 0,0 0 0 0 0,0 0 0 0 0,-1 0-1 0 0,1-1 1 0 0,0 1 0 0 0,1-5 392 0 0,2-1-175 0 0,-3 6-225 0 0,0 0-1 0 0,0 0 1 0 0,0 0 0 0 0,0 0-1 0 0,0 0 1 0 0,0 0 0 0 0,0 0 0 0 0,0 0-1 0 0,0 0 1 0 0,0 0 0 0 0,0 0 0 0 0,0 0-1 0 0,0 0 1 0 0,1 0 0 0 0,-1 0 0 0 0,0 0-1 0 0,0 0 1 0 0,0 0 0 0 0,0 0 0 0 0,0-1-1 0 0,0 1 1 0 0,0 0 0 0 0,0 1 0 0 0,0-1-1 0 0,0 0 1 0 0,0 0 0 0 0,0 0 0 0 0,0 0-1 0 0,1 0 1 0 0,-1 0 0 0 0,0 0 0 0 0,0 0-1 0 0,0 0 1 0 0,0 0 0 0 0,0 0 0 0 0,0 0-1 0 0,0 0 1 0 0,0 0 0 0 0,0 0 0 0 0,0 0-1 0 0,0 0 1 0 0,0 0 0 0 0,0 0 0 0 0,0 0-1 0 0,0 0 1 0 0,0 0 0 0 0,0 0 0 0 0,0 0-1 0 0,0 1 1 0 0,1-1 0 0 0,-1 0 0 0 0,0 0-1 0 0,0 0 1 0 0,0 0 0 0 0,0 0-1 0 0,0 0 1 0 0,0 0 0 0 0,6 16-873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29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53 919 0 0,'0'0'193'0'0,"-1"0"-1"0"0,1 0 0 0 0,-1 0 0 0 0,0 0 1 0 0,1 0-1 0 0,-1 0 0 0 0,0 0 0 0 0,1 0 1 0 0,-1-1-1 0 0,0 1 0 0 0,1 0 0 0 0,-1 0 1 0 0,1 0-1 0 0,-1-1 0 0 0,0 1 0 0 0,1 0 1 0 0,-1-1-1 0 0,1 1 0 0 0,-1 0 0 0 0,1-1 1 0 0,-1 1-1 0 0,1-1 0 0 0,-1 1 0 0 0,1-1 1 0 0,0 1-1 0 0,-1-1 0 0 0,1 1 0 0 0,0-1 1 0 0,-1 1-1 0 0,1-1 0 0 0,0 0 0 0 0,0 1 1 0 0,-1-1-1 0 0,1 1 0 0 0,0-1 0 0 0,0 0 1 0 0,0 1-1 0 0,0-1 0 0 0,0 0 0 0 0,0 1 1 0 0,0-2-1 0 0,0 0-1 0 0,0 1-1 0 0,1-1 1 0 0,-1 0 0 0 0,1 1 0 0 0,-1-1-1 0 0,1 1 1 0 0,0-1 0 0 0,-1 1 0 0 0,1-1-1 0 0,0 1 1 0 0,0-1 0 0 0,0 1 0 0 0,0 0-1 0 0,0 0 1 0 0,2-2 0 0 0,-1 2 29 0 0,1-1 1 0 0,-1 1-1 0 0,0 0 1 0 0,1 0-1 0 0,-1 0 1 0 0,1 0-1 0 0,-1 0 1 0 0,1 1-1 0 0,0-1 1 0 0,-1 1-1 0 0,5-1 1 0 0,32 2 158 0 0,-18 0-379 0 0,-15-1-14 0 0,-1 0 0 0 0,1 1 0 0 0,0 0 0 0 0,0 0-1 0 0,0 0 1 0 0,-1 0 0 0 0,1 1 0 0 0,5 3 0 0 0,-8-4 8 0 0,0 1 1 0 0,0 0-1 0 0,0 0 1 0 0,0 0-1 0 0,0 0 1 0 0,0 0-1 0 0,-1 1 0 0 0,1-1 1 0 0,-1 1-1 0 0,0-1 1 0 0,0 1-1 0 0,0 0 1 0 0,0 0-1 0 0,0 0 1 0 0,1 4-1 0 0,-2-4 4 0 0,0 0 0 0 0,0 1 0 0 0,-1-1-1 0 0,1 0 1 0 0,-1 0 0 0 0,0 1 0 0 0,0-1-1 0 0,0 0 1 0 0,0 0 0 0 0,0 1 0 0 0,-1-1-1 0 0,1 0 1 0 0,-1 0 0 0 0,0 1 0 0 0,-2 3-1 0 0,1-2 0 0 0,0-1-1 0 0,-1 1 0 0 0,1-1 1 0 0,-1 0-1 0 0,0 1 1 0 0,0-1-1 0 0,0 0 0 0 0,-1-1 1 0 0,-4 5-1 0 0,3-4 4 0 0,-1-1 0 0 0,1 1 0 0 0,-1-1 0 0 0,0 0 0 0 0,0 0 0 0 0,0-1 0 0 0,-8 3 0 0 0,13-5 0 0 0,1 1 0 0 0,-1-1 0 0 0,0 1 0 0 0,0-1 0 0 0,0 1 0 0 0,0 0 0 0 0,1-1 0 0 0,-1 1 0 0 0,0 0 0 0 0,1 0 0 0 0,-1 0 0 0 0,1-1 0 0 0,-1 1 0 0 0,1 0 0 0 0,-1 0 0 0 0,1 0 0 0 0,-1 0 0 0 0,1 1 0 0 0,0-2 0 0 0,-1 2-13 0 0,4 1-40 0 0,-1-1 48 0 0,0 0 9 0 0,-1-1 0 0 0,1 1 1 0 0,0 0-1 0 0,0 0 0 0 0,1-1 1 0 0,-1 1-1 0 0,0-1 0 0 0,0 0 0 0 0,1 0 1 0 0,-1 0-1 0 0,0 0 0 0 0,5 1 0 0 0,-4-1-5 0 0,0 0-1 0 0,1 0 0 0 0,-1 0 1 0 0,0 0-1 0 0,0 0 0 0 0,0 1 1 0 0,0-1-1 0 0,0 1 0 0 0,0 0 1 0 0,-1 0-1 0 0,6 5 0 0 0,-1 1-9 0 0,0 0 0 0 0,9 13 0 0 0,3 4 0 0 0,-17-23 11 0 0,0 0 0 0 0,0 0 0 0 0,-1 0 0 0 0,1 1 0 0 0,-1-1 0 0 0,0 0 0 0 0,0 0 0 0 0,0 1 0 0 0,0-1 0 0 0,0 1 0 0 0,0-1 0 0 0,-1 1 0 0 0,1-1 0 0 0,-1 1 0 0 0,1 0 0 0 0,-1-1 0 0 0,0 6 0 0 0,-1-6 0 0 0,0 1 0 0 0,0 0 0 0 0,0-1 0 0 0,0 1 0 0 0,0 0 0 0 0,0-1 0 0 0,-1 1 0 0 0,1-1 0 0 0,-1 0 0 0 0,0 0 0 0 0,1 1 0 0 0,-1-1 0 0 0,0 0 0 0 0,0 0 0 0 0,-1-1 0 0 0,-2 3 0 0 0,-2 1 29 0 0,0 1-1 0 0,-1-2 0 0 0,0 1 0 0 0,0-1 1 0 0,0-1-1 0 0,-1 0 0 0 0,1 0 1 0 0,-15 3-1 0 0,19-5-15 0 0,0 0 0 0 0,0-1 0 0 0,-1 0-1 0 0,1 0 1 0 0,0 0 0 0 0,0 0 0 0 0,0 0 0 0 0,0-1 0 0 0,0 0 0 0 0,0 0 0 0 0,0 0 0 0 0,0 0-1 0 0,0-1 1 0 0,0 0 0 0 0,0 1 0 0 0,1-1 0 0 0,-1-1 0 0 0,1 1 0 0 0,-1 0 0 0 0,-4-5 0 0 0,-14-18-1092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8:50.6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151 199 1375 0 0,'-8'5'459'0'0,"1"1"-1"0"0,-1 0 1 0 0,1 1-1 0 0,1 0 0 0 0,-1 0 1 0 0,1 0-1 0 0,0 1 0 0 0,-5 8 1 0 0,36-47 1103 0 0,10-24-902 0 0,32-70 0 0 0,-60 107-660 0 0,-23 35 0 0 0,-151 180 1650 0 0,147-172-636 0 0,23-29-885 0 0,-1 1 1 0 0,1-1-1 0 0,-1 0 0 0 0,0 0 0 0 0,0 0 0 0 0,1-7 0 0 0,6-9-121 0 0,4-6-22 0 0,1-1-40 0 0,1 0-1 0 0,1 1 1 0 0,25-32-1 0 0,-28 44 62 0 0,19-26 40 0 0,-27 34-37 0 0,-6 9-7 0 0,-8 12-6 0 0,-29 32 62 0 0,-65 104 0 0 0,102-148-55 0 0,-1-2 42 0 0,1 1 0 0 0,0 0 0 0 0,0-1 0 0 0,0 1 0 0 0,1 0 0 0 0,-1 0 0 0 0,0 0 0 0 0,1 0 0 0 0,-1-1 0 0 0,1 1 0 0 0,-1 0 0 0 0,1 4 0 0 0,0-6-31 0 0,1 0-1 0 0,-1 0 0 0 0,1 0 0 0 0,-1 0 1 0 0,1 0-1 0 0,-1 0 0 0 0,0-1 0 0 0,1 1 1 0 0,-1 0-1 0 0,1 0 0 0 0,-1 0 0 0 0,0 0 1 0 0,1-1-1 0 0,-1 1 0 0 0,0 0 0 0 0,1 0 1 0 0,-1-1-1 0 0,0 1 0 0 0,1 0 1 0 0,-1-1-1 0 0,0 1 0 0 0,1 0 0 0 0,-1-1 1 0 0,0 1-1 0 0,0-1 0 0 0,0 1 0 0 0,1 0 1 0 0,-1-1-1 0 0,9-12 20 0 0,72-133-34 0 0,-56 98 0 0 0,-12 21-164 0 0,-34 54 152 0 0,-45 93 12 0 0,1 0 0 0 0,58-107-32 0 0,7-11 10 0 0,3-9 12 0 0,12-21-17 0 0,0 1-1 0 0,2 0 1 0 0,1 1 0 0 0,1 1-1 0 0,1 1 1 0 0,35-32-1 0 0,-54 55 28 0 0,0 1 0 0 0,0-1 0 0 0,0 0 0 0 0,0 0 0 0 0,0 0 0 0 0,0 1 0 0 0,0-1 0 0 0,0 0 0 0 0,1 1 0 0 0,-1-1 0 0 0,0 1 0 0 0,0 0 0 0 0,2-1 0 0 0,-3 1 0 0 0,0 0 0 0 0,1 0 0 0 0,-1 0 0 0 0,0 0 0 0 0,0 0 0 0 0,0 0 0 0 0,1 0 0 0 0,-1 0 0 0 0,0 0 0 0 0,0 1 0 0 0,0-1 0 0 0,0 0 0 0 0,1 0 0 0 0,-1 0 0 0 0,0 0 0 0 0,0 0 0 0 0,0 0 0 0 0,0 1 0 0 0,1-1 0 0 0,-1 0 0 0 0,0 0 0 0 0,0 0 0 0 0,0 0 0 0 0,0 1 0 0 0,0-1 0 0 0,0 0 0 0 0,0 0 0 0 0,0 0 0 0 0,0 1 0 0 0,0 11 0 0 0,-6 3 24 0 0,0 0-1 0 0,0 0 1 0 0,-2 0-1 0 0,-17 26 1 0 0,7-12-6 0 0,0-1-2 0 0,12-20-8 0 0,0 0 0 0 0,1 0 0 0 0,0 1 0 0 0,1 0 0 0 0,-5 11 0 0 0,9-20-8 0 0,0 0 0 0 0,0 0 0 0 0,0 1 0 0 0,-1-1 0 0 0,1 0 0 0 0,0 0 0 0 0,0 0 0 0 0,0 0 0 0 0,0 1 0 0 0,0-1 0 0 0,0 0 0 0 0,0 0 0 0 0,0 0 0 0 0,0 1 0 0 0,0-1 0 0 0,0 0 0 0 0,0 0 0 0 0,0 0 0 0 0,0 1 0 0 0,0-1 0 0 0,0 0 0 0 0,0 0 0 0 0,0 0 0 0 0,0 1 0 0 0,0-1 0 0 0,0 0 0 0 0,0 0 0 0 0,0 0 0 0 0,0 1 0 0 0,0-1 0 0 0,0 0 0 0 0,1 0 0 0 0,-1 0 0 0 0,0 0 0 0 0,0 1 0 0 0,0-1 0 0 0,1 0 0 0 0,6-5 0 0 0,7-11 0 0 0,-3 1 0 0 0,7-11 0 0 0,16-30 0 0 0,-24 37 0 0 0,-1 2 0 0 0,0 0 0 0 0,17-24 0 0 0,-26 41 0 0 0,0 0 0 0 0,0 1 0 0 0,0-1-1 0 0,0 0 1 0 0,0 0 0 0 0,0 0 0 0 0,0 0-1 0 0,0 0 1 0 0,0 0 0 0 0,0 0 0 0 0,0 0-1 0 0,0 0 1 0 0,1 0 0 0 0,-1 0 0 0 0,0 0-1 0 0,0 0 1 0 0,0 0 0 0 0,0 0 0 0 0,0 0-1 0 0,0 0 1 0 0,0 0 0 0 0,0 0 0 0 0,0 0-1 0 0,0 0 1 0 0,0 0 0 0 0,0 0 0 0 0,0 1-1 0 0,0-1 1 0 0,0 0 0 0 0,0 0 0 0 0,0 0-1 0 0,0 0 1 0 0,0 0 0 0 0,0 0 0 0 0,0 0-1 0 0,0 0 1 0 0,0 0 0 0 0,1 0 0 0 0,-1 0-1 0 0,0 0 1 0 0,0 0 0 0 0,0 0 0 0 0,0 0-1 0 0,0 0 1 0 0,-3 10-25 0 0,-5 14-11 0 0,-16 27 184 0 0,-40 63 0 0 0,58-106-59 0 0,7-16 118 0 0,7-20 207 0 0,-6 22-372 0 0,9-32-50 0 0,5-13-32 0 0,24-56 0 0 0,-32 95-3 0 0,-6 13 8 0 0,-2 8-4 0 0,-53 232 224 0 0,52-236-162 0 0,0-2-18 0 0,0 0-1 0 0,1-1 0 0 0,-1 1 0 0 0,1 0 0 0 0,-1 0 0 0 0,1 0 0 0 0,0-1 0 0 0,1 4 0 0 0,-1-6-5 0 0,0 0-1 0 0,1 0 1 0 0,-1 0-1 0 0,0 0 1 0 0,1 0-1 0 0,-1-1 0 0 0,0 1 1 0 0,0 0-1 0 0,1 0 1 0 0,-1 0-1 0 0,0 0 1 0 0,1-1-1 0 0,-1 1 1 0 0,0 0-1 0 0,0 0 1 0 0,1-1-1 0 0,-1 1 0 0 0,0 0 1 0 0,0 0-1 0 0,0-1 1 0 0,1 1-1 0 0,-1 0 1 0 0,0-1-1 0 0,0 1 1 0 0,0 0-1 0 0,0-1 0 0 0,0 1 1 0 0,0 0-1 0 0,0-1 1 0 0,0 0-1 0 0,8-13-46 0 0,8-34 103 0 0,7-14 2 0 0,-3 16-283 0 0,19-63-1 0 0,-76 219 316 0 0,12-39-37 0 0,-4 11 12 0 0,32-98-64 0 0,-3 12 0 0 0,1 0 0 0 0,-1 1 0 0 0,1-1 0 0 0,0 0 0 0 0,0 0 0 0 0,0 1 0 0 0,1-1 0 0 0,2-4 0 0 0,6-8-7 0 0,2-2-50 0 0,16-35 0 0 0,-26 48 50 0 0,0 0-1 0 0,0 0 0 0 0,0 0 0 0 0,-1 0 1 0 0,1-1-1 0 0,-1 1 0 0 0,-1-1 1 0 0,1 1-1 0 0,-1-1 0 0 0,0 1 0 0 0,0-1 1 0 0,-2-6-1 0 0,2 12 8 0 0,0-1 0 0 0,0 1 0 0 0,0-1 0 0 0,0 1 1 0 0,0 0-1 0 0,0-1 0 0 0,0 1 0 0 0,0 0 0 0 0,-1-1 0 0 0,1 1 0 0 0,0 0 0 0 0,0-1 0 0 0,0 1 0 0 0,-1 0 1 0 0,1-1-1 0 0,0 1 0 0 0,0 0 0 0 0,-1-1 0 0 0,1 1 0 0 0,0 0 0 0 0,0 0 0 0 0,-1 0 0 0 0,1-1 1 0 0,0 1-1 0 0,-1 0 0 0 0,1 0 0 0 0,-1 0 0 0 0,1 0 0 0 0,0-1 0 0 0,-1 1 0 0 0,0 0 5 0 0,0 1 0 0 0,1-1 0 0 0,-1 0 0 0 0,0 0 0 0 0,0 0 0 0 0,0 1 0 0 0,1-1 0 0 0,-1 0 0 0 0,0 1 0 0 0,0-1 0 0 0,1 1 0 0 0,-1-1 0 0 0,0 2-1 0 0,-21 21 47 0 0,20-21-78 0 0,-62 85-7 0 0,-21 24-15 0 0,85-111 49 0 0,0 0 0 0 0,0 0 0 0 0,0 0 0 0 0,0 1 0 0 0,0-1-1 0 0,0 0 1 0 0,0 0 0 0 0,0 0 0 0 0,0 0 0 0 0,0 0 0 0 0,0 1-1 0 0,0-1 1 0 0,0 0 0 0 0,0 0 0 0 0,0 0 0 0 0,0 0 0 0 0,0 0-1 0 0,0 0 1 0 0,-1 0 0 0 0,1 1 0 0 0,0-1 0 0 0,0 0 0 0 0,0 0-1 0 0,0 0 1 0 0,0 0 0 0 0,0 0 0 0 0,-1 0 0 0 0,1 0 0 0 0,0 0 0 0 0,0 0-1 0 0,0 0 1 0 0,0 0 0 0 0,0 0 0 0 0,0 0 0 0 0,-1 0 0 0 0,1 0-1 0 0,0 0 1 0 0,0 0 0 0 0,0 0 0 0 0,0 0 0 0 0,0 0 0 0 0,-1 0-1 0 0,1 0 1 0 0,0 0 0 0 0,0 0 0 0 0,0 0 0 0 0,0 0 0 0 0,2-9 33 0 0,7-12 43 0 0,84-131-141 0 0,-32 55 20 0 0,-78 122 82 0 0,-40 44 0 0 0,36-45-11 0 0,1 1 0 0 0,-17 27 0 0 0,36-51-30 0 0,0-3-8 0 0,3-10-22 0 0,5-14-1 0 0,67-131-160 0 0,-125 252 249 0 0,31-53-30 0 0,-35 82 50 0 0,51-106-74 0 0,4-11 0 0 0,0-6 0 0 0,0-1 0 0 0,0 0 0 0 0,1 0 0 0 0,-1 0 0 0 0,0 0 0 0 0,0 0 0 0 0,0 0 0 0 0,0 0 0 0 0,0 1 0 0 0,1-1 0 0 0,-1 0 0 0 0,0 0 0 0 0,0 0 0 0 0,0 0 0 0 0,0 0 0 0 0,1 0 0 0 0,-1 0 0 0 0,0 0 0 0 0,0 0 0 0 0,0 0 0 0 0,0 0 0 0 0,1 0 0 0 0,-1 0 0 0 0,0 0 0 0 0,0 0 0 0 0,0 0 0 0 0,0 0 0 0 0,1 0 0 0 0,-1 0 0 0 0,0 0 0 0 0,0 0 0 0 0,0 0 0 0 0,0 0 0 0 0,0-1 0 0 0,1 1 0 0 0,-1 0 0 0 0,0 0 0 0 0,6-3 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8:53.6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170 133 1375 0 0,'-3'1'255'0'0,"0"1"-1"0"0,0 0 1 0 0,1 0-1 0 0,-1 1 1 0 0,1-1-1 0 0,0 0 1 0 0,0 1-1 0 0,-1 0 0 0 0,2-1 1 0 0,-3 5-1 0 0,-9 10 2419 0 0,46-62-753 0 0,-16 25-1936 0 0,14-25-1 0 0,15-16-14 0 0,-38 54 31 0 0,-7 13 0 0 0,-9 16 0 0 0,-29 47 230 0 0,-61 86 0 0 0,95-150-223 0 0,-7 11 66 0 0,4-7 175 0 0,0 1-1 0 0,-13 14 1 0 0,21-28-96 0 0,1 1 0 0 0,-1-1 0 0 0,0 0 0 0 0,-1 1 0 0 0,3-6 0 0 0,2-5-131 0 0,16-28-117 0 0,2 2-1 0 0,2 0 0 0 0,37-42 1 0 0,-59 77 68 0 0,-2 6 16 0 0,-7 10 21 0 0,-12 18 86 0 0,-17 29 33 0 0,-35 80 0 0 0,68-134-117 0 0,-1-2-1 0 0,1 0 0 0 0,0 0 0 0 0,0 0 0 0 0,1 0 0 0 0,-1 0 0 0 0,0 0 0 0 0,1 0 0 0 0,-1 1 0 0 0,1-1 0 0 0,0 0 0 0 0,0 0 1 0 0,-1 1-1 0 0,2 2 0 0 0,-1-5-9 0 0,0 0 0 0 0,1 0 0 0 0,-1 0 0 0 0,0 0 1 0 0,1 0-1 0 0,-1 0 0 0 0,0 0 0 0 0,0 0 1 0 0,1 0-1 0 0,-1 0 0 0 0,0 0 0 0 0,1 0 0 0 0,-1 0 1 0 0,0 0-1 0 0,1 0 0 0 0,-1 0 0 0 0,0 0 0 0 0,0 0 1 0 0,1-1-1 0 0,-1 1 0 0 0,0 0 0 0 0,0 0 0 0 0,1 0 1 0 0,-1-1-1 0 0,0 1 0 0 0,0 0 0 0 0,1 0 0 0 0,-1 0 1 0 0,0-1-1 0 0,0 1 0 0 0,0 0 0 0 0,0-1 0 0 0,0 1 1 0 0,1 0-1 0 0,-1-1 0 0 0,8-10 22 0 0,5-10-29 0 0,115-171-200 0 0,-124 187 244 0 0,0 0-15 0 0,-8 11-24 0 0,-96 156 1 0 0,9-14 0 0 0,57-102 0 0 0,37-52 13 0 0,0-1-1 0 0,0-1 0 0 0,-1 1 0 0 0,3-11 0 0 0,0-1-23 0 0,5-11-93 0 0,66-200 50 0 0,-56 191 26 0 0,-15 31 30 0 0,-1 1 1 0 0,0-1-1 0 0,-1 0 0 0 0,1-1 1 0 0,-2 1-1 0 0,3-11 0 0 0,-4 19-1 0 0,-1 0-1 0 0,0-1 0 0 0,0 1 0 0 0,0 0 0 0 0,0 0 1 0 0,0 0-1 0 0,0 0 0 0 0,0 0 0 0 0,0-1 0 0 0,0 1 1 0 0,0 0-1 0 0,0 0 0 0 0,0 0 0 0 0,0 0 0 0 0,0 0 0 0 0,0-1 1 0 0,0 1-1 0 0,0 0 0 0 0,0 0 0 0 0,0 0 0 0 0,0 0 1 0 0,0 0-1 0 0,0-1 0 0 0,0 1 0 0 0,0 0 0 0 0,0 0 1 0 0,0 0-1 0 0,0 0 0 0 0,-1 0 0 0 0,1-1 0 0 0,0 1 1 0 0,0 0-1 0 0,0 0 0 0 0,0 0 0 0 0,0 0 0 0 0,0 0 1 0 0,0 0-1 0 0,-1 0 0 0 0,1 0 0 0 0,0 0 0 0 0,0-1 1 0 0,0 1-1 0 0,-1 0 0 0 0,-6 5 21 0 0,-6 10 24 0 0,-109 190 5 0 0,96-157-47 0 0,22-42 0 0 0,1 0 23 0 0,0-1 0 0 0,0 1 0 0 0,0 0 0 0 0,1 0 1 0 0,0 0-1 0 0,-3 11 0 0 0,5-17-19 0 0,0 0 0 0 0,0 1 0 0 0,0-1 0 0 0,0 0 0 0 0,0 0 0 0 0,0 1 0 0 0,0-1 0 0 0,0 0 0 0 0,0 0 0 0 0,0 1 0 0 0,0-1 0 0 0,0 0 0 0 0,0 0 0 0 0,0 1 0 0 0,0-1 0 0 0,0 0 0 0 0,0 0 0 0 0,0 1 0 0 0,0-1 0 0 0,0 0 0 0 0,0 0 0 0 0,0 1 0 0 0,1-1 0 0 0,-1 0 0 0 0,0 0 0 0 0,0 1 0 0 0,0-1 0 0 0,0 0 0 0 0,1 0 0 0 0,-1 0 0 0 0,0 0 0 0 0,0 1 0 0 0,0-1 0 0 0,1 0 0 0 0,-1 0 0 0 0,0 0 0 0 0,0 0 0 0 0,0 0 0 0 0,1 0 0 0 0,-1 1 0 0 0,0-1 0 0 0,0 0 0 0 0,1 0 0 0 0,-1 0 0 0 0,0 0 0 0 0,1 0 0 0 0,-1 0 0 0 0,0 0 0 0 0,0 0 0 0 0,1 0 0 0 0,-1 0 0 0 0,0 0 0 0 0,0 0 0 0 0,1-1 0 0 0,-1 1 0 0 0,0 0 0 0 0,0 0 0 0 0,0 0 0 0 0,1 0 0 0 0,-1 0 0 0 0,0 0 0 0 0,0-1 0 0 0,1 1 0 0 0,-1 0 0 0 0,0 0 0 0 0,0 0 0 0 0,0 0 0 0 0,1-1 0 0 0,14-11 188 0 0,8-17-113 0 0,34-52-1 0 0,-19 25-84 0 0,-15 23 3 0 0,51-53 0 0 0,-66 80 0 0 0,-10 13 0 0 0,-9 12 0 0 0,-54 76 25 0 0,-48 84 100 0 0,110-175-107 0 0,2-2-9 0 0,0 0-1 0 0,-1 1 1 0 0,1-1 0 0 0,0 0-1 0 0,0 0 1 0 0,1 1-1 0 0,-1-1 1 0 0,0 1 0 0 0,1-1-1 0 0,-1 1 1 0 0,1-1 0 0 0,0 5-1 0 0,0-7-8 0 0,0 0 0 0 0,0 0 0 0 0,0 0 0 0 0,0 0 0 0 0,0 0 0 0 0,0 1 0 0 0,0-1 0 0 0,0 0 0 0 0,0 0 0 0 0,0 0 0 0 0,0 0 0 0 0,0 0 0 0 0,0 0 0 0 0,1 1 0 0 0,-1-1 0 0 0,0 0 0 0 0,0 0 0 0 0,0 0 0 0 0,0 0 0 0 0,0 0 0 0 0,0 0 0 0 0,0 0 0 0 0,0 0 0 0 0,1 1 0 0 0,-1-1 0 0 0,0 0 0 0 0,0 0 0 0 0,0 0 0 0 0,0 0 0 0 0,0 0 0 0 0,0 0 0 0 0,1 0 0 0 0,-1 0 0 0 0,0 0 0 0 0,0 0 0 0 0,0 0 0 0 0,0 0 0 0 0,0 0 0 0 0,1 0 0 0 0,-1 0 0 0 0,0 0 0 0 0,0 0 0 0 0,0 0 0 0 0,0 0 0 0 0,1 0 0 0 0,7-6 0 0 0,5-10 0 0 0,-12 16 0 0 0,198-230 0 0 0,-195 226 0 0 0,-2 2 0 0 0,-1 0 0 0 0,1 0 0 0 0,-1 1 0 0 0,1-1 0 0 0,0 0 0 0 0,-1 1 0 0 0,1 0 0 0 0,0-1 0 0 0,0 1 0 0 0,0 0 0 0 0,0 0 0 0 0,4-2 0 0 0,-6 5 0 0 0,-1 0 0 0 0,1-1 0 0 0,0 1 0 0 0,-1 0 0 0 0,0-1 0 0 0,1 1 0 0 0,-1-1 0 0 0,0 1 0 0 0,0-1 0 0 0,-1 3 0 0 0,1-2 0 0 0,-128 209 16 0 0,85-149 196 0 0,-9 15 40 0 0,82-106-252 0 0,10-25-45 0 0,2 1 0 0 0,79-77-1 0 0,-108 120 52 0 0,-11 10-10 0 0,-1-1-1 0 0,0 1 1 0 0,1-1 0 0 0,-1 1 0 0 0,1 0 0 0 0,-1-1 0 0 0,1 1 0 0 0,-1 0 0 0 0,1-1 0 0 0,-1 1 0 0 0,1 0 0 0 0,-1 0 0 0 0,1 0 0 0 0,-1-1 0 0 0,1 1 0 0 0,-1 0 0 0 0,1 0-1 0 0,0 0 1 0 0,-1 0 0 0 0,1 0 0 0 0,-1 1 1 0 0,0 0-1 0 0,0 1 0 0 0,-1-1 1 0 0,1 0-1 0 0,0 0 1 0 0,-1 0-1 0 0,1 0 0 0 0,-1 1 1 0 0,0-1-1 0 0,1 0 1 0 0,-1 0-1 0 0,0 0 0 0 0,0 0 1 0 0,1-1-1 0 0,-1 1 1 0 0,-2 2-1 0 0,-1 1-7 0 0,-151 198 683 0 0,165-218-369 0 0,-2 4 1 0 0,1 0 1 0 0,18-20-1 0 0,17-6-304 0 0,24-24 0 0 0,-24 15 0 0 0,-61 66-9 0 0,-24 36 0 0 0,15-18 3 0 0,-57 72 278 0 0,78-103-206 0 0,11-14 22 0 0,11-16 22 0 0,11-13-171 0 0,2 0 0 0 0,54-50 0 0 0,-79 81 60 0 0,-33 39 45 0 0,1 1-1 0 0,-24 39 0 0 0,4-6 9 0 0,34-50-20 0 0,9-13 49 0 0,-1 1 1 0 0,1 1-1 0 0,1-1 1 0 0,-1 0-1 0 0,-4 12 1 0 0,8-17-79 0 0,0 0 0 0 0,0 0-1 0 0,0 0 1 0 0,0 0 0 0 0,0 0 0 0 0,-1 0 0 0 0,1 0 0 0 0,0 1-1 0 0,0-1 1 0 0,0 0 0 0 0,0 0 0 0 0,0 0 0 0 0,0 0 0 0 0,0 0-1 0 0,0 0 1 0 0,0 0 0 0 0,0 0 0 0 0,0 0 0 0 0,0 0 0 0 0,0 0-1 0 0,0 1 1 0 0,0-1 0 0 0,0 0 0 0 0,0 0 0 0 0,0 0 0 0 0,0 0-1 0 0,0 0 1 0 0,0 0 0 0 0,0 0 0 0 0,0 0 0 0 0,0 0 0 0 0,1 0 0 0 0,-1 0-1 0 0,0 1 1 0 0,0-1 0 0 0,0 0 0 0 0,0 0 0 0 0,0 0 0 0 0,0 0-1 0 0,0 0 1 0 0,0 0 0 0 0,0 0 0 0 0,0 0 0 0 0,0 0 0 0 0,0 0-1 0 0,0 0 1 0 0,0 0 0 0 0,1 0 0 0 0,-1 0 0 0 0,0 0 0 0 0,0 0-1 0 0,0 0 1 0 0,0 0 0 0 0,0 0 0 0 0,0 0 0 0 0,0 0 0 0 0,0 0-1 0 0,7-3 66 0 0,7-6-59 0 0,1-6-55 0 0,-1 1 0 0 0,0-2-1 0 0,17-24 1 0 0,-3 4-1 0 0,81-110-25 0 0,-125 165 68 0 0,0 0-1 0 0,-28 25 1 0 0,-46 33 7 0 0,82-71 12 0 0,0 1 0 0 0,-1-1 1 0 0,0 0-1 0 0,0-1 1 0 0,0 0-1 0 0,-1 0 0 0 0,1-1 1 0 0,-16 4-1 0 0,24-8-15 0 0,0 1-1 0 0,0-1 0 0 0,-1 0 0 0 0,1 1 1 0 0,0-1-1 0 0,0 0 0 0 0,0 0 0 0 0,0 0 1 0 0,0 0-1 0 0,0 0 0 0 0,-1 0 0 0 0,1 0 1 0 0,0-1-1 0 0,0 1 0 0 0,0 0 1 0 0,0-1-1 0 0,0 1 0 0 0,0 0 0 0 0,0-1 1 0 0,0 1-1 0 0,0-1 0 0 0,0 0 0 0 0,0 1 1 0 0,0-1-1 0 0,0 0 0 0 0,0 0 0 0 0,1 1 1 0 0,-1-1-1 0 0,0 0 0 0 0,1 0 1 0 0,-1 0-1 0 0,0 0 0 0 0,1 0 0 0 0,-1 0 1 0 0,1 0-1 0 0,-1 0 0 0 0,1 0 0 0 0,0 0 1 0 0,-1-2-1 0 0,1 0-3 0 0,-1-1 0 0 0,1 0 0 0 0,0 1-1 0 0,0-1 1 0 0,0 0 0 0 0,1 1 0 0 0,0-1 0 0 0,-1 0 0 0 0,1 1 0 0 0,3-7 0 0 0,2-3-30 0 0,0 1 0 0 0,1-1-1 0 0,1 1 1 0 0,17-20 0 0 0,42-39-38 0 0,-58 62 53 0 0,15-15 19 0 0,-14 15 0 0 0,-9 9 0 0 0,-3 2 0 0 0,-6 8 3 0 0,-26 30 112 0 0,-43 63-1 0 0,61-78-117 0 0,9-17 0 0 0,1 2 0 0 0,0-1 0 0 0,0 1 0 0 0,1 0 0 0 0,0 0 0 0 0,-5 19 0 0 0,10-29 3 0 0,-1 0 0 0 0,1 1 0 0 0,0-1 0 0 0,0 1 0 0 0,0 0 0 0 0,0-1 0 0 0,0 1 0 0 0,-1-1 0 0 0,1 1 0 0 0,0-1 0 0 0,0 1 0 0 0,0-1 0 0 0,0 1 0 0 0,1-1 0 0 0,-1 1 0 0 0,0-1 0 0 0,0 1 0 0 0,0-1 0 0 0,0 1 0 0 0,0-1 0 0 0,1 1 0 0 0,-1-1 0 0 0,0 1 0 0 0,0-1 0 0 0,1 1 0 0 0,-1-1 0 0 0,0 1 0 0 0,1-1 0 0 0,0 1 0 0 0,-1-1 0 0 0,1 0 0 0 0,0 0 0 0 0,0 0 0 0 0,0 0 0 0 0,0 0 0 0 0,-1-1 0 0 0,1 1 0 0 0,0 0 0 0 0,0 0 0 0 0,0-1 0 0 0,-1 1 0 0 0,1 0 0 0 0,0-1 0 0 0,0 1 0 0 0,-1-1 0 0 0,2 0 0 0 0,4-3 0 0 0,0-1 0 0 0,11-11 0 0 0,30-38-32 0 0,62-93 0 0 0,-118 154 54 0 0,0-1-1 0 0,-10 12 0 0 0,-18 20 119 0 0,-150 148 1664 0 0,244-241-1782 0 0,-41 39-196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8:59.30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41 161 1375 0 0,'-5'13'697'0'0,"1"0"-1"0"0,0 0 1 0 0,1 1-1 0 0,0-1 1 0 0,-1 28-1 0 0,2-19-123 0 0,1-18-471 0 0,0 3 149 0 0,0 0-1 0 0,1 0 1 0 0,0 0-1 0 0,0 0 0 0 0,0 0 1 0 0,3 12-1 0 0,-3-19-240 0 0,0 0 1 0 0,0-1-1 0 0,0 1 1 0 0,0 0-1 0 0,0 0 0 0 0,0 0 1 0 0,0 0-1 0 0,0-1 1 0 0,0 1-1 0 0,0 0 0 0 0,0 0 1 0 0,1 0-1 0 0,-1 0 1 0 0,0 0-1 0 0,0 0 0 0 0,0-1 1 0 0,0 1-1 0 0,0 0 1 0 0,0 0-1 0 0,1 0 0 0 0,-1 0 1 0 0,0 0-1 0 0,0 0 1 0 0,0 0-1 0 0,0 0 0 0 0,1 0 1 0 0,-1 0-1 0 0,0 0 0 0 0,0 0 1 0 0,0 0-1 0 0,0 0 1 0 0,1 0-1 0 0,-1 0 0 0 0,0 0 1 0 0,0 0-1 0 0,0 0 1 0 0,0 0-1 0 0,1 0 0 0 0,-1 0 1 0 0,0 0-1 0 0,0 0 1 0 0,0 0-1 0 0,0 0 0 0 0,1 0 1 0 0,-1 0-1 0 0,0 0 1 0 0,0 0-1 0 0,0 1 0 0 0,0-1 1 0 0,0 0-1 0 0,0 0 1 0 0,1 0-1 0 0,-1 0 0 0 0,0 0 1 0 0,0 0-1 0 0,0 1 1 0 0,0-1-1 0 0,0 0 0 0 0,0 0 1 0 0,0 0-1 0 0,0 0 0 0 0,0 1 1 0 0,6-18 51 0 0,-5 14 8 0 0,10-34 173 0 0,-2 1 1 0 0,7-58 0 0 0,0-3 39 0 0,-15 84 251 0 0,-2 10-152 0 0,-2 10-175 0 0,3-6-196 0 0,-9 22 212 0 0,1 1-1 0 0,-5 25 1 0 0,4-11 63 0 0,5-23-238 0 0,1 0 0 0 0,0 0-1 0 0,1 0 1 0 0,1 0-1 0 0,0 23 1 0 0,1-37-48 0 0,0-1 0 0 0,0 1 1 0 0,0-1-1 0 0,0 1 1 0 0,0-1-1 0 0,1 1 1 0 0,-1-1-1 0 0,0 0 0 0 0,0 1 1 0 0,0-1-1 0 0,0 1 1 0 0,0-1-1 0 0,1 1 1 0 0,-1-1-1 0 0,0 1 0 0 0,0-1 1 0 0,1 0-1 0 0,-1 1 1 0 0,0-1-1 0 0,1 1 0 0 0,-1-1 1 0 0,6-4 2 0 0,4-17-18 0 0,16-119-199 0 0,0 3 12 0 0,-40 186 183 0 0,-20 77 62 0 0,28-100 9 0 0,1 0 1 0 0,-2 54-1 0 0,7-80-49 0 0,0 1 0 0 0,0 0 0 0 0,-1 0 0 0 0,1-1-1 0 0,0 1 1 0 0,0 0 0 0 0,0 0 0 0 0,1-1-1 0 0,-1 1 1 0 0,0 0 0 0 0,0 0 0 0 0,0-1 0 0 0,0 1-1 0 0,1 0 1 0 0,-1-1 0 0 0,0 1 0 0 0,1 0 0 0 0,-1-1-1 0 0,0 1 1 0 0,1 0 0 0 0,-1-1 0 0 0,1 1 0 0 0,-1-1-1 0 0,1 1 1 0 0,0 0 0 0 0,0-1 3 0 0,0 0 1 0 0,0-1-1 0 0,-1 1 0 0 0,1 0 1 0 0,0-1-1 0 0,0 1 0 0 0,-1-1 1 0 0,1 1-1 0 0,0 0 1 0 0,-1-1-1 0 0,1 0 0 0 0,0 1 1 0 0,-1-1-1 0 0,1 1 0 0 0,-1-1 1 0 0,1 0-1 0 0,-1 1 0 0 0,1-1 1 0 0,-1 0-1 0 0,0 1 0 0 0,1-1 1 0 0,-1-1-1 0 0,9-18 109 0 0,-1 1 0 0 0,0-1 0 0 0,7-39 1 0 0,-7 29-132 0 0,32-140-176 0 0,-37 158 172 0 0,-45 92 8 0 0,-59 109 76 0 0,103-194-64 0 0,-1-1 0 0 0,0 1 0 0 0,0-11 0 0 0,0 0 0 0 0,0 6 0 0 0,3-26-20 0 0,2-1 0 0 0,15-50 0 0 0,-16 76-2 0 0,-3 16-16 0 0,-3 19 22 0 0,-14 48 16 0 0,-6 37 0 0 0,16-72 0 0 0,14-63 126 0 0,49-183-180 0 0,-50 181-18 0 0,-14 68 72 0 0,-21 71 0 0 0,-5 28 0 0 0,31-134 5 0 0,-5 35-15 0 0,6-38 14 0 0,0 1 1 0 0,0-1 0 0 0,0 1-1 0 0,0-1 1 0 0,0 0 0 0 0,1 1-1 0 0,-1-1 1 0 0,1 0 0 0 0,-1 1 0 0 0,1-1-1 0 0,0 0 1 0 0,0 0 0 0 0,2 4-1 0 0,-3-6-3 0 0,1 0-1 0 0,-1 1 0 0 0,0-1 1 0 0,0 0-1 0 0,1 0 0 0 0,-1 0 1 0 0,0 0-1 0 0,1 0 0 0 0,-1 1 1 0 0,0-1-1 0 0,1 0 0 0 0,-1 0 1 0 0,0 0-1 0 0,1 0 0 0 0,-1 0 1 0 0,1 0-1 0 0,-1 0 0 0 0,0 0 1 0 0,1 0-1 0 0,-1 0 0 0 0,0 0 1 0 0,1 0-1 0 0,-1 0 0 0 0,0-1 1 0 0,1 1-1 0 0,-1 0 0 0 0,0 0 1 0 0,1 0-1 0 0,-1 0 0 0 0,0-1 0 0 0,0 1 1 0 0,1 0-1 0 0,-1 0 0 0 0,0-1 1 0 0,1 1-1 0 0,-1 0 0 0 0,0 0 1 0 0,0-1-1 0 0,0 1 0 0 0,1 0 1 0 0,-1-1-1 0 0,0 1 0 0 0,0 0 1 0 0,0-1-1 0 0,12-19-2 0 0,-9 15 1 0 0,37-74 18 0 0,10-17 15 0 0,-43 85-32 0 0,0 1 0 0 0,0 0 0 0 0,1 1 0 0 0,0 0-1 0 0,1 0 1 0 0,14-11 0 0 0,-23 20-2 0 0,0-1 0 0 0,0 1 0 0 0,0 0 0 0 0,0 0 0 0 0,0 0 0 0 0,1 0 0 0 0,-1 0 0 0 0,0-1 0 0 0,0 1 0 0 0,0 0 0 0 0,0 0 0 0 0,0 0 0 0 0,0 0 0 0 0,0 0 1 0 0,1 0-1 0 0,-1 0 0 0 0,0-1 0 0 0,0 1 0 0 0,0 0 0 0 0,0 0 0 0 0,0 0 0 0 0,1 0 0 0 0,-1 0 0 0 0,0 0 0 0 0,0 0 0 0 0,0 0 0 0 0,0 0 0 0 0,1 0 0 0 0,-1 0 0 0 0,0 0 0 0 0,0 0 0 0 0,0 0 0 0 0,0 0 0 0 0,1 0 0 0 0,-1 0 0 0 0,0 0 0 0 0,0 0 0 0 0,0 0 0 0 0,0 0 0 0 0,1 0 0 0 0,-1 1 0 0 0,0-1 0 0 0,0 0 0 0 0,0 0 0 0 0,0 0 0 0 0,0 0 0 0 0,0 0 0 0 0,1 0 0 0 0,-1 0 0 0 0,0 1 0 0 0,0-1 0 0 0,0 0 0 0 0,-2 12-15 0 0,-9 13 27 0 0,-88 158 926 0 0,60-112-46 0 0,37-68-875 0 0,1 0 1 0 0,-1 0 0 0 0,1 0 0 0 0,-1 0 0 0 0,1 1 0 0 0,0-1 0 0 0,0 1 0 0 0,0-1-1 0 0,0 6 1 0 0,20-34-16 0 0,16-34-65 0 0,3 2 1 0 0,57-69-1 0 0,-184 252 87 0 0,31-42-2 0 0,49-72-20 0 0,6-9 0 0 0,0 1 0 0 0,0 0 0 0 0,0 0 0 0 0,1 0 0 0 0,-1 0 0 0 0,1 1 0 0 0,0-1 0 0 0,-3 9 0 0 0,5-13 0 0 0,0 0 0 0 0,0 0 0 0 0,0 0 0 0 0,0 1 0 0 0,0-1 0 0 0,0 0 0 0 0,0 0-1 0 0,0 0 1 0 0,0 0 0 0 0,0 0 0 0 0,0 0 0 0 0,0 1 0 0 0,0-1 0 0 0,0 0 0 0 0,0 0 0 0 0,0 0-1 0 0,0 0 1 0 0,0 0 0 0 0,0 0 0 0 0,0 1 0 0 0,0-1 0 0 0,0 0 0 0 0,0 0 0 0 0,0 0 0 0 0,0 0-1 0 0,0 0 1 0 0,0 0 0 0 0,0 1 0 0 0,0-1 0 0 0,0 0 0 0 0,0 0 0 0 0,0 0 0 0 0,1 0 0 0 0,-1 0-1 0 0,0 0 1 0 0,0 0 0 0 0,0 0 0 0 0,0 0 0 0 0,0 0 0 0 0,0 1 0 0 0,0-1 0 0 0,1 0 0 0 0,-1 0 0 0 0,0 0-1 0 0,0 0 1 0 0,0 0 0 0 0,0 0 0 0 0,1 0 0 0 0,6-5-13 0 0,7-10-22 0 0,44-59 4 0 0,-32 39 17 0 0,2 0-1 0 0,31-29 0 0 0,-52 56 15 0 0,-6 7 0 0 0,0-1 0 0 0,0 1 0 0 0,0-1 0 0 0,0 1 0 0 0,1 0 0 0 0,-1 0 0 0 0,0 0 0 0 0,1 0 0 0 0,-1 0 0 0 0,0 0 0 0 0,1 0 0 0 0,-1 0 0 0 0,3 0 0 0 0,-10 15 0 0 0,-28 34 83 0 0,-62 94 426 0 0,86-129-76 0 0,8-13-166 0 0,7-7-239 0 0,26-41-55 0 0,-22 34-14 0 0,-1 0 1 0 0,21-24 0 0 0,-17 24-22 0 0,-8 9 26 0 0,1 0 1 0 0,-1 0 0 0 0,1 0 0 0 0,7-5 0 0 0,-26 32-19 0 0,-48 62-10 0 0,48-65 64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15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 2759 0 0,'-6'-2'17034'0'0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16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 1375 0 0,'-1'0'107'0'0,"4"0"667"0"0,-1-1-1 0 0,1 1 1 0 0,-1 0-1 0 0,1-1 1 0 0,-1 0-1 0 0,1 1 1 0 0,-1-1-1 0 0,0 0 0 0 0,3-1 1 0 0,-1-1 102 0 0,1 0 0 0 0,-1 0 0 0 0,8-7 0 0 0,2-4-675 0 0,18-24-1 0 0,-4 4 39 0 0,-18 22-300 0 0,-7 9 30 0 0,0-1 0 0 0,0 0 0 0 0,0 1 0 0 0,1 0 0 0 0,-1 0 0 0 0,8-5 0 0 0,-11 8 30 0 0,0 0 0 0 0,0 0 0 0 0,0 0 0 0 0,0 0 0 0 0,0 0 0 0 0,0 0 0 0 0,-1 0 0 0 0,1 0 0 0 0,0 0 0 0 0,0 0 0 0 0,0 0 0 0 0,0 0 0 0 0,0 0 0 0 0,0 1 0 0 0,0-1 0 0 0,0 0 0 0 0,0 0-1 0 0,0 0 1 0 0,0 0 0 0 0,0 0 0 0 0,0 0 0 0 0,0 0 0 0 0,0 0 0 0 0,0 0 0 0 0,0 0 0 0 0,0 0 0 0 0,0 1 0 0 0,0-1 0 0 0,0 0 0 0 0,0 0 0 0 0,0 0 0 0 0,0 0 0 0 0,0 0 0 0 0,0 0 0 0 0,0 0 0 0 0,0 0 0 0 0,0 0 0 0 0,0 0-1 0 0,0 0 1 0 0,0 0 0 0 0,1 1 0 0 0,-1-1 0 0 0,0 0 0 0 0,0 0 0 0 0,0 0 0 0 0,0 0 0 0 0,0 0 0 0 0,0 0 0 0 0,0 0 0 0 0,0 0 0 0 0,0 0 0 0 0,0 0 0 0 0,0 0 0 0 0,0 0 0 0 0,1 0 0 0 0,-1 0 0 0 0,0 0 0 0 0,0 0 0 0 0,0 0-1 0 0,0 0 1 0 0,0 0 0 0 0,0 0 0 0 0,0 0 0 0 0,0 0 0 0 0,0 0 0 0 0,0 0 0 0 0,1 0 0 0 0,-4 7-22 0 0,2-7 4 0 0,-6 12 17 0 0,0 1 0 0 0,1-1 0 0 0,0 1 0 0 0,1 1 0 0 0,-4 16 0 0 0,-12 73 4 0 0,14-66-3 0 0,-17 58 59 0 0,7-36 95 0 0,13-37-68 0 0,4-21-82 0 0,-1 0 0 0 0,1 0 0 0 0,0 0 1 0 0,0 0-1 0 0,0 0 0 0 0,0 0 0 0 0,0 0 0 0 0,0 0 1 0 0,0 0-1 0 0,1 0 0 0 0,-1 0 0 0 0,0 0 1 0 0,0 0-1 0 0,1 0 0 0 0,-1 0 0 0 0,1 0 1 0 0,-1 0-1 0 0,1 0 0 0 0,0 1 0 0 0,2-2-3 0 0,0-2 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17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4143 0 0,'-2'2'6384'0'0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18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1 455 0 0,'-2'3'10911'0'0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19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2303 0 0,'0'4'9891'0'0,"15"-19"-9870"0"0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20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88 1839 0 0,'-2'-23'2796'0'0,"2"20"-2514"0"0,-1-1 1 0 0,1 1-1 0 0,0-1 1 0 0,0 1-1 0 0,0-1 1 0 0,1-5 0 0 0,0 7-249 0 0,-1 0 0 0 0,1 1 0 0 0,0-1 1 0 0,0 1-1 0 0,0-1 0 0 0,0 1 0 0 0,0 0 1 0 0,0-1-1 0 0,0 1 0 0 0,0 0 0 0 0,0 0 1 0 0,0 0-1 0 0,1 0 0 0 0,-1 0 0 0 0,1 0 1 0 0,-1 0-1 0 0,1 0 0 0 0,1 0 0 0 0,0-1-41 0 0,0 0-1 0 0,0 1 1 0 0,1 0-1 0 0,-1 0 1 0 0,0 0-1 0 0,1 0 1 0 0,-1 0-1 0 0,0 1 1 0 0,1 0-1 0 0,6-1 0 0 0,-9 2 6 0 0,0-1 0 0 0,1 0 0 0 0,-1 1 0 0 0,0-1 0 0 0,0 0 0 0 0,1 1 0 0 0,-1 0 0 0 0,0-1 0 0 0,0 1 0 0 0,0 0-1 0 0,0-1 1 0 0,0 1 0 0 0,0 0 0 0 0,0 0 0 0 0,0 0 0 0 0,-1 0 0 0 0,1 0 0 0 0,0 0 0 0 0,0 0 0 0 0,-1 0 0 0 0,1 0-1 0 0,-1 0 1 0 0,1 0 0 0 0,-1 1 0 0 0,1-1 0 0 0,-1 0 0 0 0,0 0 0 0 0,1 1 0 0 0,-1-1 0 0 0,0 0 0 0 0,0 0-1 0 0,0 2 1 0 0,0 6 33 0 0,0-1 0 0 0,0 1-1 0 0,-1-1 1 0 0,0 1-1 0 0,0-1 1 0 0,-6 17 0 0 0,-22 50 749 0 0,16-43-465 0 0,4-11-254 0 0,-9 22 144 0 0,17-39-194 0 0,0-1-1 0 0,1 1 1 0 0,-1 0 0 0 0,1-1 0 0 0,-1 1 0 0 0,1 0 0 0 0,0-1 0 0 0,0 1 0 0 0,1 0 0 0 0,0 3 0 0 0,-1-6 19 0 0,0 0-1 0 0,1-1 1 0 0,-1 1 0 0 0,0 0-1 0 0,1 0 1 0 0,-1-1-1 0 0,1 1 1 0 0,-1 0-1 0 0,1-1 1 0 0,-1 1 0 0 0,1 0-1 0 0,0-1 1 0 0,-1 1-1 0 0,1-1 1 0 0,0 1-1 0 0,-1-1 1 0 0,1 1-1 0 0,0-1 1 0 0,0 1 0 0 0,-1-1-1 0 0,1 0 1 0 0,0 1-1 0 0,0-1 1 0 0,0 0-1 0 0,-1 0 1 0 0,2 0-1 0 0,28 0 1388 0 0,-8 0-825 0 0,-7 2-471 0 0,-6-1-89 0 0,-1 0 0 0 0,0 0 1 0 0,1-1-1 0 0,-1 0 0 0 0,17-2 1 0 0,-17-1-107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21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1375 0 0,'0'-3'301'0'0,"1"1"-1"0"0,0-1 1 0 0,0 0-1 0 0,0 0 0 0 0,0 0 1 0 0,1 0-1 0 0,-1 1 0 0 0,1-1 1 0 0,0 0-1 0 0,3-3 0 0 0,4 10 5780 0 0,-9-1-5965 0 0,0-2-66 0 0,0 0 1 0 0,0 1 0 0 0,0-1-1 0 0,0 0 1 0 0,-1 0-1 0 0,1 1 1 0 0,0-1 0 0 0,-1 0-1 0 0,1 0 1 0 0,0 0 0 0 0,-1 1-1 0 0,0-1 1 0 0,1 0-1 0 0,-2 1 1 0 0,2-2-41 0 0,0 0 0 0 0,0 0-1 0 0,0 1 1 0 0,0-1 0 0 0,0 0 0 0 0,0 0-1 0 0,0 0 1 0 0,0 0 0 0 0,0 0 0 0 0,0 0-1 0 0,0 0 1 0 0,0 0 0 0 0,0 0 0 0 0,0 0 0 0 0,0 0-1 0 0,0 0 1 0 0,0 0 0 0 0,0 0 0 0 0,0 0-1 0 0,-1 0 1 0 0,1 0 0 0 0,0 0 0 0 0,0 0-1 0 0,0 0 1 0 0,0 0 0 0 0,0 0 0 0 0,0 0 0 0 0,0 0-1 0 0,0 0 1 0 0,0 0 0 0 0,0 0 0 0 0,0 0-1 0 0,0 0 1 0 0,0 0 0 0 0,0 0 0 0 0,0 0-1 0 0,0 0 1 0 0,-1 0 0 0 0,1 0 0 0 0,0 0-1 0 0,0 0 1 0 0,0 0 0 0 0,0 0 0 0 0,0 0 0 0 0,0 0-1 0 0,0 0 1 0 0,0 0 0 0 0,0 0 0 0 0,0 0-1 0 0,0 0 1 0 0,0 0 0 0 0,0 0 0 0 0,0 0-1 0 0,0 0 1 0 0,0 0 0 0 0,0 0 0 0 0,0 0 0 0 0,0 0-1 0 0,0 0 1 0 0,0 0 0 0 0,0 0 0 0 0,-1 0-1 0 0,1-1 1 0 0,0 1 0 0 0,1-5 392 0 0,2-1-175 0 0,-3 6-225 0 0,0 0-1 0 0,0 0 1 0 0,0 0 0 0 0,0 0-1 0 0,0 0 1 0 0,0 0 0 0 0,0 0 0 0 0,0 0-1 0 0,0 0 1 0 0,0 0 0 0 0,0 0 0 0 0,0 0-1 0 0,0 0 1 0 0,1 0 0 0 0,-1 0 0 0 0,0 0-1 0 0,0 0 1 0 0,0 0 0 0 0,0 0 0 0 0,0-1-1 0 0,0 1 1 0 0,0 0 0 0 0,0 1 0 0 0,0-1-1 0 0,0 0 1 0 0,0 0 0 0 0,0 0 0 0 0,0 0-1 0 0,1 0 1 0 0,-1 0 0 0 0,0 0 0 0 0,0 0-1 0 0,0 0 1 0 0,0 0 0 0 0,0 0 0 0 0,0 0-1 0 0,0 0 1 0 0,0 0 0 0 0,0 0 0 0 0,0 0-1 0 0,0 0 1 0 0,0 0 0 0 0,0 0 0 0 0,0 0-1 0 0,0 0 1 0 0,0 0 0 0 0,0 0 0 0 0,0 0-1 0 0,0 1 1 0 0,1-1 0 0 0,-1 0 0 0 0,0 0-1 0 0,0 0 1 0 0,0 0 0 0 0,0 0-1 0 0,0 0 1 0 0,0 0 0 0 0,6 16-873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49:29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53 919 0 0,'0'0'193'0'0,"-1"0"-1"0"0,1 0 0 0 0,-1 0 0 0 0,0 0 1 0 0,1 0-1 0 0,-1 0 0 0 0,0 0 0 0 0,1 0 1 0 0,-1-1-1 0 0,0 1 0 0 0,1 0 0 0 0,-1 0 1 0 0,1 0-1 0 0,-1-1 0 0 0,0 1 0 0 0,1 0 1 0 0,-1-1-1 0 0,1 1 0 0 0,-1 0 0 0 0,1-1 1 0 0,-1 1-1 0 0,1-1 0 0 0,-1 1 0 0 0,1-1 1 0 0,0 1-1 0 0,-1-1 0 0 0,1 1 0 0 0,0-1 1 0 0,-1 1-1 0 0,1-1 0 0 0,0 0 0 0 0,0 1 1 0 0,-1-1-1 0 0,1 1 0 0 0,0-1 0 0 0,0 0 1 0 0,0 1-1 0 0,0-1 0 0 0,0 0 0 0 0,0 1 1 0 0,0-2-1 0 0,0 0-1 0 0,0 1-1 0 0,1-1 1 0 0,-1 0 0 0 0,1 1 0 0 0,-1-1-1 0 0,1 1 1 0 0,0-1 0 0 0,-1 1 0 0 0,1-1-1 0 0,0 1 1 0 0,0-1 0 0 0,0 1 0 0 0,0 0-1 0 0,0 0 1 0 0,2-2 0 0 0,-1 2 29 0 0,1-1 1 0 0,-1 1-1 0 0,0 0 1 0 0,1 0-1 0 0,-1 0 1 0 0,1 0-1 0 0,-1 0 1 0 0,1 1-1 0 0,0-1 1 0 0,-1 1-1 0 0,5-1 1 0 0,32 2 158 0 0,-18 0-379 0 0,-15-1-14 0 0,-1 0 0 0 0,1 1 0 0 0,0 0 0 0 0,0 0-1 0 0,0 0 1 0 0,-1 0 0 0 0,1 1 0 0 0,5 3 0 0 0,-8-4 8 0 0,0 1 1 0 0,0 0-1 0 0,0 0 1 0 0,0 0-1 0 0,0 0 1 0 0,0 0-1 0 0,-1 1 0 0 0,1-1 1 0 0,-1 1-1 0 0,0-1 1 0 0,0 1-1 0 0,0 0 1 0 0,0 0-1 0 0,0 0 1 0 0,1 4-1 0 0,-2-4 4 0 0,0 0 0 0 0,0 1 0 0 0,-1-1-1 0 0,1 0 1 0 0,-1 0 0 0 0,0 1 0 0 0,0-1-1 0 0,0 0 1 0 0,0 0 0 0 0,0 1 0 0 0,-1-1-1 0 0,1 0 1 0 0,-1 0 0 0 0,0 1 0 0 0,-2 3-1 0 0,1-2 0 0 0,0-1-1 0 0,-1 1 0 0 0,1-1 1 0 0,-1 0-1 0 0,0 1 1 0 0,0-1-1 0 0,0 0 0 0 0,-1-1 1 0 0,-4 5-1 0 0,3-4 4 0 0,-1-1 0 0 0,1 1 0 0 0,-1-1 0 0 0,0 0 0 0 0,0 0 0 0 0,0-1 0 0 0,-8 3 0 0 0,13-5 0 0 0,1 1 0 0 0,-1-1 0 0 0,0 1 0 0 0,0-1 0 0 0,0 1 0 0 0,0 0 0 0 0,1-1 0 0 0,-1 1 0 0 0,0 0 0 0 0,1 0 0 0 0,-1 0 0 0 0,1-1 0 0 0,-1 1 0 0 0,1 0 0 0 0,-1 0 0 0 0,1 0 0 0 0,-1 0 0 0 0,1 1 0 0 0,0-2 0 0 0,-1 2-13 0 0,4 1-40 0 0,-1-1 48 0 0,0 0 9 0 0,-1-1 0 0 0,1 1 1 0 0,0 0-1 0 0,0 0 0 0 0,1-1 1 0 0,-1 1-1 0 0,0-1 0 0 0,0 0 0 0 0,1 0 1 0 0,-1 0-1 0 0,0 0 0 0 0,5 1 0 0 0,-4-1-5 0 0,0 0-1 0 0,1 0 0 0 0,-1 0 1 0 0,0 0-1 0 0,0 0 0 0 0,0 1 1 0 0,0-1-1 0 0,0 1 0 0 0,0 0 1 0 0,-1 0-1 0 0,6 5 0 0 0,-1 1-9 0 0,0 0 0 0 0,9 13 0 0 0,3 4 0 0 0,-17-23 11 0 0,0 0 0 0 0,0 0 0 0 0,-1 0 0 0 0,1 1 0 0 0,-1-1 0 0 0,0 0 0 0 0,0 0 0 0 0,0 1 0 0 0,0-1 0 0 0,0 1 0 0 0,0-1 0 0 0,-1 1 0 0 0,1-1 0 0 0,-1 1 0 0 0,1 0 0 0 0,-1-1 0 0 0,0 6 0 0 0,-1-6 0 0 0,0 1 0 0 0,0 0 0 0 0,0-1 0 0 0,0 1 0 0 0,0 0 0 0 0,0-1 0 0 0,-1 1 0 0 0,1-1 0 0 0,-1 0 0 0 0,0 0 0 0 0,1 1 0 0 0,-1-1 0 0 0,0 0 0 0 0,0 0 0 0 0,-1-1 0 0 0,-2 3 0 0 0,-2 1 29 0 0,0 1-1 0 0,-1-2 0 0 0,0 1 0 0 0,0-1 1 0 0,0-1-1 0 0,-1 0 0 0 0,1 0 1 0 0,-15 3-1 0 0,19-5-15 0 0,0 0 0 0 0,0-1 0 0 0,-1 0-1 0 0,1 0 1 0 0,0 0 0 0 0,0 0 0 0 0,0 0 0 0 0,0-1 0 0 0,0 0 0 0 0,0 0 0 0 0,0 0 0 0 0,0 0-1 0 0,0-1 1 0 0,0 0 0 0 0,0 1 0 0 0,1-1 0 0 0,-1-1 0 0 0,1 1 0 0 0,-1 0 0 0 0,-4-5 0 0 0,-14-18-1092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53:55.27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172 212 919 0 0,'-1'0'74'0'0,"0"-1"0"0"0,0 1-1 0 0,0-1 1 0 0,0 1-1 0 0,0-1 1 0 0,0 1-1 0 0,0-1 1 0 0,0 0-1 0 0,0 0 1 0 0,1 1-1 0 0,-1-1 1 0 0,0 0-1 0 0,1 0 1 0 0,-1 0-1 0 0,1 0 1 0 0,-1 0-1 0 0,1 0 1 0 0,-1 0-1 0 0,0-1 1 0 0,1 1 92 0 0,0 0 0 0 0,0 0 0 0 0,0 0 0 0 0,1 0 0 0 0,-1 0 0 0 0,0 0 1 0 0,0 0-1 0 0,1 0 0 0 0,-1 0 0 0 0,1 0 0 0 0,-1 0 0 0 0,1 0 0 0 0,-1 0 0 0 0,1 1 0 0 0,-1-1 0 0 0,1 0 0 0 0,0 0 1 0 0,-1 1-1 0 0,1-1 0 0 0,0 0 0 0 0,0 1 0 0 0,0-2 0 0 0,4-1 205 0 0,-1 1-1 0 0,0-1 1 0 0,1 1-1 0 0,-1 0 1 0 0,1 0-1 0 0,0 0 1 0 0,-1 1 0 0 0,1-1-1 0 0,5 0 1 0 0,50-5 1047 0 0,-41 6-905 0 0,34-3-478 0 0,0 3 0 0 0,55 6 0 0 0,105 20-23 0 0,-113-11 362 0 0,-222-14-231 0 0,-431-3 111 0 0,433 6-179 0 0,158-11-123 0 0,146-13-436 0 0,79-6-379 0 0,-153 26 833 0 0,-307 7 451 0 0,85-1-142 0 0,-113-10-1 0 0,182 2-234 0 0,305-9-329 0 0,45-1-63 0 0,-279 14 358 0 0,119-4 181 0 0,-144 3-13 0 0,-4-2-72 0 0,-8 0-58 0 0,-16-3-269 0 0,-193-11-262 0 0,-2 18 2242 0 0,141-1-1591 0 0,19 0-115 0 0,-115 4-199 0 0,168-3 167 0 0,18 0 1 0 0,18-1 1 0 0,248-22-45 0 0,-210 14-17 0 0,58 3-81 0 0,-1 1 61 0 0,-142 3 59 0 0,-34-2 0 0 0,8-1 74 0 0,14 2-20 0 0,-152-1 56 0 0,-45 0-100 0 0,251-3-10 0 0,134-7-44 0 0,36-2-65 0 0,-143 13 77 0 0,91 10 1 0 0,-130-7 31 0 0,-16 0 0 0 0,-21 0 0 0 0,23-2 0 0 0,-145 7 47 0 0,-197 6 122 0 0,303-12-169 0 0,13-1 0 0 0,-37 4 0 0 0,104-1 0 0 0,200-23-91 0 0,55-2-34 0 0,-257 22 116 0 0,-19 1 0 0 0,-1-1 0 0 0,1-1 0 0 0,0-1 0 0 0,-1 0-1 0 0,21-5 1 0 0,-47 4 9 0 0,-6 1 0 0 0,10 2 8 0 0,-580 11 59 0 0,570-8-80 0 0,14-1 14 0 0,9 0 0 0 0,58-2 108 0 0,-15 0-1274 0 0,-30 1-3219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54:04.427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83 107 1751 0 0,'-5'-9'5766'0'0,"9"7"-5432"0"0,11-4-116 0 0,0 1-1 0 0,1 1 0 0 0,0 0 1 0 0,-1 1-1 0 0,18-1 0 0 0,-13 2-194 0 0,166-20 1358 0 0,-151 20-1517 0 0,-177 11-22 0 0,84-4 116 0 0,49-5 15 0 0,1-1-1 0 0,-1 0 0 0 0,1 0 1 0 0,0 0-1 0 0,-16-6 0 0 0,6 2 2 0 0,15 5 29 0 0,0-1-1 0 0,0 1 0 0 0,0 0 0 0 0,1 0 0 0 0,-1 0 0 0 0,0 1 0 0 0,0-1 1 0 0,0 1-1 0 0,1-1 0 0 0,-4 2 0 0 0,4-1 1 0 0,-1 0 0 0 0,1 0 0 0 0,-1-1 0 0 0,1 1 0 0 0,-1-1 0 0 0,1 1 0 0 0,-1-1 0 0 0,1 0 0 0 0,-1 0 0 0 0,1 0 0 0 0,-1-1 0 0 0,1 1 0 0 0,-1-1 0 0 0,1 1 0 0 0,0-1 0 0 0,-4-1 0 0 0,-29-18 114 0 0,16 20-132 0 0,18 0 13 0 0,0 0 0 0 0,1 0 1 0 0,-1 0-1 0 0,1 0 0 0 0,-1 0 0 0 0,0 0 0 0 0,1 0 1 0 0,-1 0-1 0 0,0 0 0 0 0,1 1 0 0 0,-1-1 0 0 0,1 0 1 0 0,-1 0-1 0 0,0 1 0 0 0,1-1 0 0 0,-1 0 0 0 0,1 1 1 0 0,-1-1-1 0 0,1 1 0 0 0,-1-1 0 0 0,1 1 0 0 0,0-1 1 0 0,-1 1-1 0 0,1-1 0 0 0,-1 1 0 0 0,1 0 0 0 0,2 2 2 0 0,9-2 0 0 0,99-10 0 0 0,180 1 128 0 0,-222-1 26 0 0,-43 6 377 0 0,38-2 0 0 0,-24 4-432 0 0,-20 0-68 0 0,-1 0 0 0 0,34 5 0 0 0,50 7-31 0 0,41-3 0 0 0,-88-4-74 0 0,62-5-1 0 0,-41 0 32 0 0,55-9 43 0 0,-67 7-72 0 0,-60 5 72 0 0,-4-2 0 0 0,0 0 0 0 0,1 0 0 0 0,-1 1 0 0 0,0-1 0 0 0,0 0 0 0 0,1 1 0 0 0,-1-1 0 0 0,0 0 0 0 0,1 0 0 0 0,-1 1 0 0 0,0-1 0 0 0,1 0 0 0 0,-1 0 0 0 0,1 0 0 0 0,-1 0 0 0 0,0 0 0 0 0,1 0 0 0 0,-1 1 0 0 0,1-1 0 0 0,-1 0 0 0 0,0 0 0 0 0,1 0 0 0 0,-1 0 0 0 0,1 0 0 0 0,0-1 0 0 0,6 2 0 0 0,1-1 0 0 0,0 0 0 0 0,-1 0 0 0 0,1-1 0 0 0,10-2 0 0 0,-16 3 0 0 0,0 0 0 0 0,-1 0 0 0 0,1 0 0 0 0,0 1 0 0 0,-1-1 0 0 0,1 0 0 0 0,-1 1 0 0 0,1-1 0 0 0,-1 1 0 0 0,1 0 0 0 0,-1-1 0 0 0,1 1 0 0 0,-1 0 0 0 0,0 0 0 0 0,1 0 0 0 0,-1 0 0 0 0,0 0 0 0 0,3 3 0 0 0,-3-3 0 0 0,2 1 0 0 0,-1 1 0 0 0,1 0 0 0 0,-1-1 0 0 0,0 1 0 0 0,0 0 0 0 0,3 6 0 0 0,0 0 0 0 0,3 3 0 0 0,0-1 0 0 0,-1 0 0 0 0,8 18 0 0 0,-13-25 0 0 0,0 0 0 0 0,-1 0 0 0 0,0 0 0 0 0,0 0 0 0 0,0 1 0 0 0,0-1 0 0 0,-1 1 0 0 0,1-1 0 0 0,-1 0 0 0 0,0 1 0 0 0,-2 6 0 0 0,2-4 0 0 0,0 0 0 0 0,0 0 0 0 0,1 1 0 0 0,-1-1 0 0 0,2 0 0 0 0,-1 0 0 0 0,1 0 0 0 0,4 10 0 0 0,-3-8 0 0 0,-1 0 0 0 0,0 0 0 0 0,0 0 0 0 0,1 16 0 0 0,-2-16 12 0 0,0 0-1 0 0,0 0 1 0 0,5 18-1 0 0,3 10 15 0 0,5 35-26 0 0,-13-68 0 0 0,1-1 0 0 0,-1 1 0 0 0,1-1 0 0 0,0 0 0 0 0,0 0 0 0 0,3 5 0 0 0,-3-6 0 0 0,0 0 0 0 0,-1 0 0 0 0,1 0 0 0 0,-1 1 0 0 0,1-1 0 0 0,-1 0 0 0 0,0 1 0 0 0,0-1 0 0 0,0 1 0 0 0,0 0 0 0 0,-1-1 0 0 0,1 1 0 0 0,0 4 0 0 0,-2 13 37 0 0,1-11-4 0 0,0-1 0 0 0,0 0 0 0 0,1 1 0 0 0,2 13 0 0 0,-3-20-35 0 0,0 1 1 0 0,1-1-1 0 0,-1 0 1 0 0,-1 0-1 0 0,1 1 1 0 0,0-1 0 0 0,-1 0-1 0 0,1 0 1 0 0,-1 0-1 0 0,0 3 1 0 0,0-4 1 0 0,0 1 1 0 0,1 0-1 0 0,-1-1 0 0 0,1 1 1 0 0,-1 0-1 0 0,1-1 1 0 0,0 1-1 0 0,0 0 0 0 0,0 0 1 0 0,0-1-1 0 0,0 1 1 0 0,0 0-1 0 0,0-1 1 0 0,1 1-1 0 0,0 2 0 0 0,-1-3 1 0 0,0 0-1 0 0,1 0 0 0 0,-1 1 0 0 0,0-1 0 0 0,0 0 1 0 0,0 0-1 0 0,0 1 0 0 0,0-1 0 0 0,0 0 0 0 0,-1 3 1 0 0,-1 8-14 0 0,2-12-41 0 0,1 5 10 0 0,-1-3 42 0 0,0 1 6 0 0,0 0 0 0 0,1-1 1 0 0,-1 1-1 0 0,1 0 0 0 0,-1-1 0 0 0,1 1 0 0 0,0-1 1 0 0,0 1-1 0 0,0-1 0 0 0,0 1 0 0 0,3 3 0 0 0,-2-3-17 0 0,1 0 0 0 0,-1 0 0 0 0,0 0 0 0 0,0 0-1 0 0,0 0 1 0 0,0 1 0 0 0,-1-1 0 0 0,1 1 0 0 0,0 4-1 0 0,-2-8 14 0 0,0 1 0 0 0,0 0 0 0 0,-1-1 0 0 0,1 1 0 0 0,0 0 0 0 0,-1-1 0 0 0,1 1 0 0 0,0-1 0 0 0,-1 1 0 0 0,1 0 0 0 0,-1-1 0 0 0,1 1 0 0 0,-1-1 0 0 0,1 1 0 0 0,-1-1 0 0 0,1 0 0 0 0,-1 1 0 0 0,1-1 0 0 0,-1 1 0 0 0,0-1 0 0 0,1 0 0 0 0,-1 0 0 0 0,0 1 0 0 0,1-1 0 0 0,-1 0 0 0 0,0 0 0 0 0,1 0 0 0 0,-2 0 0 0 0,-17 3 0 0 0,19-3 0 0 0,-23 3 59 0 0,19-2-39 0 0,0 0 0 0 0,0 0-1 0 0,0-1 1 0 0,0 0-1 0 0,0 0 1 0 0,0 0 0 0 0,-5-1-1 0 0,3 0-19 0 0,-6-1-5 0 0,0 0 1 0 0,-1 1-1 0 0,1 0 0 0 0,-20 1 0 0 0,-46 10 275 0 0,61-8-265 0 0,-25 2 1 0 0,25-4 63 0 0,-26 5 0 0 0,20-1-42 0 0,0-2 1 0 0,-40-1-1 0 0,-9 1 8 0 0,20 4-35 0 0,34-3 0 0 0,0-1 0 0 0,-1 0 0 0 0,-34-3 0 0 0,-8-1 34 0 0,41 2-16 0 0,0-1 0 0 0,-24-4 0 0 0,18 0 9 0 0,0 2 0 0 0,-42 0-1 0 0,-8 4-154 0 0,41-3 177 0 0,28 1-31 0 0,1 0-1 0 0,-1 1 0 0 0,0-1 1 0 0,0 1-1 0 0,1 1 1 0 0,-1-1-1 0 0,0 1 0 0 0,-7 2 1 0 0,6 0-42 0 0,0-2 0 0 0,-1 0 0 0 0,1 0 0 0 0,0 0 1 0 0,-1-1-1 0 0,-12-1 0 0 0,-6 0-15 0 0,-86 1 39 0 0,99 0 0 0 0,11-1 0 0 0,0 1 0 0 0,0 0 0 0 0,0 0 0 0 0,0 0 0 0 0,-1 0 0 0 0,1 1 0 0 0,0-1 0 0 0,-3 2 0 0 0,-2 0 0 0 0,1 0 0 0 0,-1 0 0 0 0,1-1 0 0 0,-12 1 0 0 0,8-2 0 0 0,9-1 0 0 0,1 1 0 0 0,-1 0 0 0 0,0 0 0 0 0,0 0 0 0 0,0 0 0 0 0,1 0 0 0 0,-1 0 0 0 0,0 1 0 0 0,0-1 0 0 0,1 0 0 0 0,-3 2 0 0 0,-17 4-10 0 0,20-28-116 0 0,1-5 181 0 0,1 20-54 0 0,0 0 0 0 0,-1 0 0 0 0,0-1-1 0 0,0 1 1 0 0,-1 0 0 0 0,0 0 0 0 0,0 0-1 0 0,-1 0 1 0 0,0 0 0 0 0,0 0 0 0 0,-5-11-1 0 0,4 14 7 0 0,2 0 0 0 0,-1-1 0 0 0,0 0 0 0 0,1 1-1 0 0,0-1 1 0 0,0 0 0 0 0,0 0 0 0 0,0-6 0 0 0,1 7-1 0 0,0-1 1 0 0,-1 1 0 0 0,1-1-1 0 0,-1 1 1 0 0,-1-1 0 0 0,1 1-1 0 0,0-1 1 0 0,-1 1 0 0 0,-3-6-1 0 0,-1 0-12 0 0,2 0 0 0 0,-1 0 0 0 0,1-1-1 0 0,0 1 1 0 0,1-1 0 0 0,-3-19 0 0 0,-3-11-7 0 0,6 31 13 0 0,1 0 0 0 0,0 0 0 0 0,1 0 0 0 0,0 0 0 0 0,0 0 0 0 0,1 0 0 0 0,1 0 0 0 0,0-1 0 0 0,0 1 0 0 0,6-18 0 0 0,-7 25 0 0 0,1 1 0 0 0,-1 0 0 0 0,1-1 0 0 0,-1 1 0 0 0,0-1 0 0 0,0 1 0 0 0,0-1 0 0 0,0 1 0 0 0,-1-1 0 0 0,1 1 0 0 0,-1 0 0 0 0,0-5 0 0 0,-2 2 0 0 0,1 1 0 0 0,-1-1 0 0 0,0 0 0 0 0,-5-5 0 0 0,7 8 0 0 0,-2-2 0 0 0,1 0 0 0 0,0 0 0 0 0,0-1 0 0 0,1 1 0 0 0,-1 0 0 0 0,1-1 0 0 0,0 1 0 0 0,0-1 0 0 0,0-7 0 0 0,0 4 0 0 0,0 1 0 0 0,-1 0 0 0 0,-2-7 0 0 0,4 13-5 0 0,-1-1-16 0 0,0 1 0 0 0,1-1 0 0 0,-1 1 0 0 0,1-1 0 0 0,-1 0 0 0 0,1 1 1 0 0,0-1-1 0 0,-1 0 0 0 0,1 1 0 0 0,0-1 0 0 0,1-3 0 0 0,0 6 1 0 0,0 1-80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54:09.046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8 114 3223 0 0,'-1'0'18'0'0,"1"0"0"0"0,0 0-1 0 0,-1 0 1 0 0,1-1-1 0 0,0 1 1 0 0,0 0-1 0 0,-1 0 1 0 0,1 0-1 0 0,0-1 1 0 0,0 1-1 0 0,-1 0 1 0 0,1 0 0 0 0,0-1-1 0 0,0 1 1 0 0,0 0-1 0 0,0-1 1 0 0,-1 1-1 0 0,1 0 1 0 0,0 0-1 0 0,0-1 1 0 0,0 1 0 0 0,0 0-1 0 0,0-1 1 0 0,0 1-1 0 0,0 0 1 0 0,0-1-1 0 0,0 1 1 0 0,0 0-1 0 0,0-1 1 0 0,0 1-1 0 0,0 0 1 0 0,0-1 0 0 0,0 1-1 0 0,0 0 1 0 0,0-1-1 0 0,1 1 1 0 0,-1 0-1 0 0,0-1 1 0 0,0 1-1 0 0,0 0 1 0 0,0 0-1 0 0,1-1 1 0 0,-1 1 0 0 0,0 0-1 0 0,0 0 1 0 0,0-1-1 0 0,1 1 1 0 0,-1 0-1 0 0,0 0 1 0 0,1 0-1 0 0,-1-1 1 0 0,0 1 0 0 0,0 0-1 0 0,20-4 2370 0 0,-6 3-2757 0 0,-1 0 604 0 0,-1 1 1 0 0,15 2 0 0 0,9 0 72 0 0,79-1-113 0 0,146-3 276 0 0,70-12-670 0 0,-284 11 200 0 0,-8 1 0 0 0,66-11 0 0 0,-90 10-9 0 0,1 0 0 0 0,0 1 0 0 0,0 1 0 0 0,0 1 0 0 0,0 0 0 0 0,27 4-1 0 0,-38-4 36 0 0,-1 1 0 0 0,1-1 0 0 0,-1 0-1 0 0,8-1 1 0 0,5 0-27 0 0,-18-2 62 0 0,-10-2-52 0 0,-16-5-15 0 0,0 6 6 0 0,0 2 0 0 0,0 0 0 0 0,-35 4 0 0 0,-82 13-62 0 0,81-7 7 0 0,-400 29-260 0 0,415-33 351 0 0,-91 18 0 0 0,123-19-36 0 0,93-7-67 0 0,20 0-7 0 0,68 10 92 0 0,294 2-47 0 0,-350-15-11 0 0,33 0 80 0 0,-121 5-41 0 0,-20 2 2 0 0,0 0 0 0 0,0 0-1 0 0,0 0 1 0 0,0 0 0 0 0,0 0-1 0 0,0-1 1 0 0,0 1 0 0 0,0 0-1 0 0,0-1 1 0 0,0 1 0 0 0,-1-1-1 0 0,1 1 1 0 0,0-1-1 0 0,0 1 1 0 0,0-1 0 0 0,-1 0-1 0 0,2-1 1 0 0,-3 1 3 0 0,-1 0 1 0 0,1 0-1 0 0,-1 0 1 0 0,0 0-1 0 0,1 0 1 0 0,-1 1-1 0 0,0-1 1 0 0,1 0-1 0 0,-1 1 1 0 0,0-1-1 0 0,-2 1 0 0 0,0-1 1 0 0,1 0-1 0 0,-1 0 0 0 0,1 0 1 0 0,0-1-1 0 0,-1 1 1 0 0,1-1-1 0 0,0 0 0 0 0,0 0 1 0 0,0 0-1 0 0,0 0 0 0 0,0-1 1 0 0,1 1-1 0 0,-1-1 0 0 0,1 1 1 0 0,-1-1-1 0 0,1 0 1 0 0,0 0-1 0 0,0 0 0 0 0,0 0 1 0 0,1-1-1 0 0,-3-4 0 0 0,1 1-13 0 0,-2-9-43 0 0,5 16 52 0 0,0-1 0 0 0,0 1 0 0 0,0-1 1 0 0,0 1-1 0 0,1 0 0 0 0,-1-1 0 0 0,0 1 1 0 0,0-1-1 0 0,0 1 0 0 0,1 0 0 0 0,-1-1 0 0 0,0 1 1 0 0,1 0-1 0 0,-1-1 0 0 0,0 1 0 0 0,1 0 1 0 0,-1 0-1 0 0,0-1 0 0 0,1 1 0 0 0,-1 0 0 0 0,1 0 1 0 0,-1 0-1 0 0,1-1 0 0 0,-1 1 0 0 0,0 0 0 0 0,1 0 1 0 0,-1 0-1 0 0,1 0 0 0 0,-1 0 0 0 0,1 0 1 0 0,-1 0-1 0 0,1 0 0 0 0,-1 0 0 0 0,0 0 0 0 0,1 0 1 0 0,-1 0-1 0 0,1 0 0 0 0,5 1 18 0 0,1-1 0 0 0,-1 1 0 0 0,0 1 0 0 0,0-1 0 0 0,0 1 0 0 0,0 0 1 0 0,10 5-1 0 0,38 23 18 0 0,-53-29-36 0 0,0-1-1 0 0,0 1 0 0 0,0 0 0 0 0,1 0 0 0 0,-1-1 0 0 0,0 1 0 0 0,0 0 0 0 0,-1 0 0 0 0,1 0 1 0 0,0 0-1 0 0,0 0 0 0 0,0 0 0 0 0,-1 0 0 0 0,1 0 0 0 0,0 1 0 0 0,-1-1 0 0 0,1 0 1 0 0,-1 0-1 0 0,1 1 0 0 0,-1-1 0 0 0,0 0 0 0 0,0 0 0 0 0,1 1 0 0 0,-1-1 0 0 0,0 2 0 0 0,-1 1 34 0 0,0 0 0 0 0,0-1 0 0 0,-1 1 0 0 0,1-1 0 0 0,-1 1 0 0 0,1-1 0 0 0,-4 4-1 0 0,3-2 18 0 0,-1-1-1 0 0,1 1 0 0 0,0 0 0 0 0,-2 5 1 0 0,4-8-46 0 0,0-1 0 0 0,-1 1 1 0 0,1-1-1 0 0,0 0 0 0 0,0 1 0 0 0,0-1 1 0 0,0 1-1 0 0,0-1 0 0 0,0 1 1 0 0,1-1-1 0 0,-1 1 0 0 0,0-1 1 0 0,1 0-1 0 0,-1 1 0 0 0,1-1 0 0 0,-1 1 1 0 0,1-1-1 0 0,1 2 0 0 0,8 11 2 0 0,-6-11-2 0 0,-1 1 0 0 0,0 0 1 0 0,-1 0-1 0 0,1 0 0 0 0,-1 0 0 0 0,1 0 0 0 0,-1 0 0 0 0,-1 0 1 0 0,1 1-1 0 0,-1-1 0 0 0,1 1 0 0 0,-1 0 0 0 0,0 6 0 0 0,-1 1 28 0 0,1 1 0 0 0,0 0 0 0 0,1-1 0 0 0,0 1 0 0 0,7 21 0 0 0,-9-34-32 0 0,0 1 0 0 0,1 0 0 0 0,-1 0 0 0 0,0 0 0 0 0,0 0 0 0 0,0 0 0 0 0,1-1 0 0 0,-1 1 0 0 0,0 0-1 0 0,0 0 1 0 0,0 0 0 0 0,0 0 0 0 0,-1 0 0 0 0,1 0 0 0 0,0 0 0 0 0,0-1 0 0 0,-1 1 0 0 0,1 0 0 0 0,0 0 0 0 0,-1 0-1 0 0,1 0 1 0 0,0-1 0 0 0,-1 1 0 0 0,1 0 0 0 0,-1-1 0 0 0,0 1 0 0 0,1 0 0 0 0,-1-1 0 0 0,0 1 0 0 0,1 0 0 0 0,-1-1-1 0 0,0 1 1 0 0,1-1 0 0 0,-1 1 0 0 0,0-1 0 0 0,0 0 0 0 0,0 1 0 0 0,0-1 0 0 0,1 0 0 0 0,-1 0 0 0 0,0 1 0 0 0,-1-1-1 0 0,-5 1 8 0 0,0 0 0 0 0,1 0-1 0 0,-1-1 1 0 0,-10 0 0 0 0,8-1 30 0 0,-2 1-27 0 0,-26 1 223 0 0,0-2 0 0 0,0-1-1 0 0,-66-13 1 0 0,100 14-241 0 0,0 0 0 0 0,0 0-1 0 0,0 0 1 0 0,0-1 0 0 0,0 1-1 0 0,0-1 1 0 0,1 1 0 0 0,-1-1-1 0 0,0 0 1 0 0,1 0 0 0 0,-4-4-1 0 0,6 6 6 0 0,-1-1-1 0 0,1 0 1 0 0,-1 1 0 0 0,1-1-1 0 0,-1 0 1 0 0,1 0-1 0 0,0 1 1 0 0,-1-1-1 0 0,1 0 1 0 0,0 0 0 0 0,0 1-1 0 0,0-1 1 0 0,0 0-1 0 0,-1 0 1 0 0,1 0-1 0 0,0 1 1 0 0,0-1-1 0 0,1 0 1 0 0,-1-1 0 0 0,0 1 1 0 0,1 0 0 0 0,-1 0 0 0 0,1 0 0 0 0,-1 0 0 0 0,1 0 1 0 0,0 0-1 0 0,0 0 0 0 0,-1 0 0 0 0,1 0 0 0 0,0 0 0 0 0,0 0 1 0 0,0 0-1 0 0,0 1 0 0 0,0-1 0 0 0,0 0 0 0 0,2 0 0 0 0,3-3-39 0 0,1 1-1 0 0,0 1 0 0 0,0-1 1 0 0,1 1-1 0 0,-1 0 0 0 0,0 1 1 0 0,1-1-1 0 0,12 1 0 0 0,3 0 13 0 0,36 4-1 0 0,-45-2 19 0 0,-1 1 0 0 0,1 0 0 0 0,0 1 0 0 0,0 0-1 0 0,-1 1 1 0 0,15 7 0 0 0,-27-11 11 0 0,0 0 0 0 0,-1 1-1 0 0,1-1 1 0 0,-1 0 0 0 0,1 1-1 0 0,0-1 1 0 0,-1 0 0 0 0,1 1-1 0 0,-1-1 1 0 0,1 1 0 0 0,-1-1-1 0 0,1 1 1 0 0,-1-1-1 0 0,0 1 1 0 0,1 0 0 0 0,-1-1-1 0 0,1 1 1 0 0,-1-1 0 0 0,0 1-1 0 0,0 0 1 0 0,1-1 0 0 0,-1 1-1 0 0,0 0 1 0 0,0-1 0 0 0,0 2-1 0 0,0-1 7 0 0,0 0 0 0 0,0 1 0 0 0,-1-1 0 0 0,1 0 0 0 0,-1 0 1 0 0,1 0-1 0 0,0 0 0 0 0,-1 0 0 0 0,0 0 0 0 0,1 0 0 0 0,-1 0 0 0 0,0 0 0 0 0,-1 1 0 0 0,-1 2 14 0 0,0-1 0 0 0,-1 0 0 0 0,1 0 0 0 0,-1 0 0 0 0,0-1 0 0 0,-6 4 0 0 0,-30 10-18 0 0,-1-1-1 0 0,-68 14 1 0 0,-88 5 212 0 0,122-22-218 0 0,58-9-38 0 0,-14 2-78 0 0,-49 3 1 0 0,79-8 117 0 0,1 0 1 0 0,0 0-1 0 0,-1 0 1 0 0,1 0 0 0 0,0 0-1 0 0,0 0 1 0 0,-1 0-1 0 0,1 1 1 0 0,0-1-1 0 0,-1 0 1 0 0,1 0-1 0 0,0-1 1 0 0,-1 1 0 0 0,1 0-1 0 0,0 0 1 0 0,0 0-1 0 0,-1 0 1 0 0,1 0-1 0 0,0 0 1 0 0,-1 0 0 0 0,1 0-1 0 0,0 0 1 0 0,0-1-1 0 0,-1 1 1 0 0,1 0-1 0 0,0 0 1 0 0,0 0-1 0 0,-1-1 1 0 0,1 1 0 0 0,0 0-1 0 0,0 0 1 0 0,0-1-1 0 0,0 1 1 0 0,-1 0-1 0 0,1-1 1 0 0,8-7-3 0 0,20-6-45 0 0,-28 14 47 0 0,33-15-68 0 0,1 1 1 0 0,1 2-1 0 0,51-11 0 0 0,-65 19 59 0 0,0 1-1 0 0,0 1 1 0 0,0 0-1 0 0,0 2 1 0 0,0 0-1 0 0,0 2 1 0 0,28 5-1 0 0,-31-1 12 0 0,-15-2 0 0 0,-13 0 0 0 0,-55 6 167 0 0,-1-3-1 0 0,0-3 0 0 0,-92-6 1 0 0,-99-13 439 0 0,252 15-623 0 0,1-1 0 0 0,0 0-1 0 0,0 1 1 0 0,0-1 0 0 0,-6-3-1 0 0,10 4 15 0 0,-1 0 0 0 0,1 0 0 0 0,0 0 0 0 0,-1 0 0 0 0,1-1 0 0 0,-1 1 0 0 0,1 0 1 0 0,0 0-1 0 0,-1 0 0 0 0,1-1 0 0 0,0 1 0 0 0,-1 0 0 0 0,1-1 0 0 0,0 1 0 0 0,0 0 0 0 0,-1-1 0 0 0,1 1 0 0 0,0-1 0 0 0,0 1 0 0 0,0 0 0 0 0,-1-1 0 0 0,1 1 0 0 0,0-1 0 0 0,0 0 1 0 0,0 0 1 0 0,1 1-1 0 0,-1-1 0 0 0,0 0 1 0 0,1 1-1 0 0,-1-1 0 0 0,1 0 1 0 0,-1 1-1 0 0,0-1 1 0 0,1 1-1 0 0,-1-1 0 0 0,1 0 1 0 0,0 1-1 0 0,-1 0 0 0 0,1-1 1 0 0,-1 1-1 0 0,1-1 1 0 0,0 1-1 0 0,1-1 0 0 0,8-4-28 0 0,0 0 0 0 0,1 1 0 0 0,0 0-1 0 0,14-2 1 0 0,7-3-32 0 0,234-57-89 0 0,-189 50 131 0 0,-66 12 60 0 0,-10 3-12 0 0,-8 1-16 0 0,-453 55 338 0 0,400-47-404 0 0,39-5 54 0 0,2-2 0 0 0,1 2 0 0 0,-31 9 0 0 0,115-25 0 0 0,-25 4-3 0 0,71-14-78 0 0,191-24-83 0 0,-445 71 214 0 0,-48 6 81 0 0,140-24-93 0 0,-91-1-1 0 0,136-5-37 0 0,0-1 0 0 0,1 1 0 0 0,-1-1 0 0 0,1 0 0 0 0,-1 0 0 0 0,-5-3 0 0 0,9 4 0 0 0,0 0 0 0 0,1-1 0 0 0,-1 1 0 0 0,1 0 0 0 0,-1-1 0 0 0,1 1 0 0 0,-1 0 0 0 0,1-1 0 0 0,-1 1 0 0 0,1-1 0 0 0,-1 1 0 0 0,1-1 0 0 0,-1 1 0 0 0,1-1 0 0 0,0 1 0 0 0,-1-1 0 0 0,1 1 0 0 0,0-1 0 0 0,0 0 0 0 0,-1 0 0 0 0,1 0 0 0 0,0 0 0 0 0,0 0 0 0 0,1 0 0 0 0,-1 0 0 0 0,0 0 0 0 0,0 0 0 0 0,1 0 0 0 0,-1 0 0 0 0,0 1 0 0 0,1-1 0 0 0,-1 0 0 0 0,1 0 0 0 0,-1 0 0 0 0,1 1 0 0 0,0-1 0 0 0,-1 0 0 0 0,1 0 0 0 0,1 0 0 0 0,11-10-29 0 0,0 0 1 0 0,1 2-1 0 0,0-1 0 0 0,17-7 0 0 0,9-6-51 0 0,-18 10-6 0 0,-14 9 94 0 0,0-1 0 0 0,0 0 0 0 0,0 0-1 0 0,-1 0 1 0 0,0-1 0 0 0,11-12-1 0 0,-18 18-7 0 0,0 0 0 0 0,0 0 0 0 0,1 0 0 0 0,-1 0 0 0 0,0 0 0 0 0,0-1 0 0 0,0 1 0 0 0,0 0 0 0 0,0 0 0 0 0,1 0 0 0 0,-1-1 0 0 0,0 1 0 0 0,0 0 0 0 0,0 0 0 0 0,0 0 0 0 0,0-1 0 0 0,0 1 0 0 0,0 0 0 0 0,0 0 0 0 0,0 0 0 0 0,0-1 0 0 0,0 1 0 0 0,0 0 0 0 0,0 0 0 0 0,0-1 0 0 0,0 1 0 0 0,0 0 0 0 0,0 0 0 0 0,0-1 0 0 0,0 1 0 0 0,0 0 0 0 0,0 0 0 0 0,0 0 0 0 0,-1-1 0 0 0,-7 0 0 0 0,-10 5 0 0 0,18-4 0 0 0,-142 31 11 0 0,-19 7 217 0 0,160-37-232 0 0,-35 13-188 0 0,34-14 190 0 0,0 1 0 0 0,0 0-1 0 0,1 0 1 0 0,-1 0-1 0 0,1 0 1 0 0,-1 0 0 0 0,1 1-1 0 0,-1-1 1 0 0,1 0 0 0 0,0 1-1 0 0,-1-1 1 0 0,1 1-1 0 0,0-1 1 0 0,0 1 0 0 0,0-1-1 0 0,0 1 1 0 0,-1 3-1 0 0,2-5 3 0 0,0 1 0 0 0,0 0 0 0 0,0-1 0 0 0,1 1 0 0 0,-1 0 0 0 0,0-1 0 0 0,0 1 0 0 0,0 0 0 0 0,1-1 0 0 0,-1 1 0 0 0,0 0 0 0 0,1-1 0 0 0,-1 1 0 0 0,0-1 0 0 0,1 1 0 0 0,-1-1 0 0 0,1 1 0 0 0,-1-1 0 0 0,1 1 0 0 0,-1-1 0 0 0,1 1 0 0 0,-1-1 0 0 0,1 0 0 0 0,0 1 0 0 0,-1-1 0 0 0,1 0 0 0 0,0 1 0 0 0,-1-1 0 0 0,1 0 0 0 0,1 0 0 0 0,22 7 0 0 0,-22-7 0 0 0,82 11-33 0 0,0-4 1 0 0,86-3-1 0 0,-200-12 107 0 0,9 8-82 0 0,0 0 1 0 0,0 2-1 0 0,-28 5 0 0 0,28-4 14 0 0,0 0 0 0 0,-1-1-1 0 0,-22-2 1 0 0,41 0-6 0 0,1 0 0 0 0,-1 0 0 0 0,1-1 0 0 0,0 1 0 0 0,-1-1 0 0 0,1 0 0 0 0,0 0 0 0 0,-1 0 0 0 0,1 0 0 0 0,0 0 0 0 0,0 0 0 0 0,0 0 0 0 0,0-1 0 0 0,0 1 0 0 0,0-1 0 0 0,0 1 0 0 0,0-1 0 0 0,1 0 0 0 0,-1 0 0 0 0,1 0 0 0 0,-1 0 0 0 0,-1-3 0 0 0,0-3 0 0 0,-1 0 0 0 0,2 0 0 0 0,-1 0 0 0 0,1-1 0 0 0,-1-8 0 0 0,-7-23 0 0 0,9 37-2 0 0,0 1-1 0 0,0-1 1 0 0,1 0 0 0 0,-1 1-1 0 0,1-1 1 0 0,-1 0-1 0 0,1 0 1 0 0,0 1-1 0 0,0-1 1 0 0,0 0-1 0 0,0 0 1 0 0,0 1-1 0 0,1-1 1 0 0,-1 0-1 0 0,1 0 1 0 0,0 1-1 0 0,0-1 1 0 0,0 0 0 0 0,0 1-1 0 0,3-5 1 0 0,-2 4 5 0 0,1 0 0 0 0,0 0 0 0 0,1 0 0 0 0,-1 0 0 0 0,0 0 1 0 0,1 0-1 0 0,0 1 0 0 0,-1 0 0 0 0,1 0 0 0 0,0 0 0 0 0,0 0 1 0 0,6-2-1 0 0,21-7-27 0 0,-9 3-55 0 0,39-11 0 0 0,-70 26 79 0 0,-9 2 0 0 0,-6-2 31 0 0,-1-1 0 0 0,0-1 0 0 0,0-1 0 0 0,0-1 0 0 0,0-1 0 0 0,-30-2-1 0 0,52 0-35 0 0,1 0 0 0 0,-1-1-1 0 0,0 1 1 0 0,1-1 0 0 0,-1 1-1 0 0,1-1 1 0 0,0 0 0 0 0,-4-1-1 0 0,6 2 5 0 0,-1-1 0 0 0,1 1 0 0 0,-1-1-1 0 0,1 1 1 0 0,0-1 0 0 0,-1 1 0 0 0,1-1-1 0 0,0 1 1 0 0,-1-1 0 0 0,1 1-1 0 0,0-1 1 0 0,0 1 0 0 0,-1-1 0 0 0,1 1-1 0 0,0-1 1 0 0,0 0 0 0 0,0 1 0 0 0,0-1-1 0 0,0 1 1 0 0,0-1 0 0 0,0 0 0 0 0,0 1-1 0 0,0-1 1 0 0,0 1 0 0 0,0-1 0 0 0,0 0-1 0 0,0 1 1 0 0,0-1 0 0 0,1 1-1 0 0,-1-1 1 0 0,0 0 0 0 0,0 1 0 0 0,1-1-1 0 0,-1 1 1 0 0,0-1 0 0 0,1 1 0 0 0,0-1-1 0 0,1-4-1 0 0,1 1 0 0 0,0 0 0 0 0,0 0 0 0 0,0 0 0 0 0,0 0 0 0 0,1 0 0 0 0,-1 1 0 0 0,1-1 0 0 0,0 1 0 0 0,0 0 0 0 0,0 0-1 0 0,8-3 1 0 0,-5 3-1 0 0,0 0-1 0 0,0 1 1 0 0,0 0 0 0 0,0 1-1 0 0,0 0 1 0 0,1 0-1 0 0,-1 0 1 0 0,9 1-1 0 0,5-1 4 0 0,-16 0-5 0 0,0 0-1 0 0,0 1 1 0 0,0 0-1 0 0,0 0 1 0 0,0 1-1 0 0,1-1 1 0 0,4 2-1 0 0,-10-2 5 0 0,0 1 0 0 0,0-1 1 0 0,0 0-1 0 0,0 0 0 0 0,0 1 0 0 0,1-1 1 0 0,-1 0-1 0 0,0 0 0 0 0,0 1 0 0 0,0-1 0 0 0,0 0 1 0 0,0 1-1 0 0,0-1 0 0 0,0 0 0 0 0,0 0 1 0 0,0 1-1 0 0,0-1 0 0 0,0 0 0 0 0,0 1 1 0 0,0-1-1 0 0,0 0 0 0 0,0 0 0 0 0,0 1 0 0 0,0-1 1 0 0,0 0-1 0 0,-1 0 0 0 0,1 1 0 0 0,0-1 1 0 0,0 0-1 0 0,0 0 0 0 0,0 1 0 0 0,-1-1 0 0 0,1 0 1 0 0,0 0-1 0 0,0 1 0 0 0,0-1 0 0 0,-1 0 1 0 0,1 0-1 0 0,0 0 0 0 0,-1 1 0 0 0,-9 9-16 0 0,-4-2 19 0 0,1-1 0 0 0,-1 0 0 0 0,0 0 1 0 0,-1-2-1 0 0,0 0 0 0 0,0 0 0 0 0,0-2 0 0 0,-19 3 0 0 0,33-5 15 0 0,0-1 0 0 0,0 0 1 0 0,0 0-1 0 0,0 0 0 0 0,0 0 1 0 0,0 0-1 0 0,0 0 0 0 0,0 0 0 0 0,0 0 1 0 0,0 0-1 0 0,0 0 0 0 0,0-1 1 0 0,0 1-1 0 0,0 0 0 0 0,0-1 1 0 0,0 1-1 0 0,-2-2 0 0 0,3 2-15 0 0,0-1-1 0 0,0 1 1 0 0,0-1-1 0 0,-1 0 1 0 0,1 1 0 0 0,0-1-1 0 0,0 1 1 0 0,0-1-1 0 0,0 0 1 0 0,0 1-1 0 0,0-1 1 0 0,0 1 0 0 0,1-1-1 0 0,-1 0 1 0 0,0 1-1 0 0,0-1 1 0 0,0 1-1 0 0,0-1 1 0 0,1 0 0 0 0,-1 1-1 0 0,0-1 1 0 0,1 1-1 0 0,-1-1 1 0 0,0 1-1 0 0,1-1 1 0 0,-1 1 0 0 0,1 0-1 0 0,-1-1 1 0 0,1 0-1 0 0,2-1-3 0 0,-1-1-1 0 0,0 1 0 0 0,1 0 0 0 0,-1 0 1 0 0,1 0-1 0 0,0 0 0 0 0,0 1 0 0 0,0-1 1 0 0,0 1-1 0 0,0 0 0 0 0,0-1 0 0 0,0 1 1 0 0,0 1-1 0 0,0-1 0 0 0,5 0 0 0 0,3 0-16 0 0,0 0 0 0 0,0 1-1 0 0,15 2 1 0 0,-24-2 19 0 0,-1 0 0 0 0,1 0 0 0 0,0 0 0 0 0,0 1 0 0 0,0-1 0 0 0,-1 0 0 0 0,1 1 0 0 0,0 0 0 0 0,0-1 0 0 0,-1 1 0 0 0,1 0 0 0 0,-1 0 0 0 0,1 0 0 0 0,0 0 0 0 0,-1 0 0 0 0,0 0 0 0 0,1 1 0 0 0,-1-1 0 0 0,0 0 0 0 0,0 1 0 0 0,1-1 0 0 0,-1 1 0 0 0,1 2 0 0 0,-1-1-6 0 0,0 0-1 0 0,0 0 1 0 0,-1 0-1 0 0,1 0 1 0 0,-1 0 0 0 0,0 0-1 0 0,0 0 1 0 0,0 0-1 0 0,0 1 1 0 0,-1-1-1 0 0,1 0 1 0 0,-1 0-1 0 0,-2 5 1 0 0,-7 25 4 0 0,-17 49 33 0 0,22-69-25 0 0,0-1 0 0 0,-1-1 1 0 0,-1 1-1 0 0,-12 15 0 0 0,15-21 11 0 0,0 0 0 0 0,0 0 0 0 0,0 0 0 0 0,1 1 0 0 0,-1-1 0 0 0,-1 9 0 0 0,4-13-11 0 0,0 0-1 0 0,1 0 0 0 0,-1 0 0 0 0,1-1 0 0 0,-1 1 0 0 0,1 1 0 0 0,0-1 1 0 0,0 0-1 0 0,0 0 0 0 0,0 0 0 0 0,1 0 0 0 0,-1 0 0 0 0,0 0 0 0 0,1 0 1 0 0,-1-1-1 0 0,1 1 0 0 0,0 0 0 0 0,0 0 0 0 0,-1 0 0 0 0,1 0 0 0 0,0-1 1 0 0,1 1-1 0 0,-1 0 0 0 0,0-1 0 0 0,0 1 0 0 0,3 1 0 0 0,14 14-58 0 0,-13-13 60 0 0,-1 1-1 0 0,1-1 1 0 0,0 0-1 0 0,0 0 0 0 0,1-1 1 0 0,-1 1-1 0 0,1-1 1 0 0,0-1-1 0 0,7 4 0 0 0,28 8-5 0 0,-28-9 3 0 0,0-1-1 0 0,1 0 0 0 0,-1-1 0 0 0,18 2 0 0 0,18-4 194 0 0,-30-1-283 0 0,37 5-1 0 0,-39 1 80 0 0,-16-6 6 0 0,-1 0 1 0 0,0 0-1 0 0,1 0 0 0 0,-1 1 1 0 0,1-1-1 0 0,-1 0 1 0 0,0 0-1 0 0,1 0 1 0 0,-1 1-1 0 0,0-1 0 0 0,1 0 1 0 0,-1 0-1 0 0,0 1 1 0 0,1-1-1 0 0,-1 0 0 0 0,0 1 1 0 0,0-1-1 0 0,1 0 1 0 0,-1 1-1 0 0,0-1 1 0 0,0 1-1 0 0,0-1 0 0 0,1 0 1 0 0,-1 1-1 0 0,0-1 1 0 0,0 1-1 0 0,0-1 0 0 0,0 0 1 0 0,0 1-1 0 0,0-1 1 0 0,0 1-1 0 0,0-1 1 0 0,0 1-1 0 0,0 0 0 0 0,-2 0-3 0 0,0 0 0 0 0,0 0-1 0 0,-1 0 1 0 0,1 0-1 0 0,0-1 1 0 0,0 1 0 0 0,-1-1-1 0 0,1 1 1 0 0,0-1-1 0 0,-1 0 1 0 0,1 0 0 0 0,-3 0-1 0 0,3 0 23 0 0,-169 12 316 0 0,161-9-331 0 0,10-3-2 0 0,0 0 0 0 0,0 1 0 0 0,0-1-1 0 0,0 0 1 0 0,0 0 0 0 0,0 0 0 0 0,0 0 0 0 0,0 0 0 0 0,0 0 0 0 0,0 0 0 0 0,0 0 0 0 0,0 0 0 0 0,0 0 0 0 0,0 0 0 0 0,0 1 0 0 0,0-1 0 0 0,0 0 0 0 0,0 0 0 0 0,0 0 0 0 0,0 0 0 0 0,0 0 0 0 0,0 0 0 0 0,0 0 0 0 0,0 0 0 0 0,0 0 0 0 0,0 0 0 0 0,0 0-1 0 0,0 0 1 0 0,0 1 0 0 0,0-1 0 0 0,0 0 0 0 0,0 0 0 0 0,1 0 0 0 0,-1 0 0 0 0,0 0 0 0 0,0 0 0 0 0,0 0 0 0 0,0 0 0 0 0,0 0 0 0 0,0 0 0 0 0,0 0 0 0 0,0 0 0 0 0,0 0 0 0 0,0 0 0 0 0,0 0 0 0 0,0 0 0 0 0,0 0 0 0 0,1 0 0 0 0,-1 0 0 0 0,0 0 0 0 0,0 0 0 0 0,0 0-1 0 0,14 2-12 0 0,33-3-34 0 0,61-9 1 0 0,-42 3-63 0 0,-54 7 109 0 0,-18 2 0 0 0,-23 4 0 0 0,23-5 0 0 0,-77 13 171 0 0,57-11-159 0 0,-1 1-1 0 0,1 1 0 0 0,-40 14 0 0 0,64-19-11 0 0,1 1 0 0 0,0-1 0 0 0,0 0 0 0 0,0 0 0 0 0,-1 0 0 0 0,1 0 0 0 0,0 0 0 0 0,0 0 0 0 0,0 0 0 0 0,-1 0 0 0 0,1-1 0 0 0,0 1 0 0 0,0-1 0 0 0,0 1 0 0 0,0 0 0 0 0,0-1 0 0 0,0 0 0 0 0,0 1 0 0 0,0-1 0 0 0,0 0 0 0 0,0 1 0 0 0,0-1 0 0 0,0 0 0 0 0,0 0 0 0 0,0 0 0 0 0,-1-2 0 0 0,0 1 0 0 0,1 1 0 0 0,0 1 0 0 0,0-1 0 0 0,0 1 0 0 0,0-1 0 0 0,0 1 0 0 0,-1 0 0 0 0,1-1 0 0 0,0 1 0 0 0,0 0 0 0 0,0 0 0 0 0,0-1 0 0 0,0 1 0 0 0,0 0 0 0 0,-1 0 0 0 0,1 1 0 0 0,0-1 0 0 0,0 0 0 0 0,0 0 0 0 0,0 0 0 0 0,-1 1 0 0 0,-5 0 0 0 0,5-1 0 0 0,2 0-6 0 0,0 0 3 0 0,0 0-1 0 0,0-1 0 0 0,-1 1 1 0 0,1 0-1 0 0,0 0 0 0 0,0 0 1 0 0,0-1-1 0 0,0 1 0 0 0,0 0 1 0 0,-1 0-1 0 0,1-1 0 0 0,0 1 0 0 0,0 0 1 0 0,0-1-1 0 0,0 1 0 0 0,0 0 1 0 0,0 0-1 0 0,0-1 0 0 0,0 1 1 0 0,0 0-1 0 0,0 0 0 0 0,0-1 1 0 0,0 1-1 0 0,0 0 0 0 0,0-1 0 0 0,0 1 1 0 0,0 0-1 0 0,0 0 0 0 0,1-1 1 0 0,-1 1-1 0 0,0 0 0 0 0,0 0 1 0 0,0-1-1 0 0,0 1 0 0 0,0 0 1 0 0,1 0-1 0 0,-1 0 0 0 0,0-1 0 0 0,0 1 1 0 0,0 0-1 0 0,1 0 0 0 0,-1 0 1 0 0,0 0-1 0 0,0-1 0 0 0,1 1 1 0 0,-1 0-1 0 0,0 0 0 0 0,0 0 1 0 0,1 0-1 0 0,-1 0 0 0 0,0 0 0 0 0,0 0 1 0 0,1 0-1 0 0,12-6 3 0 0,0 1-1 0 0,1 1 1 0 0,14-3-1 0 0,18-6-75 0 0,-6 1 77 0 0,70-11 0 0 0,-65 19 0 0 0,-1 2 0 0 0,58 3 0 0 0,-23 1 0 0 0,-63-2 0 0 0,32 1 0 0 0,-43-1 0 0 0,-1 1 0 0 0,0 0 0 0 0,0 0 0 0 0,0 0 0 0 0,0 0 0 0 0,0 0 0 0 0,0 1 0 0 0,6 3 0 0 0,0 4-62 0 0,-10-9 59 0 0,1 1 0 0 0,-1 0 1 0 0,1-1-1 0 0,-1 1 0 0 0,1-1 0 0 0,0 1 0 0 0,-1 0 1 0 0,1-1-1 0 0,0 0 0 0 0,0 1 0 0 0,-1-1 1 0 0,1 1-1 0 0,0-1 0 0 0,0 0 0 0 0,0 0 1 0 0,-1 1-1 0 0,1-1 0 0 0,0 0 0 0 0,0 0 0 0 0,0 0 1 0 0,0 0-1 0 0,-1 0 0 0 0,1 0 0 0 0,0 0 1 0 0,0 0-1 0 0,1 0 0 0 0,7-2-172 0 0,-6 2 111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54:11.964"/>
    </inkml:context>
    <inkml:brush xml:id="br0">
      <inkml:brushProperty name="width" value="0.35" units="cm"/>
      <inkml:brushProperty name="height" value="0.35" units="cm"/>
      <inkml:brushProperty name="color" value="#849398"/>
    </inkml:brush>
  </inkml:definitions>
  <inkml:trace contextRef="#ctx0" brushRef="#br0">0 43 1751 0 0,'85'-14'160'0'0,"-28"3"651"0"0,-52 10-765 0 0,-1-1 0 0 0,1 1 0 0 0,0 1 0 0 0,-1-1 0 0 0,1 0 0 0 0,0 1 0 0 0,-1 0 0 0 0,1 0 0 0 0,0 1 0 0 0,-1-1 0 0 0,1 1 0 0 0,4 1-1 0 0,-6 0-61 0 0,-1 1-55 0 0,-2-1 73 0 0,4-2 41 0 0,31 3-213 0 0,-31-6-27 0 0,13-15 118 0 0,-16 18 102 0 0,0-1 0 0 0,0 1-1 0 0,-1-1 1 0 0,1 1 0 0 0,0-1-1 0 0,0 1 1 0 0,0 0 0 0 0,0-1-1 0 0,0 1 1 0 0,0 0 0 0 0,0 0-1 0 0,-1-1 1 0 0,1 1 0 0 0,0 0-1 0 0,0 0 1 0 0,0 0 0 0 0,0 0-1 0 0,0 0 1 0 0,0 1 0 0 0,0-1-1 0 0,0 0 1 0 0,0 0 0 0 0,0 1-1 0 0,0-1 1 0 0,-1 0-1 0 0,1 1 1 0 0,0-1 0 0 0,1 2-1 0 0,1-1 17 0 0,-3-1-38 0 0,0 0 0 0 0,1 0 0 0 0,-1 0 0 0 0,0 0 0 0 0,1 0-1 0 0,-1 1 1 0 0,0-1 0 0 0,0 0 0 0 0,1 0 0 0 0,-1 0-1 0 0,0 1 1 0 0,0-1 0 0 0,1 0 0 0 0,-1 0 0 0 0,0 1 0 0 0,0-1-1 0 0,0 0 1 0 0,0 0 0 0 0,1 1 0 0 0,-1-1 0 0 0,0 0-1 0 0,0 1 1 0 0,0-1 0 0 0,0 0 0 0 0,0 0 0 0 0,0 1 0 0 0,0-1-1 0 0,0 0 1 0 0,0 1 0 0 0,0-1 0 0 0,0 0 0 0 0,0 1-1 0 0,0-1 1 0 0,0 0 0 0 0,0 1 0 0 0,0-1 0 0 0,0 0 0 0 0,0 1-1 0 0,0-1 1 0 0,0 0 0 0 0,0 0 0 0 0,-1 1 0 0 0,1-1-1 0 0,0 0 1 0 0,0 1 0 0 0,-2 4 73 0 0,0-2-36 0 0,2-2-38 0 0,-1 0 3 0 0,0 0 1 0 0,0 1 0 0 0,0-1 0 0 0,0 0 0 0 0,0 1 0 0 0,0-1-1 0 0,1 1 1 0 0,-1-1 0 0 0,1 1 0 0 0,-1-1 0 0 0,1 1-1 0 0,-1-1 1 0 0,1 1 0 0 0,0 0 0 0 0,0-1 0 0 0,0 1-1 0 0,0 0 1 0 0,0-1 0 0 0,0 1 0 0 0,0-1 0 0 0,1 1 0 0 0,-1 0-1 0 0,1-1 1 0 0,-1 1 0 0 0,1-1 0 0 0,-1 1 0 0 0,2 2-1 0 0,1 1-3 0 0,-1-1 0 0 0,0 1 0 0 0,0 1 0 0 0,-1-1 0 0 0,1 0 0 0 0,-1 0 0 0 0,0 8 0 0 0,0-8 0 0 0,-1-1 0 0 0,1 0 0 0 0,0 1 0 0 0,0-1 0 0 0,0 0 0 0 0,1 1 0 0 0,-1-1 0 0 0,1 0 0 0 0,0 0 0 0 0,5 7 0 0 0,-5-8 0 0 0,1 1 0 0 0,0 1 0 0 0,-1-1 0 0 0,0 0 0 0 0,0 1 0 0 0,0-1 0 0 0,0 1 0 0 0,-1-1 0 0 0,0 1 0 0 0,0 0 0 0 0,0-1 0 0 0,0 1 0 0 0,-1 9 0 0 0,2 6 18 0 0,-1-16-9 0 0,-1 0 0 0 0,0-1 0 0 0,1 1 0 0 0,-2 0 0 0 0,1 0-1 0 0,-1 5 1 0 0,-4 8 57 0 0,4-15-58 0 0,0 0 1 0 0,0 0-1 0 0,0 1 1 0 0,1-1-1 0 0,-1 0 1 0 0,1 1-1 0 0,0-1 1 0 0,-1 1-1 0 0,1-1 1 0 0,0 1-1 0 0,0-1 1 0 0,1 5-1 0 0,0-4-8 0 0,-1 1 0 0 0,1 0 0 0 0,-1-1 0 0 0,0 1 0 0 0,-1 0 0 0 0,1-1 0 0 0,-2 7 0 0 0,2-7 0 0 0,-1 1 0 0 0,1 0 0 0 0,-1-1 0 0 0,1 1 0 0 0,0-1 0 0 0,0 1 0 0 0,2 6 0 0 0,5 12 0 0 0,-6-18 0 0 0,1 1 0 0 0,0 0 0 0 0,-1 0 0 0 0,0 0 0 0 0,0 0 0 0 0,0 5 0 0 0,-1-6 0 0 0,0-1-1 0 0,1 1 0 0 0,0-1 1 0 0,-1 1-1 0 0,3 3 0 0 0,-3-5 10 0 0,1 0-1 0 0,0 0 1 0 0,-1-1-1 0 0,1 1 0 0 0,-1 0 1 0 0,0 0-1 0 0,0 0 0 0 0,1 0 1 0 0,-1 0-1 0 0,0 0 1 0 0,-1 0-1 0 0,1 0 0 0 0,0 0 1 0 0,-1 0-1 0 0,1 0 0 0 0,-1 0 1 0 0,0 3-1 0 0,0-4 152 0 0,1 1 0 0 0,-1 0 0 0 0,1 0 0 0 0,0 0 0 0 0,0 0 0 0 0,0 0-1 0 0,0-1 1 0 0,0 1 0 0 0,1 2 0 0 0,0 17-74 0 0,-3-14-65 0 0,0-2 17 0 0,1 0 1 0 0,0 0-1 0 0,0 0 1 0 0,0 0-1 0 0,0 0 1 0 0,1 1-1 0 0,0-1 1 0 0,0 0-1 0 0,1 6 1 0 0,3-1-22 0 0,-3-8-56 0 0,0-1 0 0 0,0 1 0 0 0,-1 0 0 0 0,1 0 0 0 0,-1 0 0 0 0,1 1 0 0 0,-1-1 0 0 0,1 2 0 0 0,3 7-33 0 0,1-3 72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54:20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4607 0 0,'-1'0'274'0'0,"1"0"-182"0"0,0 0-1 0 0,0-1 1 0 0,0 1-1 0 0,0 0 0 0 0,0 0 1 0 0,0 0-1 0 0,-1 0 0 0 0,1 0 1 0 0,0 0-1 0 0,0 0 0 0 0,0 0 1 0 0,0 0-1 0 0,0 0 0 0 0,0 0 1 0 0,-1 0-1 0 0,1 0 1 0 0,0 0-1 0 0,0 0 0 0 0,0 0 1 0 0,0 0-1 0 0,-2 1 1279 0 0,2-1-1278 0 0,0 1-1 0 0,0-1 0 0 0,0 0 1 0 0,0 0-1 0 0,0 0 0 0 0,0 0 1 0 0,0 0-1 0 0,0 0 0 0 0,0 1 1 0 0,0-1-1 0 0,0 0 0 0 0,0 0 1 0 0,0 0-1 0 0,0 0 1 0 0,0 0-1 0 0,0 0 0 0 0,0 1 1 0 0,0-1-1 0 0,0 0 0 0 0,0 0 1 0 0,0 0-1 0 0,0 0 0 0 0,-1 84 3997 0 0,-6 110-3241 0 0,5-163-751 0 0,1-1 1 0 0,4 44-1 0 0,0-65 98 0 0,-3-9-220 0 0,0 0 1 0 0,0 0 0 0 0,0 0 0 0 0,0 1 0 0 0,0-1 0 0 0,0 0-1 0 0,1 0 1 0 0,-1 0 0 0 0,0 0 0 0 0,0 0 0 0 0,0 0 0 0 0,0 0 0 0 0,0 0-1 0 0,0 0 1 0 0,1 0 0 0 0,-1 1 0 0 0,0-1 0 0 0,0 0 0 0 0,0 0-1 0 0,0 0 1 0 0,0 0 0 0 0,1 0 0 0 0,-1 0 0 0 0,0 0 0 0 0,0 0-1 0 0,0 0 1 0 0,0 0 0 0 0,1 0 0 0 0,-1 0 0 0 0,0 0 0 0 0,0-1-1 0 0,0 1 1 0 0,0 0 0 0 0,0 0 0 0 0,0 0 0 0 0,1 0 0 0 0,-1 0-1 0 0,0 0 1 0 0,0 0 0 0 0,0 0 0 0 0,0 0 0 0 0,0 0 0 0 0,0-1 0 0 0,1 1-1 0 0,-1 0 1 0 0,0 0 0 0 0,0 0 0 0 0,0 0 0 0 0,0 0 0 0 0,0 0-1 0 0,0-1 1 0 0,0 1 0 0 0,0 0 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54:21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2303 0 0,'2'-16'3087'0'0,"-2"16"-2960"0"0,0 0 1 0 0,1 0-1 0 0,-1 0 0 0 0,0 0 1 0 0,0 0-1 0 0,0 0 0 0 0,1 0 0 0 0,-1 0 1 0 0,0 0-1 0 0,0 1 0 0 0,0-1 1 0 0,0 0-1 0 0,1 0 0 0 0,-1 0 1 0 0,0 0-1 0 0,0 1 0 0 0,0-1 1 0 0,0 0-1 0 0,0 0 0 0 0,0 0 1 0 0,0 1-1 0 0,1-1 0 0 0,-1 0 0 0 0,0 0 1 0 0,0 0-1 0 0,0 1 0 0 0,0-1 1 0 0,0 0-1 0 0,0 0 0 0 0,0 0 1 0 0,0 1-1 0 0,0-1 0 0 0,8 33 3599 0 0,-8-31-4065 0 0,6 33 732 0 0,-2 0 1 0 0,-2 70-1 0 0,-2-76-208 0 0,-5-4 373 0 0,8-22-601 0 0,19 17 24 0 0,-14-12 9 0 0,0 0 1 0 0,1-1 0 0 0,-1 0-1 0 0,12 6 1 0 0,-17-11 5 0 0,0-1 0 0 0,0 1 0 0 0,0-1 0 0 0,1 0 0 0 0,-1 0 0 0 0,0 0 0 0 0,1 0 0 0 0,-1-1 0 0 0,1 1-1 0 0,-1-1 1 0 0,1 0 0 0 0,-1 0 0 0 0,1 0 0 0 0,-1 0 0 0 0,1-1 0 0 0,-1 0 0 0 0,7-1 0 0 0,-3-1 4 0 0,0 1 0 0 0,-1-2 0 0 0,1 1 0 0 0,-1-1 0 0 0,1 0 0 0 0,-1 0 0 0 0,0 0 0 0 0,-1-1 0 0 0,1 0 0 0 0,-1 0 0 0 0,0-1 0 0 0,0 1 0 0 0,0-1 0 0 0,-1 0 0 0 0,0-1 0 0 0,0 1 0 0 0,-1 0 0 0 0,0-1 0 0 0,0 0 0 0 0,4-13 0 0 0,-5 10 0 0 0,0 0 0 0 0,0 1 0 0 0,-1-1 0 0 0,0 0 0 0 0,-1 1 0 0 0,0-1 0 0 0,-1 0 0 0 0,0 0 0 0 0,0 1 0 0 0,-1-1 0 0 0,-1 0 0 0 0,1 1 0 0 0,-1 0 0 0 0,-1 0 0 0 0,-6-13 0 0 0,4 12 66 0 0,1 0 0 0 0,-2 1 0 0 0,1-1 0 0 0,-2 1 0 0 0,1 1 0 0 0,-1-1 0 0 0,-11-9 0 0 0,16 16-45 0 0,-1-1 1 0 0,1 1-1 0 0,0 0 0 0 0,-1 0 0 0 0,0 0 0 0 0,1 0 0 0 0,-1 1 0 0 0,0 0 0 0 0,0-1 0 0 0,0 1 1 0 0,0 1-1 0 0,0-1 0 0 0,0 0 0 0 0,0 1 0 0 0,0 0 0 0 0,0 0 0 0 0,0 0 0 0 0,0 1 1 0 0,0-1-1 0 0,0 1 0 0 0,0 0 0 0 0,1 0 0 0 0,-1 0 0 0 0,-4 3 0 0 0,-1 0-69 0 0,0 0 0 0 0,1 1 0 0 0,-1 0 0 0 0,-7 6-1 0 0,-2 7-4166 0 0,9-7-649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54:21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0 304 2303 0 0,'8'-8'6038'0'0,"2"-5"-4162"0"0,2-3-1674 0 0,-1 3 171 0 0,25-26 42 0 0,-2-3 0 0 0,38-59 0 0 0,-53 72-470 0 0,8-13-40 0 0,-35 58 14 0 0,-5 9 114 0 0,1-1 1 0 0,-15 51 0 0 0,15-19 821 0 0,3 0 0 0 0,-2 70-1 0 0,11-122-832 0 0,0 0-1 0 0,0 1 1 0 0,0-1-1 0 0,2 8 1 0 0,-2-12-21 0 0,0 0-1 0 0,0 1 1 0 0,0-1-1 0 0,0 0 1 0 0,0 1 0 0 0,0-1-1 0 0,1 1 1 0 0,-1-1-1 0 0,0 0 1 0 0,0 1 0 0 0,0-1-1 0 0,1 0 1 0 0,-1 0-1 0 0,0 1 1 0 0,0-1 0 0 0,1 0-1 0 0,-1 1 1 0 0,0-1 0 0 0,1 0-1 0 0,-1 0 1 0 0,0 0-1 0 0,1 1 1 0 0,-1-1 0 0 0,1 0-1 0 0,-1 0-4 0 0,1 0 0 0 0,0 0 0 0 0,-1 0-1 0 0,1-1 1 0 0,0 1 0 0 0,-1 0 0 0 0,1 0-1 0 0,0-1 1 0 0,-1 1 0 0 0,1-1 0 0 0,-1 1 0 0 0,1 0-1 0 0,0-1 1 0 0,-1 1 0 0 0,1-1 0 0 0,-1 1 0 0 0,0-1-1 0 0,1 1 1 0 0,0-2 0 0 0,10-9-203 0 0,-5 5 103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54:22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16 2303 0 0,'-8'-16'17590'0'0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54:23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4607 0 0,'15'-13'4024'0'0,"-5"8"-3586"0"0,-1 0-1 0 0,1 0 1 0 0,0 1-1 0 0,1 0 0 0 0,13-3 1 0 0,-19 6-420 0 0,0 0 1 0 0,0 0 0 0 0,0 1 0 0 0,1 0-1 0 0,-1 0 1 0 0,0 0 0 0 0,0 0 0 0 0,0 1-1 0 0,1-1 1 0 0,-1 1 0 0 0,0 1 0 0 0,0-1-1 0 0,6 3 1 0 0,-10-3-11 0 0,1 0 1 0 0,-1-1-1 0 0,0 1 1 0 0,0 0-1 0 0,0 0 1 0 0,0-1-1 0 0,0 1 1 0 0,0 0-1 0 0,0 0 1 0 0,0 0-1 0 0,0 0 1 0 0,0 1-1 0 0,0-1 0 0 0,-1 0 1 0 0,1 0-1 0 0,0 0 1 0 0,-1 1-1 0 0,1-1 1 0 0,-1 0-1 0 0,1 2 1 0 0,-1 0-4 0 0,0-1 0 0 0,0 1 0 0 0,0-1 0 0 0,0 1 1 0 0,0-1-1 0 0,-1 0 0 0 0,1 1 0 0 0,-1-1 0 0 0,0 0 0 0 0,-1 5 1 0 0,-3 2 1 0 0,0 1 1 0 0,-1-1 0 0 0,0 0 0 0 0,-8 8-1 0 0,14-16-4 0 0,-5 5 25 0 0,2-4-21 0 0,1 1 1 0 0,-1 0-1 0 0,1 0 0 0 0,0-1 1 0 0,0 1-1 0 0,0 0 1 0 0,1 1-1 0 0,-1-1 1 0 0,1 0-1 0 0,0 0 1 0 0,-2 6-1 0 0,5-8-14 0 0,-1 0-1 0 0,1 0 0 0 0,-1 0 0 0 0,1 0 0 0 0,0 0 0 0 0,-1 0 1 0 0,1 0-1 0 0,0-1 0 0 0,0 1 0 0 0,2 0 0 0 0,0 1 22 0 0,1 0 14 0 0,-1 0-1 0 0,0 0 0 0 0,0 1 1 0 0,0 0-1 0 0,0 0 0 0 0,-1 0 1 0 0,1 0-1 0 0,-1 0 1 0 0,1 1-1 0 0,-1 0 0 0 0,0-1 1 0 0,-1 1-1 0 0,1 0 0 0 0,-1 1 1 0 0,0-1-1 0 0,0 0 0 0 0,0 1 1 0 0,0-1-1 0 0,-1 1 0 0 0,0-1 1 0 0,0 1-1 0 0,0 0 0 0 0,0-1 1 0 0,-1 1-1 0 0,0 0 1 0 0,0 0-1 0 0,0 0 0 0 0,0-1 1 0 0,-1 1-1 0 0,-2 8 0 0 0,0-4 417 0 0,0-1-1 0 0,-1 0 0 0 0,0 0 0 0 0,0 0 0 0 0,0 0 0 0 0,-1-1 1 0 0,-8 9-1 0 0,11-13-324 0 0,-1 0 0 0 0,0-1 0 0 0,1 1 0 0 0,-1-1 0 0 0,0 0 0 0 0,0 0 0 0 0,-1 0 1 0 0,1 0-1 0 0,-4 1 0 0 0,5-2-108 0 0,0 0-1 0 0,-1-1 1 0 0,1 1 0 0 0,0-1 0 0 0,0 0-1 0 0,-1 0 1 0 0,1 1 0 0 0,0-2 0 0 0,0 1 0 0 0,-1 0-1 0 0,1 0 1 0 0,0-1 0 0 0,0 1 0 0 0,0-1 0 0 0,-1 0-1 0 0,-1 0 1 0 0,1-1-144 0 0,1 0-1 0 0,-1 1 1 0 0,1-1-1 0 0,0 0 1 0 0,0 0-1 0 0,0-1 1 0 0,0 1 0 0 0,0 0-1 0 0,-3-6 1 0 0,-2-2-5693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6:54:49.027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 1 11393,'0'881'0,"881"-881"0,-881-881 0,-881 881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54:56.346"/>
    </inkml:context>
    <inkml:brush xml:id="br0">
      <inkml:brushProperty name="width" value="0.2" units="cm"/>
      <inkml:brushProperty name="height" value="0.2" units="cm"/>
      <inkml:brushProperty name="color" value="#33CCFF"/>
    </inkml:brush>
  </inkml:definitions>
  <inkml:trace contextRef="#ctx0" brushRef="#br0">139 658 919 0 0,'2'2'3149'0'0,"12"1"-2611"0"0,27 5-737 0 0,-11-5 225 0 0,-1-2 0 0 0,37-2 0 0 0,59-10 92 0 0,23-2-42 0 0,-77 8-140 0 0,16 0-24 0 0,-287 15 2639 0 0,-192 41-2262 0 0,462-54-569 0 0,169-33 691 0 0,-113 14-134 0 0,-107 19-277 0 0,-19 3 0 0 0,-11 2 0 0 0,-361 64 360 0 0,355-62-366 0 0,4-2-20 0 0,0 1 0 0 0,-20 0 0 0 0,139-10-106 0 0,177 4 122 0 0,-165-5-180 0 0,-209 13 248 0 0,-108 19-1 0 0,-47 4 28 0 0,217-26-85 0 0,264-25 0 0 0,-148 18 0 0 0,23 1-132 0 0,-62 3 19 0 0,0-2 1 0 0,51-9 0 0 0,-96 11 140 0 0,-4 0-3 0 0,-13 0 20 0 0,-20 0 28 0 0,-343 18 431 0 0,333-15-607 0 0,-88-9 0 0 0,122 3 103 0 0,10 4 0 0 0,0 0 0 0 0,0 0 0 0 0,0-1 0 0 0,0 1 0 0 0,-1 0 0 0 0,1 0 0 0 0,0 0 0 0 0,0-1 0 0 0,0 1 0 0 0,0 0 0 0 0,0 0 0 0 0,0 0 0 0 0,1-1 0 0 0,-1 1 0 0 0,0 0 0 0 0,0 0 0 0 0,0 0 0 0 0,0-1 0 0 0,0 1 0 0 0,0 0 0 0 0,0 0 0 0 0,0 0 0 0 0,0 0 0 0 0,0-1 0 0 0,1 1 0 0 0,-1 0 0 0 0,0 0 0 0 0,0 0 0 0 0,0 0 0 0 0,0-1 0 0 0,2 0 0 0 0,-1 0 0 0 0,1 0 0 0 0,-1 0 0 0 0,1 0 0 0 0,-1 1 0 0 0,1-1 0 0 0,0 0 0 0 0,-1 0 0 0 0,4 0 0 0 0,37-5-44 0 0,0 2 0 0 0,72 2 0 0 0,-70 3 2 0 0,0-2 1 0 0,55-9 0 0 0,-97 9 33 0 0,-5 1 22 0 0,-15 0 49 0 0,-24 3 4 0 0,-115 19 504 0 0,-75 7 450 0 0,220-28-1054 0 0,10 0 19 0 0,-1-1 1 0 0,1 1-1 0 0,0-1 1 0 0,-1 0 0 0 0,1 0-1 0 0,0 0 1 0 0,0 0-1 0 0,-1 0 1 0 0,1-1-1 0 0,-4 0 1 0 0,6 1 12 0 0,0-1 0 0 0,0 1 0 0 0,0 0-1 0 0,-1 0 1 0 0,1 0 0 0 0,0 0 0 0 0,0-1 0 0 0,0 1 0 0 0,0 0 0 0 0,0 0 0 0 0,0 0-1 0 0,1 0 1 0 0,-1-1 0 0 0,0 1 0 0 0,0 0 0 0 0,0 0 0 0 0,0 0 0 0 0,0 0-1 0 0,0 0 1 0 0,0-1 0 0 0,0 1 0 0 0,0 0 0 0 0,0 0 0 0 0,0 0 0 0 0,1 0 0 0 0,-1 0-1 0 0,0 0 1 0 0,0-1 0 0 0,0 1 0 0 0,0 0 0 0 0,0 0 0 0 0,0 0 0 0 0,1 0-1 0 0,-1 0 1 0 0,0 0 0 0 0,0 0 0 0 0,0 0 0 0 0,0 0 0 0 0,1 0 0 0 0,17-9-29 0 0,37-7-23 0 0,77-11 0 0 0,-64 14 42 0 0,-45 9 90 0 0,8-2-81 0 0,-25 5 12 0 0,-13 1 34 0 0,-14 3-38 0 0,-32 10 1 0 0,-3 0-10 0 0,31-9 1 0 0,0 1-5 0 0,0-1 0 0 0,-31 0-1 0 0,67-5-23 0 0,0 0-1 0 0,17-5 1 0 0,8-2-19 0 0,236-42 65 0 0,-229 41 30 0 0,-18 5-100 0 0,22-6-54 0 0,-74 12 235 0 0,-75 16-81 0 0,-1-5 0 0 0,-156 0 1 0 0,256-13-52 0 0,1 0 6 0 0,0 1-1 0 0,0-1 1 0 0,0 0 0 0 0,0 0-1 0 0,0 0 1 0 0,0 0-1 0 0,0-1 1 0 0,0 1-1 0 0,0-1 1 0 0,1 1-1 0 0,-1-1 1 0 0,0 1 0 0 0,0-1-1 0 0,1 0 1 0 0,-1 0-1 0 0,0 0 1 0 0,-2-2-1 0 0,4 2 0 0 0,0 1 0 0 0,0 0-1 0 0,1-1 1 0 0,-1 1 0 0 0,0 0-1 0 0,1-1 1 0 0,-1 1 0 0 0,0 0-1 0 0,0-1 1 0 0,1 1 0 0 0,-1 0-1 0 0,0 0 1 0 0,1-1 0 0 0,-1 1-1 0 0,1 0 1 0 0,-1 0 0 0 0,0 0-1 0 0,1 0 1 0 0,-1-1 0 0 0,1 1-1 0 0,-1 0 1 0 0,1 0 0 0 0,0 0-1 0 0,12-4-30 0 0,197-29-59 0 0,-95 17 54 0 0,-42 5 58 0 0,108-21 42 0 0,-180 32-97 0 0,-8 0 12 0 0,-20 5 10 0 0,-22 3 90 0 0,-411 39 286 0 0,390-42-566 0 0,78-6 202 0 0,1 0 0 0 0,-1-1 0 0 0,11-3 0 0 0,8-2 0 0 0,97-10-38 0 0,206-4-1 0 0,-198 12-172 0 0,-247 24 361 0 0,-177 47-1 0 0,286-60-159 0 0,-15 5 63 0 0,19-7-43 0 0,1 1 1 0 0,0-1-1 0 0,0 1 0 0 0,0-1 0 0 0,0 1 0 0 0,0 0 0 0 0,1-1 0 0 0,-1 1 0 0 0,0 0 0 0 0,0 0 0 0 0,0-1 0 0 0,0 1 1 0 0,1 0-1 0 0,-2 2 0 0 0,2-3-13 0 0,0 0 1 0 0,0 1-1 0 0,0-1 1 0 0,0 1-1 0 0,0-1 0 0 0,0 0 1 0 0,0 1-1 0 0,0-1 1 0 0,0 0-1 0 0,0 1 1 0 0,0-1-1 0 0,0 1 1 0 0,0-1-1 0 0,0 0 1 0 0,0 1-1 0 0,1-1 0 0 0,-1 0 1 0 0,0 1-1 0 0,0-1 1 0 0,0 0-1 0 0,1 0 1 0 0,-1 1-1 0 0,0-1 1 0 0,0 0-1 0 0,1 1 1 0 0,-1-1-1 0 0,0 0 0 0 0,1 0 1 0 0,-1 0-1 0 0,0 1 1 0 0,1-1-1 0 0,-1 0 1 0 0,0 0-1 0 0,1 0 1 0 0,-1 0-1 0 0,0 0 1 0 0,1 0-1 0 0,-1 0 0 0 0,1 0 1 0 0,-1 0-1 0 0,1 0 1 0 0,18 3-153 0 0,-17-3 147 0 0,50 1-111 0 0,104-12 0 0 0,-74 3 48 0 0,-26 0 31 0 0,-40 4 53 0 0,0 2 1 0 0,22-1-1 0 0,-88 8 76 0 0,8 0 43 0 0,-212 6 0 0 0,238-9-144 0 0,102-15-43 0 0,80-14-103 0 0,-131 19 135 0 0,62-15-37 0 0,-96 23 60 0 0,0 0 0 0 0,0-1 0 0 0,0 1 0 0 0,0-1 0 0 0,0 1 0 0 0,0 0 0 0 0,0-1 0 0 0,0 0 0 0 0,-1 1 0 0 0,1-1 0 0 0,0 1 0 0 0,0-1 0 0 0,-1 0 0 0 0,1 0 0 0 0,0 1 0 0 0,0-2 0 0 0,-1 2 0 0 0,0 0 0 0 0,0-1 0 0 0,0 1 0 0 0,0 0 0 0 0,0 0 0 0 0,0 0 0 0 0,0 0 0 0 0,0-1 0 0 0,0 1 0 0 0,0 0 0 0 0,0 0 0 0 0,0 0 0 0 0,0 0 0 0 0,0-1 0 0 0,0 1 0 0 0,0 0 0 0 0,0 0 0 0 0,0 0 0 0 0,0 0 0 0 0,0 0 0 0 0,0-1 0 0 0,-1 1 0 0 0,1 0 0 0 0,0 0 0 0 0,0 0 0 0 0,0 0 0 0 0,0 0 0 0 0,0 0 0 0 0,0 0 0 0 0,0-1 0 0 0,-1 1 0 0 0,1 0 0 0 0,0 0 0 0 0,-12-2 0 0 0,-10 4 38 0 0,-1 0 0 0 0,1 2 0 0 0,-22 5 0 0 0,-8 2 34 0 0,-255 53-97 0 0,277-59-40 0 0,16-4 60 0 0,0 2-1 0 0,0 0 1 0 0,-16 5-1 0 0,24-5 8 0 0,6-1-25 0 0,11-2-66 0 0,17-5-54 0 0,318-63 68 0 0,-279 59 60 0 0,-37 6-2 0 0,-1-1 1 0 0,0-2 0 0 0,51-16 0 0 0,-79 21 18 0 0,0 1 0 0 0,0 0 0 0 0,0-1 0 0 0,0 1 0 0 0,0 0 1 0 0,0-1-1 0 0,0 1 0 0 0,-1-1 0 0 0,1 1 0 0 0,0-1 0 0 0,0 0 0 0 0,-1 1 0 0 0,1-1 0 0 0,0 0 0 0 0,-1 0 0 0 0,0 1 1 0 0,0 0-1 0 0,0-1 0 0 0,0 1 1 0 0,-1 0-1 0 0,1 0 1 0 0,0 0-1 0 0,0-1 1 0 0,0 1-1 0 0,-1 0 1 0 0,1 0-1 0 0,0 0 0 0 0,0 0 1 0 0,-1-1-1 0 0,1 1 1 0 0,0 0-1 0 0,-1 0 1 0 0,1 0-1 0 0,0 0 1 0 0,0 0-1 0 0,-1 0 0 0 0,1 0 1 0 0,0 0-1 0 0,-1 0 1 0 0,1 0-1 0 0,0 0 1 0 0,-1 0-1 0 0,-32 0 113 0 0,-137 30 59 0 0,93-15-138 0 0,-303 46-188 0 0,353-55 155 0 0,18-4-5 0 0,21-6-11 0 0,233-63-100 0 0,90-7 88 0 0,-332 73 18 0 0,18-2-71 0 0,0-2 0 0 0,0 0 0 0 0,33-13 0 0 0,-54 18 75 0 0,1 0 0 0 0,0-1 0 0 0,-1 1 0 0 0,1 0-1 0 0,0 0 1 0 0,-1 0 0 0 0,1-1 0 0 0,-1 1 0 0 0,1 0 0 0 0,0-1 0 0 0,-1 1 0 0 0,1-1 0 0 0,-1 1-1 0 0,1 0 1 0 0,-1-1 0 0 0,0 1 0 0 0,1-1 0 0 0,-1 1 0 0 0,1-1 0 0 0,-1 0 0 0 0,1 0-1 0 0,-13-1 61 0 0,-23 5 96 0 0,-556 125 311 0 0,584-126-465 0 0,1-1-6 0 0,0 1 0 0 0,0-1 0 0 0,0 1 0 0 0,0 0-1 0 0,0 0 1 0 0,0 1 0 0 0,1 0 0 0 0,0 0 0 0 0,-10 7 0 0 0,15-10 7 0 0,0 0-1 0 0,0 0 0 0 0,0 0 1 0 0,0 0-1 0 0,-1 0 0 0 0,1 0 1 0 0,0 0-1 0 0,0 0 0 0 0,0 0 1 0 0,0 1-1 0 0,0-1 0 0 0,0 0 1 0 0,0 0-1 0 0,0 0 0 0 0,0 0 1 0 0,-1 0-1 0 0,1 0 0 0 0,0 1 1 0 0,0-1-1 0 0,0 0 0 0 0,0 0 1 0 0,0 0-1 0 0,0 0 0 0 0,0 0 1 0 0,0 1-1 0 0,0-1 0 0 0,0 0 1 0 0,0 0-1 0 0,0 0 0 0 0,0 0 1 0 0,0 0-1 0 0,0 1 0 0 0,0-1 1 0 0,0 0-1 0 0,0 0 0 0 0,0 0 1 0 0,0 0-1 0 0,1 1 0 0 0,5 0-59 0 0,12-4-53 0 0,-17 3 107 0 0,195-53-145 0 0,-156 41 158 0 0,128-33 86 0 0,8-2-69 0 0,-165 44-40 0 0,-1-1 0 0 0,0 0 0 0 0,17-9 0 0 0,-27 13 17 0 0,0 0 0 0 0,0 0-1 0 0,0 0 1 0 0,0 0 0 0 0,1 0-1 0 0,-1 0 1 0 0,0 0-1 0 0,0 0 1 0 0,0 0 0 0 0,0 0-1 0 0,0 0 1 0 0,0 0 0 0 0,0 0-1 0 0,0 0 1 0 0,0 0-1 0 0,0 0 1 0 0,0 0 0 0 0,0 0-1 0 0,0 0 1 0 0,0 0 0 0 0,0 0-1 0 0,0 0 1 0 0,1 0-1 0 0,-1 0 1 0 0,0 0 0 0 0,0 0-1 0 0,0 0 1 0 0,0 0 0 0 0,0 0-1 0 0,0 0 1 0 0,0-1-1 0 0,0 1 1 0 0,0 0 0 0 0,0 0-1 0 0,0 0 1 0 0,0 0 0 0 0,0 0-1 0 0,0 0 1 0 0,0 0-1 0 0,0 0 1 0 0,0 0 0 0 0,0 0-1 0 0,0 0 1 0 0,0 0 0 0 0,0 0-1 0 0,0 0 1 0 0,0 0 0 0 0,0-1-1 0 0,0 1 1 0 0,0 0-1 0 0,0 0 1 0 0,0 0 0 0 0,0 0-1 0 0,0 0 1 0 0,0 0 0 0 0,0 0-1 0 0,0 0 1 0 0,0 0-1 0 0,0 0 1 0 0,0 0 0 0 0,0 0-1 0 0,0 0 1 0 0,-1 0 0 0 0,1 0-1 0 0,0 0 1 0 0,0 0-1 0 0,0 0 1 0 0,0 0 0 0 0,0-1-1 0 0,-7 1 70 0 0,-9 1 32 0 0,-172 36 30 0 0,135-25-16 0 0,-52 11-44 0 0,-168 44-300 0 0,272-67 226 0 0,-6 2-1 0 0,1 0-1 0 0,-1 0 1 0 0,1 0 0 0 0,0 1 0 0 0,0 0-1 0 0,-7 5 1 0 0,13-8 1 0 0,0 0 1 0 0,0 0-1 0 0,0 0 0 0 0,1 0 1 0 0,-1 0-1 0 0,0 0 1 0 0,0 0-1 0 0,0 0 0 0 0,0 0 1 0 0,0 0-1 0 0,0 0 0 0 0,0 0 1 0 0,0 0-1 0 0,0 0 0 0 0,0 0 1 0 0,0 0-1 0 0,0 0 1 0 0,0 0-1 0 0,0 0 0 0 0,0 0 1 0 0,0 0-1 0 0,0 0 0 0 0,0 0 1 0 0,0 1-1 0 0,0-1 0 0 0,0 0 1 0 0,0 0-1 0 0,0 0 1 0 0,0 0-1 0 0,0 0 0 0 0,0 0 1 0 0,0 0-1 0 0,0 0 0 0 0,0 0 1 0 0,0 0-1 0 0,0 0 0 0 0,0 0 1 0 0,0 0-1 0 0,0 0 0 0 0,0 0 1 0 0,0 0-1 0 0,0 0 1 0 0,0 1-1 0 0,0-1 0 0 0,0 0 1 0 0,0 0-1 0 0,0 0 0 0 0,0 0 1 0 0,0 0-1 0 0,0 0 0 0 0,0 0 1 0 0,0 0-1 0 0,0 0 1 0 0,0 0-1 0 0,-1 0 0 0 0,1 0 1 0 0,0 0-1 0 0,0 0 0 0 0,0 0 1 0 0,0 0-1 0 0,0 0 0 0 0,0 0 1 0 0,0 0-1 0 0,0 0 1 0 0,0 0-1 0 0,0 0 0 0 0,0 0 1 0 0,0 0-1 0 0,0 0 0 0 0,6 0-53 0 0,9-4-12 0 0,116-49 51 0 0,26-10 29 0 0,39 8 61 0 0,33-11-379 0 0,-226 65 293 0 0,-1 0 0 0 0,1 0 0 0 0,0 0 0 0 0,-1-1 0 0 0,1 0 0 0 0,-1 1 0 0 0,4-4 0 0 0,-6 5 13 0 0,0 0-1 0 0,0 0 1 0 0,0 0-1 0 0,0 0 1 0 0,0 0-1 0 0,1 0 1 0 0,-1-1-1 0 0,0 1 1 0 0,0 0-1 0 0,0 0 1 0 0,0 0 0 0 0,0 0-1 0 0,0-1 1 0 0,0 1-1 0 0,0 0 1 0 0,0 0-1 0 0,0 0 1 0 0,1 0-1 0 0,-1-1 1 0 0,0 1-1 0 0,0 0 1 0 0,0 0 0 0 0,0 0-1 0 0,0 0 1 0 0,0-1-1 0 0,0 1 1 0 0,0 0-1 0 0,0 0 1 0 0,0 0-1 0 0,-1 0 1 0 0,1-1-1 0 0,0 1 1 0 0,0 0 0 0 0,0 0-1 0 0,0 0 1 0 0,0 0-1 0 0,0-1 1 0 0,0 1-1 0 0,0 0 1 0 0,-1 0 6 0 0,0-1 1 0 0,0 1 0 0 0,-1 0-1 0 0,1-1 1 0 0,0 1 0 0 0,0 0-1 0 0,0 0 1 0 0,0 0 0 0 0,0 0-1 0 0,0 0 1 0 0,-2 0 0 0 0,-295 47 364 0 0,177-24-286 0 0,96-19-86 0 0,-109 22 0 0 0,103-18 0 0 0,0 1 0 0 0,-35 15 0 0 0,44-11-41 0 0,13-5 8 0 0,9-8 32 0 0,-1 1 1 0 0,1-1-1 0 0,0 0 0 0 0,0 0 1 0 0,0 0-1 0 0,0 1 0 0 0,0-1 1 0 0,0 0-1 0 0,0 0 0 0 0,0 1 1 0 0,0-1-1 0 0,0 0 0 0 0,0 0 1 0 0,0 0-1 0 0,0 1 0 0 0,0-1 1 0 0,0 0-1 0 0,0 0 0 0 0,0 1 1 0 0,0-1-1 0 0,0 0 0 0 0,0 0 1 0 0,0 1-1 0 0,0-1 0 0 0,0 0 0 0 0,0 0 1 0 0,1 0-1 0 0,-1 1 0 0 0,0-1 1 0 0,0 0-1 0 0,0 0 0 0 0,0 0 1 0 0,0 0-1 0 0,1 1 0 0 0,-1-1 1 0 0,3 1-10 0 0,0-1 1 0 0,0 0 0 0 0,-1 1 0 0 0,1-1 0 0 0,0 0-1 0 0,0 0 1 0 0,-1-1 0 0 0,1 1 0 0 0,0 0-1 0 0,0-1 1 0 0,-1 0 0 0 0,6-1 0 0 0,-2 0 11 0 0,35-10-2 0 0,54-23 0 0 0,-13 4 0 0 0,239-64 1 0 0,-190 59-55 0 0,-116 31 7 0 0,-15 4 91 0 0,-9 4 116 0 0,-275 58-17 0 0,58-13-46 0 0,214-45-97 0 0,2-1 0 0 0,0 0 0 0 0,1 0 0 0 0,-1 1 0 0 0,1 0 0 0 0,0 1 0 0 0,0 0 0 0 0,-12 8 0 0 0,20-12-5 0 0,1 0-1 0 0,-1 1 1 0 0,1-1 0 0 0,-1 0-1 0 0,1 1 1 0 0,-1-1-1 0 0,1 0 1 0 0,0 1-1 0 0,-1-1 1 0 0,1 1-1 0 0,0-1 1 0 0,-1 1-1 0 0,1-1 1 0 0,0 1-1 0 0,-1-1 1 0 0,1 1 0 0 0,0-1-1 0 0,-1 2 1 0 0,9-1-91 0 0,15-6-6 0 0,34-17 87 0 0,18-5 83 0 0,-65 24-65 0 0,176-53-7 0 0,-6-14-27 0 0,-173 68 30 0 0,-6 1 2 0 0,1 0 1 0 0,0 1-1 0 0,0-1 0 0 0,0 0 0 0 0,0 0 0 0 0,0 0 0 0 0,-1 0 1 0 0,1-1-1 0 0,2-2 0 0 0,-4 4 1 0 0,0 0 1 0 0,0 0-1 0 0,0-1 1 0 0,-1 1-1 0 0,1 0 1 0 0,0 0-1 0 0,0 0 1 0 0,-1-1-1 0 0,1 1 1 0 0,0 0-1 0 0,0 0 1 0 0,-1 0-1 0 0,1 0 0 0 0,0 0 1 0 0,-1-1-1 0 0,1 1 1 0 0,0 0-1 0 0,-1 0 1 0 0,1 0-1 0 0,0 0 1 0 0,0 0-1 0 0,-1 0 1 0 0,1 0-1 0 0,0 0 0 0 0,-1 0 1 0 0,1 0-1 0 0,0 0 1 0 0,-1 0-1 0 0,1 1 1 0 0,0-1-1 0 0,-1 0 1 0 0,-12 1 59 0 0,-272 65-62 0 0,176-38 0 0 0,61-17 0 0 0,-11 3 0 0 0,-95 35 0 0 0,152-48 0 0 0,0 0 0 0 0,0 0 0 0 0,0 0 0 0 0,0 1 0 0 0,0-1 0 0 0,0 0 0 0 0,-1 3 0 0 0,3-4 0 0 0,-1 0 0 0 0,1 0 0 0 0,0 0 0 0 0,0 0 0 0 0,0 0 0 0 0,0 0 0 0 0,0 0 0 0 0,0 1 0 0 0,0-1 0 0 0,0 0 0 0 0,0 0 0 0 0,0 0 0 0 0,0 0 0 0 0,-1 0 0 0 0,1 0 0 0 0,0 0 0 0 0,0 0 0 0 0,0 1 0 0 0,0-1 0 0 0,0 0 0 0 0,0 0 0 0 0,0 0 0 0 0,0 0 0 0 0,0 0 0 0 0,0 0 0 0 0,0 1 0 0 0,0-1 0 0 0,0 0 0 0 0,0 0 0 0 0,0 0 0 0 0,0 0 0 0 0,0 0 0 0 0,0 0 0 0 0,0 1 0 0 0,1-1 0 0 0,-1 0 0 0 0,0 0 0 0 0,0 0 0 0 0,0 0 0 0 0,0 0 0 0 0,11 0 0 0 0,63-23 0 0 0,-22 5 0 0 0,238-65-96 0 0,35-15-40 0 0,-325 98 137 0 0,1 0-1 0 0,-1 0 0 0 0,0 0 0 0 0,0 0 0 0 0,1 0 0 0 0,-1 0 0 0 0,0 0 1 0 0,0 0-1 0 0,0 0 0 0 0,1 0 0 0 0,-1 0 0 0 0,0 0 0 0 0,0 0 0 0 0,1 0 1 0 0,-1 0-1 0 0,0-1 0 0 0,0 1 0 0 0,0 0 0 0 0,1 0 0 0 0,-1 0 0 0 0,0 0 1 0 0,0 0-1 0 0,0-1 0 0 0,0 1 0 0 0,1 0 0 0 0,-1 0 0 0 0,0 0 1 0 0,0 0-1 0 0,0-1 0 0 0,0 1 0 0 0,0 0 0 0 0,0 0 0 0 0,0-1 0 0 0,0 1 1 0 0,1 0-1 0 0,-11-2 13 0 0,-15 3 22 0 0,-176 32 52 0 0,4 17 2 0 0,164-41-87 0 0,14-4-2 0 0,-73 22 0 0 0,80-23 0 0 0,1 1 0 0 0,-1 1 0 0 0,1 0 0 0 0,0 0 0 0 0,-14 11 0 0 0,17-8-33 0 0,8-9 31 0 0,0 1 0 0 0,0-1 0 0 0,0 0 1 0 0,0 0-1 0 0,0 0 0 0 0,0 0 1 0 0,0 0-1 0 0,0 1 0 0 0,0-1 0 0 0,0 0 1 0 0,0 0-1 0 0,0 0 0 0 0,0 0 0 0 0,0 0 1 0 0,0 0-1 0 0,0 0 0 0 0,0 1 1 0 0,0-1-1 0 0,0 0 0 0 0,0 0 0 0 0,0 0 1 0 0,0 0-1 0 0,1 0 0 0 0,-1 0 0 0 0,0 0 1 0 0,0 0-1 0 0,0 0 0 0 0,0 1 1 0 0,0-1-1 0 0,0 0 0 0 0,0 0 0 0 0,1 0 1 0 0,-1 0-1 0 0,0 0 0 0 0,0 0 0 0 0,0 0 1 0 0,0 0-1 0 0,0 0 0 0 0,0 0 1 0 0,1 0-1 0 0,-1 0 0 0 0,0 0 0 0 0,2 0-10 0 0,0 0 0 0 0,0 0 0 0 0,0-1 0 0 0,0 1 0 0 0,0 0 0 0 0,0-1 0 0 0,0 0 0 0 0,3-1 0 0 0,61-29-7 0 0,139-57-26 0 0,-166 75 45 0 0,35-14 0 0 0,1 4 0 0 0,94-16 0 0 0,-138 32 0 0 0,-62 8 60 0 0,-52 10-20 0 0,-90 23-1 0 0,-77 35 22 0 0,236-65-68 0 0,2-1-25 0 0,0 1-1 0 0,0 0 1 0 0,0 0 0 0 0,0 1 0 0 0,1 1-1 0 0,-20 12 1 0 0,28-13-67 0 0,10-5 79 0 0,12-4 106 0 0,-18 3-72 0 0,48-15 8 0 0,73-37 0 0 0,-70 29 10 0 0,-20 10-44 0 0,39-19 44 0 0,127-38 0 0 0,-181 64-89 0 0,-13 3 53 0 0,-13 4 5 0 0,-27 6 36 0 0,0 1 0 0 0,-45 16 0 0 0,58-16 4 0 0,-213 72-25 0 0,122-39-5 0 0,102-36-6 0 0,-64 24 27 0 0,65-23-29 0 0,1 0 1 0 0,-1 1-1 0 0,1 0 0 0 0,-16 12 0 0 0,26-17-4 0 0,0-1 0 0 0,-1 0 0 0 0,1 0 1 0 0,0 0-1 0 0,0 0 0 0 0,-1 0 0 0 0,1 0 0 0 0,0 1 0 0 0,0-1 0 0 0,0 0 0 0 0,-1 0 0 0 0,1 0 0 0 0,0 1 0 0 0,0-1 0 0 0,0 0 0 0 0,0 0 0 0 0,-1 1 0 0 0,1-1 0 0 0,0 0 0 0 0,0 0 0 0 0,0 1 0 0 0,0-1 0 0 0,0 0 0 0 0,0 0 0 0 0,0 1 0 0 0,0-1 0 0 0,0 0 1 0 0,0 0-1 0 0,0 1 0 0 0,8-2-63 0 0,12-6-28 0 0,397-161 156 0 0,-209 96-64 0 0,-202 70 2 0 0,-2 1 3 0 0,0 0 0 0 0,1 0 0 0 0,-1-1 0 0 0,0 0 1 0 0,0 0-1 0 0,-1 0 0 0 0,1 0 0 0 0,0-1 0 0 0,5-4 1 0 0,-9 7-6 0 0,0 0 1 0 0,0 0-1 0 0,0-1 1 0 0,0 1-1 0 0,0 0 1 0 0,0 0-1 0 0,0 0 1 0 0,0 0-1 0 0,0 0 1 0 0,0 0-1 0 0,1 0 1 0 0,-1-1-1 0 0,0 1 1 0 0,0 0-1 0 0,0 0 1 0 0,0 0-1 0 0,0 0 1 0 0,0 0 0 0 0,0 0-1 0 0,0-1 1 0 0,0 1-1 0 0,0 0 1 0 0,0 0-1 0 0,0 0 1 0 0,0 0-1 0 0,0 0 1 0 0,-1 0-1 0 0,1-1 1 0 0,0 1-1 0 0,0 0 1 0 0,0 0-1 0 0,0 0 1 0 0,0 0-1 0 0,0 0 1 0 0,0 0-1 0 0,0 0 1 0 0,0 0-1 0 0,0-1 1 0 0,-1 1-1 0 0,-5-2 25 0 0,-9 1 4 0 0,-23 5-19 0 0,0 2 0 0 0,-46 12 0 0 0,-73 29 30 0 0,118-35-38 0 0,0 1 12 0 0,7-5 13 0 0,1 2 0 0 0,0 2 0 0 0,1 1-1 0 0,-32 19 1 0 0,61-32-36 0 0,0 1 0 0 0,0-1 0 0 0,0 1 0 0 0,0-1 0 0 0,0 1 0 0 0,1 0 0 0 0,-1 0 0 0 0,0-1 0 0 0,0 1-1 0 0,1 0 1 0 0,-1 0 0 0 0,0 0 0 0 0,1 0 0 0 0,-1 0 0 0 0,1 0 0 0 0,-1 0 0 0 0,1 0 0 0 0,-1 2 0 0 0,1-3 6 0 0,0 0 1 0 0,0 0-1 0 0,0 1 1 0 0,0-1-1 0 0,0 0 1 0 0,0 0-1 0 0,1 1 1 0 0,-1-1-1 0 0,0 0 0 0 0,0 0 1 0 0,0 1-1 0 0,0-1 1 0 0,0 0-1 0 0,1 0 1 0 0,-1 0-1 0 0,0 1 1 0 0,0-1-1 0 0,0 0 1 0 0,1 0-1 0 0,-1 0 1 0 0,0 1-1 0 0,0-1 1 0 0,0 0-1 0 0,1 0 1 0 0,-1 0-1 0 0,0 0 1 0 0,14 1-31 0 0,3-3 17 0 0,-1-2-1 0 0,0 0 1 0 0,30-12-1 0 0,-15 4 8 0 0,121-47 32 0 0,-83 30-2 0 0,93-26-1 0 0,-132 49-6 0 0,-20 4-6 0 0,1 0 1 0 0,-2 0-1 0 0,1-1 1 0 0,0 0-1 0 0,12-7 0 0 0,-22 10-8 0 0,0 0 0 0 0,1 0 0 0 0,-1 0 0 0 0,0 0 0 0 0,0 0 0 0 0,0-1 0 0 0,0 1 0 0 0,0 0 0 0 0,0 0 0 0 0,0 0 0 0 0,0 0 0 0 0,0 0 0 0 0,0 0 0 0 0,0 0 0 0 0,-1 0 0 0 0,1-1 0 0 0,0 1 0 0 0,0 0 0 0 0,0 0 0 0 0,0 0 0 0 0,0 0 0 0 0,0 0 0 0 0,0 0 0 0 0,0 0 0 0 0,0 0 0 0 0,0 0 0 0 0,0 0 0 0 0,0 0 0 0 0,0-1 0 0 0,0 1 0 0 0,0 0 0 0 0,0 0 0 0 0,-1 0 0 0 0,1 0 0 0 0,0 0 0 0 0,0 0 0 0 0,0 0 0 0 0,0 0 0 0 0,0 0 0 0 0,0 0 0 0 0,0 0 0 0 0,0 0 0 0 0,0 0 0 0 0,-1 0 0 0 0,1 0 0 0 0,0 0 0 0 0,0 0 0 0 0,0 0 0 0 0,0 0 0 0 0,0 0 0 0 0,0 0 0 0 0,0 0 0 0 0,0 0 0 0 0,0 0 0 0 0,-1 0 0 0 0,1 0 0 0 0,0 0 0 0 0,0 0 0 0 0,0 0 0 0 0,0 1 0 0 0,-8-2 0 0 0,-192 28 128 0 0,-37 28-2 0 0,119-25-218 0 0,112-28 68 0 0,2-1 3 0 0,-1 0 1 0 0,0 0 0 0 0,1 1 0 0 0,-1-1 0 0 0,0 1 0 0 0,-7 5-1 0 0,12-7 21 0 0,0 0 0 0 0,0 0-1 0 0,0 0 1 0 0,0 0-1 0 0,0 0 1 0 0,0 0-1 0 0,0 0 1 0 0,1 0-1 0 0,-1 0 1 0 0,0 0 0 0 0,0 0-1 0 0,0 0 1 0 0,0 0-1 0 0,0 0 1 0 0,0 0-1 0 0,0 0 1 0 0,0 0 0 0 0,0 0-1 0 0,0 0 1 0 0,0 0-1 0 0,0 0 1 0 0,0 0-1 0 0,0 0 1 0 0,0 0 0 0 0,0 0-1 0 0,0 0 1 0 0,0 0-1 0 0,0 0 1 0 0,0 0-1 0 0,0 0 1 0 0,0 0-1 0 0,0 0 1 0 0,0 0 0 0 0,0 0-1 0 0,0 0 1 0 0,1 0-1 0 0,-1 0 1 0 0,0 1-1 0 0,0-1 1 0 0,0 0 0 0 0,0 0-1 0 0,0 0 1 0 0,0 0-1 0 0,0 0 1 0 0,0 0-1 0 0,0 0 1 0 0,0 0 0 0 0,0 0-1 0 0,-1 0 1 0 0,1 0-1 0 0,0 0 1 0 0,0 0-1 0 0,0 0 1 0 0,0 0 0 0 0,0 0-1 0 0,0 0 1 0 0,0 0-1 0 0,0 0 1 0 0,0 0-1 0 0,0 1 1 0 0,0-1-1 0 0,0 0 1 0 0,0 0 0 0 0,0 0-1 0 0,0 0 1 0 0,0 0-1 0 0,0 0 1 0 0,8 0-42 0 0,9-2-11 0 0,219-70 77 0 0,-67 18 6 0 0,2 3 34 0 0,-167 49-59 0 0,-8 2 3 0 0,-17 1 20 0 0,-31 5 97 0 0,-274 57 547 0 0,176-29-476 0 0,148-34-196 0 0,-3 1-16 0 0,0 0 0 0 0,1 0 0 0 0,-1 0 0 0 0,0 1 0 0 0,1 0 0 0 0,-1 0 0 0 0,-6 4 0 0 0,11-6 13 0 0,-1 0 0 0 0,1 0 0 0 0,0 0 0 0 0,0 0 0 0 0,0 0 0 0 0,0 0-1 0 0,0 0 1 0 0,0 0 0 0 0,-1 0 0 0 0,1 0 0 0 0,0 0 0 0 0,0 1 0 0 0,0-1 0 0 0,0 0-1 0 0,0 0 1 0 0,0 0 0 0 0,0 0 0 0 0,0 0 0 0 0,0 0 0 0 0,0 1 0 0 0,0-1 0 0 0,0 0-1 0 0,-1 0 1 0 0,1 0 0 0 0,0 0 0 0 0,0 0 0 0 0,0 1 0 0 0,0-1 0 0 0,0 0 0 0 0,0 0-1 0 0,0 0 1 0 0,0 0 0 0 0,0 0 0 0 0,1 0 0 0 0,-1 1 0 0 0,0-1 0 0 0,0 0 0 0 0,0 0-1 0 0,6 3-88 0 0,9-3-3 0 0,42-6 85 0 0,-1-4 0 0 0,85-24 0 0 0,36-8 229 0 0,-107 23-451 0 0,-116 24 232 0 0,-115 21 0 0 0,106-19 0 0 0,-4 1 0 0 0,-72 13 0 0 0,127-20-31 0 0,4 0 28 0 0,-1-1 1 0 0,1 0-1 0 0,0 0 0 0 0,0 0 1 0 0,0 0-1 0 0,0 0 1 0 0,0 0-1 0 0,-1 1 1 0 0,1-1-1 0 0,0 0 1 0 0,0 0-1 0 0,0 0 0 0 0,0 0 1 0 0,-1 0-1 0 0,1 0 1 0 0,0 0-1 0 0,0 0 1 0 0,0 0-1 0 0,-1 0 0 0 0,1 0 1 0 0,0 0-1 0 0,0 0 1 0 0,0 0-1 0 0,-1 0 1 0 0,1 0-1 0 0,0 0 0 0 0,0 0 1 0 0,0 0-1 0 0,0 0 1 0 0,-1 0-1 0 0,1 0 1 0 0,0 0-1 0 0,0-1 0 0 0,0 1 1 0 0,0 0-1 0 0,-1 0 1 0 0,1 0-1 0 0,0 0 1 0 0,0 0-1 0 0,0 0 0 0 0,0-1 1 0 0,0 1-1 0 0,-1 0 1 0 0,1 0-1 0 0,0 0 1 0 0,0 0-1 0 0,0-1 0 0 0,0 1 1 0 0,0 0-1 0 0,0 0 1 0 0,0 0-1 0 0,0 0 1 0 0,0-1-1 0 0,0 1 0 0 0,0 0 1 0 0,0 0-1 0 0,0 0 1 0 0,0-1-1 0 0,0 1 1 0 0,0 0-1 0 0,0 0 0 0 0,0 0 1 0 0,0-1-1 0 0,0 1 127 0 0,2-4-70 0 0,0 1-54 0 0,0 1 1 0 0,0-1-1 0 0,0 1 1 0 0,1-1 0 0 0,-1 1-1 0 0,1 0 1 0 0,-1 0-1 0 0,1 0 1 0 0,0 0 0 0 0,0 0-1 0 0,0 0 1 0 0,0 1-1 0 0,0 0 1 0 0,0-1 0 0 0,0 1-1 0 0,0 0 1 0 0,6 0-1 0 0,26-7 0 0 0,1 3 0 0 0,-1 1 0 0 0,45 0 0 0 0,-114 6 58 0 0,1 2 1 0 0,-44 10-1 0 0,-11 1 23 0 0,42-10-80 0 0,-30 5-207 0 0,59-6 237 0 0,13-3-13 0 0,0 0 0 0 0,-1 0 0 0 0,1 0 0 0 0,-7 0 0 0 0,11-4-103 0 0,16-7 38 0 0,-3 5 47 0 0,0 0 0 0 0,0 1 0 0 0,0 1 0 0 0,0 0 0 0 0,1 1 0 0 0,13-1 0 0 0,-27 3 0 0 0,13-1 0 0 0,-13 1 0 0 0,0 0 0 0 0,1 0 0 0 0,-1 0 0 0 0,0-1 0 0 0,1 1 0 0 0,-1 0 0 0 0,0 0 0 0 0,1 0 0 0 0,-1 0 0 0 0,0 0 0 0 0,1 0 0 0 0,-1-1 0 0 0,0 1 0 0 0,1 0 0 0 0,-1 0 0 0 0,0-1 0 0 0,1 1 0 0 0,-1 0 0 0 0,0 0 0 0 0,0-1 0 0 0,0 1 0 0 0,1 0 0 0 0,-1-1 0 0 0,0 1 0 0 0,0 0 0 0 0,0-1 0 0 0,0 1 0 0 0,1 0 0 0 0,-1-1 0 0 0,0 0 0 0 0,-1 0 0 0 0,-11 0 0 0 0,-5 2 0 0 0,-31 4 0 0 0,40-3 0 0 0,0 0 0 0 0,0 0 0 0 0,0 0 0 0 0,1 1 0 0 0,-1 0 0 0 0,-12 7 0 0 0,18-9 0 0 0,0 0 0 0 0,0 1 0 0 0,1-1 0 0 0,-1 1 0 0 0,0-1 0 0 0,0 1 0 0 0,1 0 0 0 0,-1 0 0 0 0,1-1 0 0 0,-1 1 0 0 0,1 0 0 0 0,0 1 0 0 0,0-1 0 0 0,0 0 0 0 0,0 0 0 0 0,0 0 0 0 0,0 1 0 0 0,1-1 0 0 0,-1 0 0 0 0,1 1 0 0 0,0-1 0 0 0,-1 0 0 0 0,1 1 0 0 0,0-1 0 0 0,1 0 0 0 0,-1 1 0 0 0,1 2 0 0 0,0-1 0 0 0,0-1 0 0 0,0 1 0 0 0,1-1 0 0 0,0 1 0 0 0,-1-1 0 0 0,1 1 0 0 0,1-1 0 0 0,-1 0 0 0 0,0 0 0 0 0,1 0 0 0 0,0 0 0 0 0,-1 0 0 0 0,1-1 0 0 0,0 1 0 0 0,6 3 0 0 0,-8-6 0 0 0,2 2 0 0 0,0 1 0 0 0,0-1 0 0 0,1 0 0 0 0,-1-1 0 0 0,1 1 0 0 0,0-1 0 0 0,-1 1 0 0 0,1-1 0 0 0,0 0 0 0 0,0 0 0 0 0,4 0 0 0 0,-7-2 0 0 0,-3-1 0 0 0,2 2 0 0 0,0 0 0 0 0,0 0 0 0 0,0 0 0 0 0,-1 0 0 0 0,1 0 0 0 0,0 0 0 0 0,0 0 0 0 0,0 0 0 0 0,0 0 0 0 0,-1 0 0 0 0,1 0 0 0 0,0 0 0 0 0,0 0 0 0 0,0 0 0 0 0,0-1 0 0 0,0 1 0 0 0,-1 0 0 0 0,1 0 0 0 0,0 0 0 0 0,0 0 0 0 0,0 0 0 0 0,0 0 0 0 0,0-1 0 0 0,0 1 0 0 0,0 0 0 0 0,-1 0 0 0 0,1 0 0 0 0,0 0 0 0 0,0 0 0 0 0,0-1 0 0 0,0 1 0 0 0,0 0 0 0 0,0 0 0 0 0,0 0 0 0 0,0 0 0 0 0,0-1 0 0 0,0 1 0 0 0,0 0 0 0 0,0 0 0 0 0,0 0 0 0 0,0 0 0 0 0,0-1 0 0 0,0 1 0 0 0,0 0 0 0 0,0 0 0 0 0,0 0 0 0 0,1 0 0 0 0,-1-1 0 0 0,0 1 0 0 0,0 0 0 0 0,2-15 0 0 0,1-1 0 0 0,1 1 0 0 0,0 0 0 0 0,1 1 0 0 0,8-19 0 0 0,-11 29 0 0 0,-2 3 0 0 0,-3 2 0 0 0,-8 8 0 0 0,-12 14 0 0 0,19-19 15 0 0,0 1-1 0 0,0-1 1 0 0,1 1-1 0 0,-1 0 0 0 0,1 1 1 0 0,0-1-1 0 0,1 0 1 0 0,-1 1-1 0 0,1 0 0 0 0,0-1 1 0 0,1 1-1 0 0,-1 0 1 0 0,1 0-1 0 0,-1 10 0 0 0,-1-13-14 0 0,2-3 0 0 0,1 0 0 0 0,0 0 0 0 0,-1 0 0 0 0,1-1 0 0 0,-1 1 0 0 0,1 0 0 0 0,0 0 0 0 0,0-1 0 0 0,-1 1 0 0 0,1 0 0 0 0,0 0 0 0 0,-1-1 0 0 0,1 1 0 0 0,0 0 0 0 0,0-1 0 0 0,0 1 0 0 0,-1-1 0 0 0,1 1 0 0 0,0 0 0 0 0,0-1 0 0 0,0 1 0 0 0,0 0 0 0 0,0-1 0 0 0,0 1 0 0 0,0-1 0 0 0,0 1 0 0 0,0 0 0 0 0,0-1 0 0 0,0 1 0 0 0,0-1 0 0 0,-3-37 0 0 0,2 35 0 0 0,1 0 0 0 0,1 0 0 0 0,-1 1 0 0 0,0-1 0 0 0,0 0 0 0 0,1 1 0 0 0,0-1 0 0 0,-1 0 0 0 0,1 1 0 0 0,0-1 0 0 0,1 1 0 0 0,-1-1 0 0 0,0 1 0 0 0,2-3 0 0 0,-3 5 0 0 0,0 0 0 0 0,0 0 0 0 0,0-1 0 0 0,1 1 0 0 0,-1 0 0 0 0,0 0 0 0 0,0 0 0 0 0,0 0 0 0 0,0 0 0 0 0,0 0 0 0 0,0-1 0 0 0,1 1 0 0 0,-1 0 0 0 0,0 0-1 0 0,0 0 1 0 0,0 0 0 0 0,0 0 0 0 0,0 0 0 0 0,1 0 0 0 0,-1 0 0 0 0,0 0 0 0 0,0 0 0 0 0,0 0 0 0 0,0 0 0 0 0,1 0 0 0 0,-1 0 0 0 0,0 0 0 0 0,0 0 0 0 0,0 0 0 0 0,1 0-1 0 0,-1 0 1 0 0,0 0 0 0 0,0 0 0 0 0,0 0 0 0 0,0 0 0 0 0,1 0 0 0 0,0 7-76 0 0,-5 13-109 0 0,4-18 168 0 0,-2 6-47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55:24.26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551 208 3679 0 0,'-38'0'2003'0'0,"-1"2"0"0"0,-71 13-1 0 0,100-13-1766 0 0,4-1-161 0 0,0 0-1 0 0,0 0 1 0 0,1 1 0 0 0,-1 0-1 0 0,0 0 1 0 0,1 0 0 0 0,-10 6 0 0 0,15-8-76 0 0,0 0 0 0 0,0 0 0 0 0,0 0 1 0 0,0 0-1 0 0,0 0 0 0 0,0 0 0 0 0,0 0 0 0 0,0 0 1 0 0,0 0-1 0 0,-1 0 0 0 0,1 0 0 0 0,0 0 0 0 0,0 0 1 0 0,0 0-1 0 0,0 0 0 0 0,0 0 0 0 0,0 1 1 0 0,0-1-1 0 0,0 0 0 0 0,0 0 0 0 0,0 0 0 0 0,0 0 1 0 0,0 0-1 0 0,0 0 0 0 0,0 0 0 0 0,0 0 1 0 0,0 0-1 0 0,0 0 0 0 0,0 0 0 0 0,0 1 0 0 0,0-1 1 0 0,0 0-1 0 0,0 0 0 0 0,0 0 0 0 0,0 0 0 0 0,0 0 1 0 0,0 0-1 0 0,0 0 0 0 0,0 0 0 0 0,0 0 1 0 0,0 0-1 0 0,0 0 0 0 0,0 0 0 0 0,0 1 0 0 0,1-1 1 0 0,-1 0-1 0 0,0 0 0 0 0,0 0 0 0 0,0 0 1 0 0,0 0-1 0 0,0 0 0 0 0,0 0 0 0 0,0 0 0 0 0,0 0 1 0 0,0 0-1 0 0,8 2-67 0 0,8 1-22 0 0,32-3 90 0 0,70-7 0 0 0,-107 6 0 0 0,20-3 17 0 0,-1 0 0 0 0,0-2 0 0 0,0-2 0 0 0,41-15-1 0 0,-70 23-62 0 0,0 0 0 0 0,0 0 0 0 0,-1 0 0 0 0,1-1 0 0 0,0 1 0 0 0,-1 0 0 0 0,1-1 0 0 0,0 1 0 0 0,-1 0 0 0 0,1-1 0 0 0,0 1 0 0 0,-1-1 0 0 0,1 1 0 0 0,-1-1-1 0 0,1 0 1 0 0,0 0 0 0 0,-1 1 33 0 0,-1 0 0 0 0,1-1 0 0 0,0 1 0 0 0,0 0-1 0 0,0 0 1 0 0,-1-1 0 0 0,1 1 0 0 0,0 0-1 0 0,0 0 1 0 0,-1 0 0 0 0,1-1 0 0 0,0 1 0 0 0,-1 0-1 0 0,1 0 1 0 0,0 0 0 0 0,0 0 0 0 0,-1 0 0 0 0,1 0-1 0 0,0 0 1 0 0,-1 0 0 0 0,1 0 0 0 0,0 0 0 0 0,-1 0-1 0 0,1 0 1 0 0,-28-1 237 0 0,-259 25 2485 0 0,151-22-2541 0 0,136-2-172 0 0,0 0 0 0 0,0 0 0 0 0,0 0 0 0 0,-1 0 0 0 0,1 0 0 0 0,0 0 0 0 0,0 0 0 0 0,-1 0 0 0 0,1 0 0 0 0,0 0 0 0 0,-1 0 0 0 0,1 0 0 0 0,0 0 0 0 0,0 0-1 0 0,-1 0 1 0 0,1 0 0 0 0,0 0 0 0 0,0 0 0 0 0,-1 0 0 0 0,1 0 0 0 0,0 0 0 0 0,0 0 0 0 0,0 0 0 0 0,-1 0 0 0 0,1-1 0 0 0,0 1 0 0 0,0 0 0 0 0,0 0 0 0 0,-1 0 0 0 0,1 0 0 0 0,0-1 0 0 0,0 1 0 0 0,0 0-1 0 0,0 0 1 0 0,-1 0 0 0 0,1-1 0 0 0,0 1 0 0 0,0 0 0 0 0,0 0 0 0 0,0-1 0 0 0,8-7-362 0 0,18-6-166 0 0,91-34 1426 0 0,-70 30-936 0 0,69-37 0 0 0,-111 53-64 0 0,0-1 1 0 0,-1 0-1 0 0,0 0 1 0 0,5-5 0 0 0,-8 7 91 0 0,0 1 0 0 0,0-1 0 0 0,-1 0 0 0 0,1 0 0 0 0,0 0 0 0 0,0 0 0 0 0,-1 0 0 0 0,1-1 0 0 0,0 1 1 0 0,-1 0-1 0 0,1 0 0 0 0,-1 0 0 0 0,0 0 0 0 0,1-1 0 0 0,-1 1 0 0 0,0 0 0 0 0,0-1 0 0 0,1 1 1 0 0,-1 0-1 0 0,0 0 0 0 0,-1-1 0 0 0,1-1 0 0 0,-1 2 15 0 0,1 0 0 0 0,-1 0 0 0 0,0 0 0 0 0,0 0 0 0 0,1 0 0 0 0,-1 0 0 0 0,0 0-1 0 0,0 0 1 0 0,0 1 0 0 0,0-1 0 0 0,0 0 0 0 0,-1 1 0 0 0,1-1 0 0 0,0 0 0 0 0,0 1 0 0 0,0 0 0 0 0,0-1 0 0 0,-1 1 0 0 0,-1-1 0 0 0,-26-3 33 0 0,-10 2 115 0 0,0 2-1 0 0,1 2 1 0 0,-1 1 0 0 0,0 2-1 0 0,1 2 1 0 0,-67 21-1 0 0,98-26-139 0 0,0 0-1 0 0,0 1 0 0 0,-6 4 1 0 0,11-6-7 0 0,1 0 1 0 0,-1 0 0 0 0,1 0 0 0 0,-1 0-1 0 0,1 0 1 0 0,0 0 0 0 0,-1 0 0 0 0,1 1-1 0 0,0-1 1 0 0,0 0 0 0 0,0 1 0 0 0,0-1-1 0 0,0 1 1 0 0,0 0 0 0 0,0-1 0 0 0,0 1-1 0 0,0 3 1 0 0,1-5-1 0 0,0 1 0 0 0,0 0 0 0 0,0-1 0 0 0,0 1 0 0 0,0 0 1 0 0,1-1-1 0 0,-1 1 0 0 0,0 0 0 0 0,0-1 0 0 0,1 1 0 0 0,-1-1 0 0 0,0 1 0 0 0,1-1 0 0 0,-1 1 0 0 0,1-1 0 0 0,-1 1 0 0 0,0-1 1 0 0,1 1-1 0 0,-1-1 0 0 0,1 1 0 0 0,0-1 0 0 0,-1 0 0 0 0,1 1 0 0 0,-1-1 0 0 0,1 0 0 0 0,0 1 0 0 0,0-1 0 0 0,20 7-10 0 0,-18-6 11 0 0,39 9-44 0 0,0-2 0 0 0,0-1 0 0 0,1-3 0 0 0,-1-1-1 0 0,1-2 1 0 0,0-3 0 0 0,80-11 0 0 0,-101 11-660 0 0,-41 13 647 0 0,-4-2 1 0 0,-1-2-1 0 0,-24 5 0 0 0,4-1 59 0 0,-21 3 536 0 0,-96 8-1 0 0,19-3-791 0 0,135-18 211 0 0,-7 1-188 0 0,-21 7 0 0 0,32-8 230 0 0,0 0-1 0 0,1 0 1 0 0,-1 0 0 0 0,0 0 0 0 0,1 0-1 0 0,-1 1 1 0 0,1-1 0 0 0,-1 1 0 0 0,1 0-1 0 0,0 0 1 0 0,0 0 0 0 0,0 0 0 0 0,0 0 0 0 0,-2 3-1 0 0,4-5 1 0 0,0 1-1 0 0,-1-1 0 0 0,1 0 1 0 0,0 1-1 0 0,0-1 0 0 0,0 1 1 0 0,0-1-1 0 0,0 0 0 0 0,0 1 1 0 0,0-1-1 0 0,0 1 0 0 0,0-1 1 0 0,0 1-1 0 0,0-1 0 0 0,0 0 1 0 0,0 1-1 0 0,0-1 0 0 0,1 1 1 0 0,-1-1-1 0 0,0 0 0 0 0,0 1 1 0 0,0-1-1 0 0,0 0 0 0 0,1 1 1 0 0,-1-1-1 0 0,0 0 0 0 0,0 1 1 0 0,1-1-1 0 0,-1 0 0 0 0,0 0 1 0 0,1 1-1 0 0,-1-1 0 0 0,0 0 1 0 0,1 0-1 0 0,-1 1 0 0 0,0-1 1 0 0,1 0-1 0 0,-1 0 0 0 0,1 0 1 0 0,-1 0-1 0 0,0 0 0 0 0,1 0 1 0 0,-1 1-1 0 0,1-1 0 0 0,20 3 19 0 0,264-14-236 0 0,-226 7 184 0 0,23-2 64 0 0,119-25 0 0 0,-190 29 18 0 0,-13 1 75 0 0,-18 5 205 0 0,12-3-203 0 0,-177 33 2201 0 0,-27 3-2296 0 0,189-34-21 0 0,-27 5-70 0 0,45-7 55 0 0,1 0 0 0 0,-1 0 0 0 0,0 1 0 0 0,0 0 0 0 0,1 0 0 0 0,-1 0 0 0 0,-5 5 0 0 0,9-7 2 0 0,1 0 1 0 0,0 0-1 0 0,-1 1 0 0 0,1-1 0 0 0,-1 0 0 0 0,1 0 0 0 0,0 1 0 0 0,-1-1 0 0 0,1 0 1 0 0,0 0-1 0 0,-1 1 0 0 0,1-1 0 0 0,0 0 0 0 0,0 1 0 0 0,-1-1 0 0 0,1 1 1 0 0,0-1-1 0 0,0 0 0 0 0,-1 1 0 0 0,1-1 0 0 0,0 1 0 0 0,0-1 0 0 0,0 1 0 0 0,0-1 1 0 0,0 0-1 0 0,0 1 0 0 0,0-1 0 0 0,0 1 0 0 0,0-1 0 0 0,0 1 0 0 0,0 0 1 0 0,0-1-2 0 0,1 1 0 0 0,0-1 0 0 0,-1 1 0 0 0,1-1 0 0 0,0 1 1 0 0,-1-1-1 0 0,1 0 0 0 0,0 1 0 0 0,0-1 0 0 0,-1 0 0 0 0,1 0 1 0 0,0 0-1 0 0,0 1 0 0 0,0-1 0 0 0,0 0 0 0 0,34 1-36 0 0,81-14 39 0 0,-87 10 0 0 0,-24 3 0 0 0,-2 0 0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55:30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3223 0 0,'-1'1'80'0'0,"1"-1"0"0"0,-1 1-1 0 0,0-1 1 0 0,0 1 0 0 0,1-1-1 0 0,-1 1 1 0 0,0-1-1 0 0,1 1 1 0 0,-1-1 0 0 0,1 1-1 0 0,-1 0 1 0 0,0-1 0 0 0,1 1-1 0 0,0 0 1 0 0,-1 0-1 0 0,0 1 1 0 0,-7 13 1192 0 0,8-14-1218 0 0,-2 6 126 0 0,0 1 0 0 0,0 0 0 0 0,1-1 0 0 0,0 1 1 0 0,0 0-1 0 0,1 0 0 0 0,0 0 0 0 0,0 0 0 0 0,2 10 0 0 0,-1-6 34 0 0,0 0-1 0 0,-1 0 1 0 0,-1 15 0 0 0,-1-18-226 0 0,2 0 0 0 0,-1 0 0 0 0,1 0 0 0 0,0 0 0 0 0,1 0 0 0 0,0 0 0 0 0,3 10 0 0 0,-2-14-612 0 0,1-2-2192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55:31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37 4143 0 0,'-3'-4'-164'0'0,"1"-1"2226"0"0,2 5-1961 0 0,0 0 1 0 0,0 0-1 0 0,0-1 0 0 0,0 1 1 0 0,0 0-1 0 0,0 0 0 0 0,1-1 507 0 0,-1 1-506 0 0,0 0-1 0 0,0 0 0 0 0,0 0 1 0 0,1 0-1 0 0,-1 0 0 0 0,0 0 1 0 0,0 0-1 0 0,3 0 2273 0 0,1 0-1714 0 0,41 3-585 0 0,0-2 0 0 0,0-3 0 0 0,82-12 0 0 0,-87 0-1188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55:31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4 2303 0 0,'-1'-1'43'0'0,"0"1"0"0"0,0-1 0 0 0,0 1-1 0 0,0 0 1 0 0,1-1 0 0 0,-1 1 0 0 0,0 0-1 0 0,0 0 1 0 0,0 0 0 0 0,0 0-1 0 0,0 0 1 0 0,0-1 0 0 0,0 2 0 0 0,0-1-1 0 0,0 0 1 0 0,0 0 0 0 0,0 0 0 0 0,1 0-1 0 0,-1 1 1 0 0,0-1 0 0 0,-1 1 0 0 0,-22 9 1339 0 0,21-8-1245 0 0,-34 18 1901 0 0,-37 29 0 0 0,29-19-788 0 0,37-25-1042 0 0,-1 0 115 0 0,-1 1 1 0 0,1 1 0 0 0,0 0-1 0 0,1 0 1 0 0,0 0-1 0 0,-14 17 1 0 0,19-18-504 0 0,3-6 61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55:31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12 919 0 0,'0'-1'96'0'0,"0"1"0"0"0,1-1 0 0 0,-1 0 0 0 0,0 1-1 0 0,1-1 1 0 0,-1 0 0 0 0,1 1 0 0 0,-1-1 0 0 0,1 1-1 0 0,-1-1 1 0 0,1 1 0 0 0,-1-1 0 0 0,1 1-1 0 0,-1-1 1 0 0,1 1 0 0 0,0 0 0 0 0,-1-1 0 0 0,1 1-1 0 0,0 0 1 0 0,-1-1 0 0 0,1 1 0 0 0,0 0-1 0 0,-1 0 1 0 0,1 0 0 0 0,0 0 0 0 0,0 0 0 0 0,-1-1-1 0 0,1 1 1 0 0,0 1 0 0 0,0-1 0 0 0,-1 0-1 0 0,1 0 1 0 0,0 0 0 0 0,0 0 0 0 0,-1 0 0 0 0,1 1-1 0 0,0-1 1 0 0,-1 0 0 0 0,1 1 0 0 0,0-1 0 0 0,-1 0-1 0 0,2 2 1 0 0,12 6 660 0 0,1 2 0 0 0,-2 0-1 0 0,1 0 1 0 0,19 21 0 0 0,-16-15-775 0 0,29 22 0 0 0,-25-24-138 0 0,-11-7 54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55:32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1375 0 0,'0'0'107'0'0,"1"2"41"0"0,-1-1-1 0 0,1 0 1 0 0,0 0 0 0 0,-1 0-1 0 0,1 0 1 0 0,0 0 0 0 0,0 0-1 0 0,0 0 1 0 0,0 0 0 0 0,0 0-1 0 0,0 0 1 0 0,1 1 0 0 0,2 1 231 0 0,33 30 816 0 0,0-3-1 0 0,42 27 1 0 0,-39-29-825 0 0,-30-21-327 0 0,-1 0 0 0 0,-1 0-1 0 0,1 1 1 0 0,-1 0 0 0 0,7 10-1 0 0,-11-13-42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8T16:55:33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6 919 0 0,'0'0'52'0'0,"0"-1"0"0"0,0 1-1 0 0,0 0 1 0 0,0 0-1 0 0,0 0 1 0 0,0 0-1 0 0,0 0 1 0 0,0-1-1 0 0,0 1 1 0 0,0 0 0 0 0,0 0-1 0 0,0 0 1 0 0,0 0-1 0 0,0-1 1 0 0,0 1-1 0 0,0 0 1 0 0,0 0 0 0 0,0 0-1 0 0,0 0 1 0 0,0 0-1 0 0,0-1 1 0 0,0 1-1 0 0,0 0 1 0 0,-1 0-1 0 0,1 0 1 0 0,0 0 0 0 0,0 0-1 0 0,0 0 1 0 0,0-1-1 0 0,0 1 1 0 0,0 0-1 0 0,0 0 1 0 0,-1 0-1 0 0,1 0 1 0 0,0 0 0 0 0,0 0-1 0 0,0 0 1 0 0,0 0-1 0 0,0 0 1 0 0,0 0-1 0 0,-1-1 1 0 0,1 1-1 0 0,0 0 1 0 0,0 0 0 0 0,0 0-1 0 0,0 0 1 0 0,-1 0-1 0 0,1 0 1 0 0,-11 9 5776 0 0,-87 96-3526 0 0,41-43-1519 0 0,30-35-768 0 0,14-14-4 0 0,0 0 0 0 0,2 0 0 0 0,-18 26 0 0 0,23-33-96 0 0,6-3-9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19F9F-BCCF-4D37-9880-0662D53C3B76}" type="datetimeFigureOut">
              <a:rPr lang="en-BE" smtClean="0"/>
              <a:t>18/11/2025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86313"/>
            <a:ext cx="5443537" cy="3914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CEE90-2135-4C26-923E-36677A0CD92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69650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CEE90-2135-4C26-923E-36677A0CD92C}" type="slidenum">
              <a:rPr lang="en-BE" smtClean="0"/>
              <a:t>15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47728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CEE90-2135-4C26-923E-36677A0CD92C}" type="slidenum">
              <a:rPr lang="en-BE" smtClean="0"/>
              <a:t>22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34031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only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2A766-FA6C-4E42-BAD1-58E378599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 noProof="0" dirty="0"/>
              <a:t>Klik om de stijl van de titel te bewerken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1DCFB5-39F0-E04F-B592-B890194C07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5A4F71-3F20-42EB-95C9-52E7339E42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1516380"/>
            <a:ext cx="10944225" cy="4720907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nl-BE" noProof="0" dirty="0"/>
              <a:t>Eerste niveau</a:t>
            </a:r>
          </a:p>
          <a:p>
            <a:pPr lvl="1"/>
            <a:r>
              <a:rPr lang="nl-BE" noProof="0" dirty="0"/>
              <a:t>Tweede niveau</a:t>
            </a:r>
          </a:p>
          <a:p>
            <a:pPr lvl="2"/>
            <a:r>
              <a:rPr lang="nl-BE" noProof="0" dirty="0"/>
              <a:t>Derde niveau</a:t>
            </a:r>
          </a:p>
        </p:txBody>
      </p:sp>
    </p:spTree>
    <p:extLst>
      <p:ext uri="{BB962C8B-B14F-4D97-AF65-F5344CB8AC3E}">
        <p14:creationId xmlns:p14="http://schemas.microsoft.com/office/powerpoint/2010/main" val="188563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imag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1B9851-093E-A241-B582-F0998CFFFE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041CBA9C-BD5E-424C-93BC-60164869E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4313" y="620713"/>
            <a:ext cx="5003800" cy="1385085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Klik om stijl te bewerken</a:t>
            </a:r>
          </a:p>
        </p:txBody>
      </p:sp>
      <p:sp>
        <p:nvSpPr>
          <p:cNvPr id="9" name="Picture Placeholder 32">
            <a:extLst>
              <a:ext uri="{FF2B5EF4-FFF2-40B4-BE49-F238E27FC236}">
                <a16:creationId xmlns:a16="http://schemas.microsoft.com/office/drawing/2014/main" id="{971C9B50-FEE3-1047-A14B-9C8C2F5D606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9" y="620713"/>
            <a:ext cx="5145732" cy="5616575"/>
          </a:xfrm>
          <a:custGeom>
            <a:avLst/>
            <a:gdLst>
              <a:gd name="connsiteX0" fmla="*/ 0 w 5145732"/>
              <a:gd name="connsiteY0" fmla="*/ 0 h 5616575"/>
              <a:gd name="connsiteX1" fmla="*/ 5145732 w 5145732"/>
              <a:gd name="connsiteY1" fmla="*/ 0 h 5616575"/>
              <a:gd name="connsiteX2" fmla="*/ 5145732 w 5145732"/>
              <a:gd name="connsiteY2" fmla="*/ 5616575 h 5616575"/>
              <a:gd name="connsiteX3" fmla="*/ 253304 w 5145732"/>
              <a:gd name="connsiteY3" fmla="*/ 5616575 h 5616575"/>
              <a:gd name="connsiteX4" fmla="*/ 202263 w 5145732"/>
              <a:gd name="connsiteY4" fmla="*/ 5611430 h 5616575"/>
              <a:gd name="connsiteX5" fmla="*/ 0 w 514573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5732" h="5616575">
                <a:moveTo>
                  <a:pt x="0" y="0"/>
                </a:moveTo>
                <a:lnTo>
                  <a:pt x="5145732" y="0"/>
                </a:lnTo>
                <a:lnTo>
                  <a:pt x="514573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BE" noProof="0"/>
              <a:t>Klik op het pictogram om een afbeelding toe te voegen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00C433-47C4-4D3D-A245-AA41DF75B6E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564313" y="2271713"/>
            <a:ext cx="5004000" cy="3965575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nl-BE" noProof="0"/>
              <a:t>Inhoud</a:t>
            </a:r>
          </a:p>
        </p:txBody>
      </p:sp>
    </p:spTree>
    <p:extLst>
      <p:ext uri="{BB962C8B-B14F-4D97-AF65-F5344CB8AC3E}">
        <p14:creationId xmlns:p14="http://schemas.microsoft.com/office/powerpoint/2010/main" val="17914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image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5">
            <a:extLst>
              <a:ext uri="{FF2B5EF4-FFF2-40B4-BE49-F238E27FC236}">
                <a16:creationId xmlns:a16="http://schemas.microsoft.com/office/drawing/2014/main" id="{B12DC5D2-C15B-384E-ACE3-F0E40CA5B4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9850" y="3790950"/>
            <a:ext cx="4679950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Voornaam Naam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8C578B-3D4D-A146-A851-282B51A240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550988"/>
            <a:ext cx="5148263" cy="2009775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40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FontTx/>
              <a:buNone/>
              <a:defRPr b="1" i="0">
                <a:latin typeface="ITC Officina Sans Std Book" panose="020B0506040203020204" pitchFamily="34" charset="77"/>
              </a:defRPr>
            </a:lvl2pPr>
            <a:lvl3pPr>
              <a:buFontTx/>
              <a:buNone/>
              <a:defRPr b="1" i="0">
                <a:latin typeface="ITC Officina Sans Std Book" panose="020B0506040203020204" pitchFamily="34" charset="77"/>
              </a:defRPr>
            </a:lvl3pPr>
            <a:lvl4pPr>
              <a:buFontTx/>
              <a:buNone/>
              <a:defRPr b="1" i="0">
                <a:latin typeface="ITC Officina Sans Std Book" panose="020B0506040203020204" pitchFamily="34" charset="77"/>
              </a:defRPr>
            </a:lvl4pPr>
            <a:lvl5pPr>
              <a:buFontTx/>
              <a:buNone/>
              <a:defRPr b="1" i="0">
                <a:latin typeface="ITC Officina Sans Std Book" panose="020B0506040203020204" pitchFamily="34" charset="77"/>
              </a:defRPr>
            </a:lvl5pPr>
          </a:lstStyle>
          <a:p>
            <a:pPr lvl="0"/>
            <a:r>
              <a:rPr lang="nl-BE" noProof="0"/>
              <a:t>Quote</a:t>
            </a:r>
          </a:p>
        </p:txBody>
      </p:sp>
      <p:sp>
        <p:nvSpPr>
          <p:cNvPr id="8" name="Picture Placeholder 32">
            <a:extLst>
              <a:ext uri="{FF2B5EF4-FFF2-40B4-BE49-F238E27FC236}">
                <a16:creationId xmlns:a16="http://schemas.microsoft.com/office/drawing/2014/main" id="{EC1F9A97-4534-9843-B646-D059D7C6C13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9" y="620713"/>
            <a:ext cx="5145732" cy="5616575"/>
          </a:xfrm>
          <a:custGeom>
            <a:avLst/>
            <a:gdLst>
              <a:gd name="connsiteX0" fmla="*/ 0 w 5145732"/>
              <a:gd name="connsiteY0" fmla="*/ 0 h 5616575"/>
              <a:gd name="connsiteX1" fmla="*/ 5145732 w 5145732"/>
              <a:gd name="connsiteY1" fmla="*/ 0 h 5616575"/>
              <a:gd name="connsiteX2" fmla="*/ 5145732 w 5145732"/>
              <a:gd name="connsiteY2" fmla="*/ 5616575 h 5616575"/>
              <a:gd name="connsiteX3" fmla="*/ 253304 w 5145732"/>
              <a:gd name="connsiteY3" fmla="*/ 5616575 h 5616575"/>
              <a:gd name="connsiteX4" fmla="*/ 202263 w 5145732"/>
              <a:gd name="connsiteY4" fmla="*/ 5611430 h 5616575"/>
              <a:gd name="connsiteX5" fmla="*/ 0 w 514573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5732" h="5616575">
                <a:moveTo>
                  <a:pt x="0" y="0"/>
                </a:moveTo>
                <a:lnTo>
                  <a:pt x="5145732" y="0"/>
                </a:lnTo>
                <a:lnTo>
                  <a:pt x="514573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BE" noProof="0"/>
              <a:t>Klik op het pictogram om een afbeelding toe te voegen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5BB1C7-FC5A-B946-BB68-C1CE13FA7270}"/>
              </a:ext>
            </a:extLst>
          </p:cNvPr>
          <p:cNvSpPr txBox="1"/>
          <p:nvPr userDrawn="1"/>
        </p:nvSpPr>
        <p:spPr>
          <a:xfrm>
            <a:off x="7758545" y="193963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nl-BE" sz="1600" b="0" i="0" noProof="0">
              <a:latin typeface="ITC Officina Sans Std Book" panose="020B0506040203020204" pitchFamily="34" charset="77"/>
            </a:endParaRP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EF36E4DA-4EAC-4628-AFAA-A3E15D918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pic>
        <p:nvPicPr>
          <p:cNvPr id="14" name="Afbeelding 9">
            <a:extLst>
              <a:ext uri="{FF2B5EF4-FFF2-40B4-BE49-F238E27FC236}">
                <a16:creationId xmlns:a16="http://schemas.microsoft.com/office/drawing/2014/main" id="{C070C841-8ECC-481E-8B6D-CB6CADB5B7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19848" y="620713"/>
            <a:ext cx="4572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4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smallimag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C6F1C0-FB41-374F-96D7-91F7C4144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9356378E-A322-0148-887E-E179D9487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825" y="620713"/>
            <a:ext cx="7380287" cy="1524317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Klik om stijl te bewerken</a:t>
            </a:r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FF5D94AB-D4EB-5448-86E3-3EB6A7057B5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187825" y="2386148"/>
            <a:ext cx="7380287" cy="3851139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Inhoud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8A34CC7-3BB7-4248-9AAF-B9C7A9FBB51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8" y="620713"/>
            <a:ext cx="3338512" cy="5616575"/>
          </a:xfrm>
          <a:custGeom>
            <a:avLst/>
            <a:gdLst>
              <a:gd name="connsiteX0" fmla="*/ 0 w 3338512"/>
              <a:gd name="connsiteY0" fmla="*/ 0 h 5616575"/>
              <a:gd name="connsiteX1" fmla="*/ 1186439 w 3338512"/>
              <a:gd name="connsiteY1" fmla="*/ 0 h 5616575"/>
              <a:gd name="connsiteX2" fmla="*/ 2596742 w 3338512"/>
              <a:gd name="connsiteY2" fmla="*/ 0 h 5616575"/>
              <a:gd name="connsiteX3" fmla="*/ 3338512 w 3338512"/>
              <a:gd name="connsiteY3" fmla="*/ 0 h 5616575"/>
              <a:gd name="connsiteX4" fmla="*/ 3338512 w 3338512"/>
              <a:gd name="connsiteY4" fmla="*/ 5616000 h 5616575"/>
              <a:gd name="connsiteX5" fmla="*/ 2596742 w 3338512"/>
              <a:gd name="connsiteY5" fmla="*/ 5616000 h 5616575"/>
              <a:gd name="connsiteX6" fmla="*/ 2596742 w 3338512"/>
              <a:gd name="connsiteY6" fmla="*/ 5616575 h 5616575"/>
              <a:gd name="connsiteX7" fmla="*/ 253304 w 3338512"/>
              <a:gd name="connsiteY7" fmla="*/ 5616575 h 5616575"/>
              <a:gd name="connsiteX8" fmla="*/ 202263 w 3338512"/>
              <a:gd name="connsiteY8" fmla="*/ 5611430 h 5616575"/>
              <a:gd name="connsiteX9" fmla="*/ 0 w 3338512"/>
              <a:gd name="connsiteY9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38512" h="5616575">
                <a:moveTo>
                  <a:pt x="0" y="0"/>
                </a:moveTo>
                <a:lnTo>
                  <a:pt x="1186439" y="0"/>
                </a:lnTo>
                <a:lnTo>
                  <a:pt x="2596742" y="0"/>
                </a:lnTo>
                <a:lnTo>
                  <a:pt x="3338512" y="0"/>
                </a:lnTo>
                <a:lnTo>
                  <a:pt x="3338512" y="5616000"/>
                </a:lnTo>
                <a:lnTo>
                  <a:pt x="2596742" y="5616000"/>
                </a:lnTo>
                <a:lnTo>
                  <a:pt x="259674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BE" noProof="0"/>
              <a:t>Klik op het pictogram om een afbeelding toe te voegen</a:t>
            </a:r>
          </a:p>
        </p:txBody>
      </p:sp>
    </p:spTree>
    <p:extLst>
      <p:ext uri="{BB962C8B-B14F-4D97-AF65-F5344CB8AC3E}">
        <p14:creationId xmlns:p14="http://schemas.microsoft.com/office/powerpoint/2010/main" val="146733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wideimag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888CD-A307-4440-9DD3-B7D11E6E0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83767035-9902-FC49-AC72-35DC514AC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3981389"/>
            <a:ext cx="10934529" cy="665480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 dirty="0"/>
              <a:t>Klik</a:t>
            </a:r>
            <a:r>
              <a:rPr lang="nl-BE" dirty="0"/>
              <a:t> om stijl te bewerken</a:t>
            </a:r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A4040A68-34E6-9A48-9414-CDB50C7EDBA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3888" y="4857371"/>
            <a:ext cx="10934529" cy="1379915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BE" dirty="0"/>
              <a:t>Inhoud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9E92B83-A16B-FC4F-BC12-7624D8F2371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8" y="620713"/>
            <a:ext cx="10934529" cy="3150175"/>
          </a:xfrm>
          <a:custGeom>
            <a:avLst/>
            <a:gdLst>
              <a:gd name="connsiteX0" fmla="*/ 0 w 10934529"/>
              <a:gd name="connsiteY0" fmla="*/ 0 h 3150175"/>
              <a:gd name="connsiteX1" fmla="*/ 10934529 w 10934529"/>
              <a:gd name="connsiteY1" fmla="*/ 0 h 3150175"/>
              <a:gd name="connsiteX2" fmla="*/ 10934529 w 10934529"/>
              <a:gd name="connsiteY2" fmla="*/ 3150175 h 3150175"/>
              <a:gd name="connsiteX3" fmla="*/ 253304 w 10934529"/>
              <a:gd name="connsiteY3" fmla="*/ 3150175 h 3150175"/>
              <a:gd name="connsiteX4" fmla="*/ 202263 w 10934529"/>
              <a:gd name="connsiteY4" fmla="*/ 3145030 h 3150175"/>
              <a:gd name="connsiteX5" fmla="*/ 0 w 10934529"/>
              <a:gd name="connsiteY5" fmla="*/ 2896862 h 315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4529" h="3150175">
                <a:moveTo>
                  <a:pt x="0" y="0"/>
                </a:moveTo>
                <a:lnTo>
                  <a:pt x="10934529" y="0"/>
                </a:lnTo>
                <a:lnTo>
                  <a:pt x="10934529" y="3150175"/>
                </a:lnTo>
                <a:lnTo>
                  <a:pt x="253304" y="3150175"/>
                </a:lnTo>
                <a:lnTo>
                  <a:pt x="202263" y="3145030"/>
                </a:lnTo>
                <a:cubicBezTo>
                  <a:pt x="86832" y="3121409"/>
                  <a:pt x="0" y="3019276"/>
                  <a:pt x="0" y="289686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BE" dirty="0"/>
              <a:t>Klik op het pictogram om een afbeelding toe te voegen</a:t>
            </a:r>
          </a:p>
        </p:txBody>
      </p:sp>
    </p:spTree>
    <p:extLst>
      <p:ext uri="{BB962C8B-B14F-4D97-AF65-F5344CB8AC3E}">
        <p14:creationId xmlns:p14="http://schemas.microsoft.com/office/powerpoint/2010/main" val="360649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3DA42F-3FB6-ED4E-BB67-A10574D20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jdelijke aanduiding voor tekst 3">
            <a:extLst>
              <a:ext uri="{FF2B5EF4-FFF2-40B4-BE49-F238E27FC236}">
                <a16:creationId xmlns:a16="http://schemas.microsoft.com/office/drawing/2014/main" id="{AA798DC2-15C2-744D-A0DA-FBAD9971D43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0411" y="3547641"/>
            <a:ext cx="3456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Ondertitel</a:t>
            </a:r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45C6B10F-3A7A-0A4C-A932-1D4E1382BFD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8097" y="3547641"/>
            <a:ext cx="3456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Ondertitel</a:t>
            </a:r>
          </a:p>
        </p:txBody>
      </p:sp>
      <p:sp>
        <p:nvSpPr>
          <p:cNvPr id="9" name="Tijdelijke aanduiding voor tekst 3">
            <a:extLst>
              <a:ext uri="{FF2B5EF4-FFF2-40B4-BE49-F238E27FC236}">
                <a16:creationId xmlns:a16="http://schemas.microsoft.com/office/drawing/2014/main" id="{999ECC60-AB72-8647-A135-FB0CF980826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2724" y="3547641"/>
            <a:ext cx="3456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Ondertitel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9EEB3BC6-5818-4244-A78C-1A7B9F04BE5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2722" y="643266"/>
            <a:ext cx="3456000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BE" noProof="0"/>
              <a:t>Klik op het pictogram om een afbeelding toe te voegen</a:t>
            </a:r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816787A9-2DFD-A54D-B3D1-B9387B7C893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80410" y="643266"/>
            <a:ext cx="3456000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2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BE" noProof="0"/>
              <a:t>Klik op het pictogram om een afbeelding toe te voegen</a:t>
            </a:r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B04326B7-E91B-9740-A418-C88B2E74C60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128097" y="643266"/>
            <a:ext cx="3456000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BE" noProof="0"/>
              <a:t>Klik op het pictogram om een afbeelding toe te voegen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D414A82-8300-43F5-8449-10B8D34A301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32723" y="4181794"/>
            <a:ext cx="3456000" cy="205304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55D1222-512A-4020-AE86-8C428804EA1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380410" y="4181794"/>
            <a:ext cx="3456000" cy="205304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A007419B-9354-4CE8-81AF-E975BC83ACBC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128097" y="4181794"/>
            <a:ext cx="3456000" cy="205304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</p:spTree>
    <p:extLst>
      <p:ext uri="{BB962C8B-B14F-4D97-AF65-F5344CB8AC3E}">
        <p14:creationId xmlns:p14="http://schemas.microsoft.com/office/powerpoint/2010/main" val="342218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6712-8A94-CB4B-8CE6-B7A18FB19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5" name="Tijdelijke aanduiding voor afbeelding 33">
            <a:extLst>
              <a:ext uri="{FF2B5EF4-FFF2-40B4-BE49-F238E27FC236}">
                <a16:creationId xmlns:a16="http://schemas.microsoft.com/office/drawing/2014/main" id="{9BF78AC3-F061-4145-A432-3FB7391D0F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14198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1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op het pictogram om een witte afbeelding toe </a:t>
            </a:r>
            <a:r>
              <a:rPr lang="nl-NL" noProof="0" dirty="0" err="1"/>
              <a:t>tevoegen</a:t>
            </a:r>
            <a:r>
              <a:rPr lang="nl-NL" noProof="0" dirty="0"/>
              <a:t> (</a:t>
            </a:r>
            <a:r>
              <a:rPr lang="nl-NL" noProof="0" dirty="0" err="1"/>
              <a:t>png</a:t>
            </a:r>
            <a:r>
              <a:rPr lang="nl-NL" noProof="0" dirty="0"/>
              <a:t>)</a:t>
            </a:r>
          </a:p>
        </p:txBody>
      </p:sp>
      <p:sp>
        <p:nvSpPr>
          <p:cNvPr id="6" name="Tijdelijke aanduiding voor afbeelding 33">
            <a:extLst>
              <a:ext uri="{FF2B5EF4-FFF2-40B4-BE49-F238E27FC236}">
                <a16:creationId xmlns:a16="http://schemas.microsoft.com/office/drawing/2014/main" id="{AAA97E2B-5188-B740-8501-2BF96B4796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260054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1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op het pictogram om een witte afbeelding toe </a:t>
            </a:r>
            <a:r>
              <a:rPr lang="nl-NL" noProof="0" dirty="0" err="1"/>
              <a:t>tevoegen</a:t>
            </a:r>
            <a:r>
              <a:rPr lang="nl-NL" noProof="0" dirty="0"/>
              <a:t> (</a:t>
            </a:r>
            <a:r>
              <a:rPr lang="nl-NL" noProof="0" dirty="0" err="1"/>
              <a:t>png</a:t>
            </a:r>
            <a:r>
              <a:rPr lang="nl-NL" noProof="0" dirty="0"/>
              <a:t>)</a:t>
            </a:r>
          </a:p>
        </p:txBody>
      </p:sp>
      <p:sp>
        <p:nvSpPr>
          <p:cNvPr id="7" name="Tijdelijke aanduiding voor afbeelding 33">
            <a:extLst>
              <a:ext uri="{FF2B5EF4-FFF2-40B4-BE49-F238E27FC236}">
                <a16:creationId xmlns:a16="http://schemas.microsoft.com/office/drawing/2014/main" id="{6410F448-44B9-E245-8CA2-3AC4F6FCD9F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05909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1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op het pictogram om een witte afbeelding toe </a:t>
            </a:r>
            <a:r>
              <a:rPr lang="nl-NL" noProof="0" dirty="0" err="1"/>
              <a:t>tevoegen</a:t>
            </a:r>
            <a:r>
              <a:rPr lang="nl-NL" noProof="0" dirty="0"/>
              <a:t> (</a:t>
            </a:r>
            <a:r>
              <a:rPr lang="nl-NL" noProof="0" dirty="0" err="1"/>
              <a:t>png</a:t>
            </a:r>
            <a:r>
              <a:rPr lang="nl-NL" noProof="0" dirty="0"/>
              <a:t>)</a:t>
            </a:r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C9026212-289C-F34A-A4D7-E30D294D41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810" y="3704273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 dirty="0"/>
              <a:t>Ondertitel</a:t>
            </a:r>
          </a:p>
        </p:txBody>
      </p:sp>
      <p:sp>
        <p:nvSpPr>
          <p:cNvPr id="11" name="Tijdelijke aanduiding voor tekst 3">
            <a:extLst>
              <a:ext uri="{FF2B5EF4-FFF2-40B4-BE49-F238E27FC236}">
                <a16:creationId xmlns:a16="http://schemas.microsoft.com/office/drawing/2014/main" id="{642A680A-1625-824E-8281-465F0A135B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6376" y="3704273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Ondertitel</a:t>
            </a:r>
          </a:p>
        </p:txBody>
      </p:sp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466E1215-57EE-734D-95D4-32CDFD6B77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83593" y="3704273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Ondertitel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66692AD7-78D2-4CCE-AF2E-3E0B2562ECF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30810" y="4248038"/>
            <a:ext cx="3438000" cy="1990800"/>
          </a:xfrm>
        </p:spPr>
        <p:txBody>
          <a:bodyPr>
            <a:normAutofit/>
          </a:bodyPr>
          <a:lstStyle>
            <a:lvl1pPr marL="182563" indent="-182563" algn="ctr">
              <a:defRPr sz="1600" b="0">
                <a:latin typeface="+mj-lt"/>
              </a:defRPr>
            </a:lvl1pPr>
            <a:lvl2pPr marL="360363" indent="-184150" algn="ctr">
              <a:defRPr sz="1400" b="0">
                <a:latin typeface="+mj-lt"/>
              </a:defRPr>
            </a:lvl2pPr>
            <a:lvl3pPr marL="536575" indent="-176213" algn="ctr">
              <a:defRPr sz="1200">
                <a:latin typeface="+mj-lt"/>
              </a:defRPr>
            </a:lvl3pPr>
            <a:lvl4pPr marL="719138" indent="-182563" algn="ctr">
              <a:defRPr sz="1100">
                <a:latin typeface="+mj-lt"/>
              </a:defRPr>
            </a:lvl4pPr>
            <a:lvl5pPr marL="895350" indent="-176213" algn="ctr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FC120415-A1CE-44F6-BDB2-ECE056C8A736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383593" y="4248038"/>
            <a:ext cx="3438000" cy="1990800"/>
          </a:xfrm>
        </p:spPr>
        <p:txBody>
          <a:bodyPr>
            <a:normAutofit/>
          </a:bodyPr>
          <a:lstStyle>
            <a:lvl1pPr marL="182563" indent="-182563" algn="ctr">
              <a:defRPr sz="1600" b="0">
                <a:latin typeface="+mj-lt"/>
              </a:defRPr>
            </a:lvl1pPr>
            <a:lvl2pPr marL="360363" indent="-184150" algn="ctr">
              <a:defRPr sz="1400" b="0">
                <a:latin typeface="+mj-lt"/>
              </a:defRPr>
            </a:lvl2pPr>
            <a:lvl3pPr marL="536575" indent="-176213" algn="ctr">
              <a:defRPr sz="1200">
                <a:latin typeface="+mj-lt"/>
              </a:defRPr>
            </a:lvl3pPr>
            <a:lvl4pPr marL="719138" indent="-182563" algn="ctr">
              <a:defRPr sz="1100">
                <a:latin typeface="+mj-lt"/>
              </a:defRPr>
            </a:lvl4pPr>
            <a:lvl5pPr marL="895350" indent="-176213" algn="ctr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E18EDD4A-93E4-41E6-A00B-6EF03C4ACB69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136376" y="4248038"/>
            <a:ext cx="3438000" cy="1990800"/>
          </a:xfrm>
        </p:spPr>
        <p:txBody>
          <a:bodyPr>
            <a:normAutofit/>
          </a:bodyPr>
          <a:lstStyle>
            <a:lvl1pPr marL="182563" indent="-182563" algn="ctr">
              <a:defRPr sz="1600" b="0">
                <a:latin typeface="+mj-lt"/>
              </a:defRPr>
            </a:lvl1pPr>
            <a:lvl2pPr marL="360363" indent="-184150" algn="ctr">
              <a:defRPr sz="1400" b="0">
                <a:latin typeface="+mj-lt"/>
              </a:defRPr>
            </a:lvl2pPr>
            <a:lvl3pPr marL="536575" indent="-176213" algn="ctr">
              <a:defRPr sz="1200">
                <a:latin typeface="+mj-lt"/>
              </a:defRPr>
            </a:lvl3pPr>
            <a:lvl4pPr marL="719138" indent="-182563" algn="ctr">
              <a:defRPr sz="1100">
                <a:latin typeface="+mj-lt"/>
              </a:defRPr>
            </a:lvl4pPr>
            <a:lvl5pPr marL="895350" indent="-176213" algn="ctr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</p:spTree>
    <p:extLst>
      <p:ext uri="{BB962C8B-B14F-4D97-AF65-F5344CB8AC3E}">
        <p14:creationId xmlns:p14="http://schemas.microsoft.com/office/powerpoint/2010/main" val="1679231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6712-8A94-CB4B-8CE6-B7A18FB19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C9026212-289C-F34A-A4D7-E30D294D41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810" y="1578459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Ondertitel</a:t>
            </a:r>
          </a:p>
        </p:txBody>
      </p:sp>
      <p:sp>
        <p:nvSpPr>
          <p:cNvPr id="11" name="Tijdelijke aanduiding voor tekst 3">
            <a:extLst>
              <a:ext uri="{FF2B5EF4-FFF2-40B4-BE49-F238E27FC236}">
                <a16:creationId xmlns:a16="http://schemas.microsoft.com/office/drawing/2014/main" id="{642A680A-1625-824E-8281-465F0A135B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6376" y="1578459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Ondertitel</a:t>
            </a:r>
          </a:p>
        </p:txBody>
      </p:sp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466E1215-57EE-734D-95D4-32CDFD6B77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83593" y="1578459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Ondertitel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66692AD7-78D2-4CCE-AF2E-3E0B2562ECF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30810" y="2122223"/>
            <a:ext cx="3438000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FC120415-A1CE-44F6-BDB2-ECE056C8A736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383593" y="2122223"/>
            <a:ext cx="3438000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E18EDD4A-93E4-41E6-A00B-6EF03C4ACB69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136376" y="2122223"/>
            <a:ext cx="3438000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7BB0C09-C793-44D9-9351-DBCCE50659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620713"/>
            <a:ext cx="10944226" cy="791794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de stijl van de mastertitel te bewerken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357846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2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6712-8A94-CB4B-8CE6-B7A18FB19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C9026212-289C-F34A-A4D7-E30D294D41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810" y="1578459"/>
            <a:ext cx="53064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 dirty="0"/>
              <a:t>Ondertitel</a:t>
            </a:r>
          </a:p>
        </p:txBody>
      </p:sp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466E1215-57EE-734D-95D4-32CDFD6B77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61713" y="1578459"/>
            <a:ext cx="53064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Ondertitel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66692AD7-78D2-4CCE-AF2E-3E0B2562ECF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30810" y="2122223"/>
            <a:ext cx="5306400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FC120415-A1CE-44F6-BDB2-ECE056C8A736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6261713" y="2122223"/>
            <a:ext cx="5306400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7BB0C09-C793-44D9-9351-DBCCE50659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620713"/>
            <a:ext cx="10944226" cy="791794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de stijl van de mastertitel te bewerken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857417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6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A64A23-42F4-0341-A372-ED0B454B6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5" name="Tijdelijke aanduiding voor afbeelding 33">
            <a:extLst>
              <a:ext uri="{FF2B5EF4-FFF2-40B4-BE49-F238E27FC236}">
                <a16:creationId xmlns:a16="http://schemas.microsoft.com/office/drawing/2014/main" id="{19D3F277-1732-274A-BDAC-F3BB5EB7334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664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pictogram om witte afbeelding (</a:t>
            </a:r>
            <a:r>
              <a:rPr lang="nl-NL" noProof="0" dirty="0" err="1"/>
              <a:t>png</a:t>
            </a:r>
            <a:r>
              <a:rPr lang="nl-NL" noProof="0" dirty="0"/>
              <a:t>) toe te voegen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endParaRPr lang="nl-BE" noProof="0" dirty="0"/>
          </a:p>
        </p:txBody>
      </p:sp>
      <p:sp>
        <p:nvSpPr>
          <p:cNvPr id="7" name="Tijdelijke aanduiding voor afbeelding 33">
            <a:extLst>
              <a:ext uri="{FF2B5EF4-FFF2-40B4-BE49-F238E27FC236}">
                <a16:creationId xmlns:a16="http://schemas.microsoft.com/office/drawing/2014/main" id="{C73DE83C-1825-BF4A-A473-AF62420F8C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0221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pictogram om witte afbeelding (</a:t>
            </a:r>
            <a:r>
              <a:rPr lang="nl-NL" noProof="0" dirty="0" err="1"/>
              <a:t>png</a:t>
            </a:r>
            <a:r>
              <a:rPr lang="nl-NL" noProof="0" dirty="0"/>
              <a:t>) toe te voegen</a:t>
            </a:r>
          </a:p>
        </p:txBody>
      </p:sp>
      <p:sp>
        <p:nvSpPr>
          <p:cNvPr id="9" name="Tijdelijke aanduiding voor afbeelding 33">
            <a:extLst>
              <a:ext uri="{FF2B5EF4-FFF2-40B4-BE49-F238E27FC236}">
                <a16:creationId xmlns:a16="http://schemas.microsoft.com/office/drawing/2014/main" id="{64A41B62-3349-A641-9E85-33C3E278DD4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41330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pictogram om witte afbeelding (</a:t>
            </a:r>
            <a:r>
              <a:rPr lang="nl-NL" noProof="0" dirty="0" err="1"/>
              <a:t>png</a:t>
            </a:r>
            <a:r>
              <a:rPr lang="nl-NL" noProof="0" dirty="0"/>
              <a:t>) toe te voegen</a:t>
            </a: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88F6B30C-94E8-264F-86F5-31D0E47D724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058585" y="1411391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Project titel</a:t>
            </a:r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261850B4-D4F1-234A-9F22-195572228DA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802688" y="1411391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Project titel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DCDD9BD6-DB58-C84C-BD3C-F9652F4D492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326874" y="1411391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Project titel</a:t>
            </a:r>
          </a:p>
        </p:txBody>
      </p:sp>
      <p:sp>
        <p:nvSpPr>
          <p:cNvPr id="15" name="Tijdelijke aanduiding voor afbeelding 33">
            <a:extLst>
              <a:ext uri="{FF2B5EF4-FFF2-40B4-BE49-F238E27FC236}">
                <a16:creationId xmlns:a16="http://schemas.microsoft.com/office/drawing/2014/main" id="{965879DE-F296-964E-A952-9184C5050EF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30664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pictogram om witte afbeelding (</a:t>
            </a:r>
            <a:r>
              <a:rPr lang="nl-NL" noProof="0" dirty="0" err="1"/>
              <a:t>png</a:t>
            </a:r>
            <a:r>
              <a:rPr lang="nl-NL" noProof="0" dirty="0"/>
              <a:t>) toe te voegen</a:t>
            </a:r>
          </a:p>
        </p:txBody>
      </p:sp>
      <p:sp>
        <p:nvSpPr>
          <p:cNvPr id="17" name="Tijdelijke aanduiding voor afbeelding 33">
            <a:extLst>
              <a:ext uri="{FF2B5EF4-FFF2-40B4-BE49-F238E27FC236}">
                <a16:creationId xmlns:a16="http://schemas.microsoft.com/office/drawing/2014/main" id="{D15EA347-33D1-EE4E-9464-3CF0EAE3C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410221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pictogram om witte afbeelding (</a:t>
            </a:r>
            <a:r>
              <a:rPr lang="nl-NL" noProof="0" dirty="0" err="1"/>
              <a:t>png</a:t>
            </a:r>
            <a:r>
              <a:rPr lang="nl-NL" noProof="0" dirty="0"/>
              <a:t>) toe te voegen</a:t>
            </a:r>
          </a:p>
        </p:txBody>
      </p:sp>
      <p:sp>
        <p:nvSpPr>
          <p:cNvPr id="19" name="Tijdelijke aanduiding voor afbeelding 33">
            <a:extLst>
              <a:ext uri="{FF2B5EF4-FFF2-40B4-BE49-F238E27FC236}">
                <a16:creationId xmlns:a16="http://schemas.microsoft.com/office/drawing/2014/main" id="{4EC1974C-2EB3-274B-A88C-617CC7414E5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141330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pictogram om witte afbeelding (</a:t>
            </a:r>
            <a:r>
              <a:rPr lang="nl-NL" noProof="0" dirty="0" err="1"/>
              <a:t>png</a:t>
            </a:r>
            <a:r>
              <a:rPr lang="nl-NL" noProof="0" dirty="0"/>
              <a:t>) toe te voegen</a:t>
            </a:r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330314A6-BF29-EC42-BF75-622C5286D534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058585" y="3864133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Project titel</a:t>
            </a:r>
          </a:p>
        </p:txBody>
      </p:sp>
      <p:sp>
        <p:nvSpPr>
          <p:cNvPr id="21" name="Tijdelijke aanduiding voor inhoud 2">
            <a:extLst>
              <a:ext uri="{FF2B5EF4-FFF2-40B4-BE49-F238E27FC236}">
                <a16:creationId xmlns:a16="http://schemas.microsoft.com/office/drawing/2014/main" id="{D6D76FCC-D508-DD4F-BB82-48A5BCC5457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8802688" y="3864133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Project titel</a:t>
            </a:r>
          </a:p>
        </p:txBody>
      </p:sp>
      <p:sp>
        <p:nvSpPr>
          <p:cNvPr id="22" name="Tijdelijke aanduiding voor inhoud 2">
            <a:extLst>
              <a:ext uri="{FF2B5EF4-FFF2-40B4-BE49-F238E27FC236}">
                <a16:creationId xmlns:a16="http://schemas.microsoft.com/office/drawing/2014/main" id="{125E4E80-E44F-EA4F-8054-6AB42A8470B4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326874" y="3864133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Project titel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3528E721-8656-4BDD-B009-8819AFB97FC5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339266" y="2133247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24" name="Content Placeholder 9">
            <a:extLst>
              <a:ext uri="{FF2B5EF4-FFF2-40B4-BE49-F238E27FC236}">
                <a16:creationId xmlns:a16="http://schemas.microsoft.com/office/drawing/2014/main" id="{2C048C0B-E29D-49EF-80B5-29D0B0F479C0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339266" y="4586421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25" name="Content Placeholder 9">
            <a:extLst>
              <a:ext uri="{FF2B5EF4-FFF2-40B4-BE49-F238E27FC236}">
                <a16:creationId xmlns:a16="http://schemas.microsoft.com/office/drawing/2014/main" id="{5F680696-8F3B-4E74-B265-71DF36E0977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5070977" y="2133247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50B084AF-045B-4B49-8FBE-93ACB3E7F00A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802688" y="2133247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AD8E938A-1AD9-4373-BBFD-C7C066DAB3FA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5070977" y="4586421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  <p:sp>
        <p:nvSpPr>
          <p:cNvPr id="28" name="Content Placeholder 9">
            <a:extLst>
              <a:ext uri="{FF2B5EF4-FFF2-40B4-BE49-F238E27FC236}">
                <a16:creationId xmlns:a16="http://schemas.microsoft.com/office/drawing/2014/main" id="{0C6D1181-34A3-47D3-99A2-1B802126EDC5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8802688" y="4586421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nl-BE" noProof="0"/>
              <a:t>Inhoud</a:t>
            </a:r>
          </a:p>
          <a:p>
            <a:pPr lvl="1"/>
            <a:r>
              <a:rPr lang="nl-BE" noProof="0"/>
              <a:t>Second level</a:t>
            </a:r>
          </a:p>
          <a:p>
            <a:pPr lvl="2"/>
            <a:r>
              <a:rPr lang="nl-BE" noProof="0"/>
              <a:t>Third level</a:t>
            </a:r>
          </a:p>
          <a:p>
            <a:pPr lvl="3"/>
            <a:r>
              <a:rPr lang="nl-BE" noProof="0"/>
              <a:t>Fourth level</a:t>
            </a:r>
          </a:p>
          <a:p>
            <a:pPr lvl="4"/>
            <a:r>
              <a:rPr lang="nl-BE" noProof="0"/>
              <a:t>Fifth level</a:t>
            </a:r>
          </a:p>
          <a:p>
            <a:pPr lvl="4"/>
            <a:endParaRPr lang="nl-BE" noProof="0"/>
          </a:p>
          <a:p>
            <a:pPr lvl="1"/>
            <a:endParaRPr lang="nl-BE" noProof="0"/>
          </a:p>
        </p:txBody>
      </p:sp>
    </p:spTree>
    <p:extLst>
      <p:ext uri="{BB962C8B-B14F-4D97-AF65-F5344CB8AC3E}">
        <p14:creationId xmlns:p14="http://schemas.microsoft.com/office/powerpoint/2010/main" val="4149166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-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906A4-C8C0-BA4F-A09B-9014BCE49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de stijl van de mastertitel te bewerken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6E971-EE47-7745-ACA8-1DEF0415F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grafiek 4">
            <a:extLst>
              <a:ext uri="{FF2B5EF4-FFF2-40B4-BE49-F238E27FC236}">
                <a16:creationId xmlns:a16="http://schemas.microsoft.com/office/drawing/2014/main" id="{967EE9E6-2701-5E4F-A341-5478485FBD8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623889" y="1578459"/>
            <a:ext cx="10944224" cy="465882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Arial" panose="020B0604020202020204" pitchFamily="34" charset="0"/>
              <a:buNone/>
              <a:tabLst/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tabLst/>
              <a:defRPr/>
            </a:pPr>
            <a:r>
              <a:rPr lang="nl-NL" dirty="0"/>
              <a:t>Klik op het pictogram als u een object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3082753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chart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F6014-7DB0-CF4A-88E9-463AB221A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de stijl van de mastertitel te bewerken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45457A-9933-1149-9392-ABAF631B7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grafiek 4">
            <a:extLst>
              <a:ext uri="{FF2B5EF4-FFF2-40B4-BE49-F238E27FC236}">
                <a16:creationId xmlns:a16="http://schemas.microsoft.com/office/drawing/2014/main" id="{3AF460E3-37FD-6B4C-86A1-EEC95DD40B34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623889" y="2760663"/>
            <a:ext cx="10944224" cy="34766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dirty="0"/>
              <a:t>Klik op het pictogram als u een object wilt toevoegen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A507705-E8A5-0A44-A7D0-4ECFDD43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888" y="1690688"/>
            <a:ext cx="10936287" cy="885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nl-NL" dirty="0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3683614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UAntwerpen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0802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titleredful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itel 1">
            <a:extLst>
              <a:ext uri="{FF2B5EF4-FFF2-40B4-BE49-F238E27FC236}">
                <a16:creationId xmlns:a16="http://schemas.microsoft.com/office/drawing/2014/main" id="{7ABBDCB5-5D2A-8947-AEB8-B06A6093E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2737623"/>
            <a:ext cx="10944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 dirty="0"/>
              <a:t>Klik om titel te bewerken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BF08461-C600-4C47-803A-43BF0EAD9B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4471987"/>
            <a:ext cx="10944225" cy="1062037"/>
          </a:xfrm>
          <a:prstGeom prst="rect">
            <a:avLst/>
          </a:prstGeom>
        </p:spPr>
        <p:txBody>
          <a:bodyPr/>
          <a:lstStyle>
            <a:lvl1pPr algn="ctr"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2pPr>
            <a:lvl3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3pPr>
            <a:lvl4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4pPr>
            <a:lvl5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5pPr>
          </a:lstStyle>
          <a:p>
            <a:r>
              <a:rPr lang="nl-NL" noProof="0" dirty="0"/>
              <a:t>Klik om de stijl van de ondertitel te bewerken</a:t>
            </a:r>
          </a:p>
        </p:txBody>
      </p:sp>
      <p:pic>
        <p:nvPicPr>
          <p:cNvPr id="9" name="Afbeelding 6">
            <a:extLst>
              <a:ext uri="{FF2B5EF4-FFF2-40B4-BE49-F238E27FC236}">
                <a16:creationId xmlns:a16="http://schemas.microsoft.com/office/drawing/2014/main" id="{9D7845C8-AD6C-4E55-B5F7-A41CBC1172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63058" y="1309963"/>
            <a:ext cx="2865882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84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titl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AAABACC8-28A2-D34B-8A1E-5CF7BA9005CC}"/>
              </a:ext>
            </a:extLst>
          </p:cNvPr>
          <p:cNvSpPr/>
          <p:nvPr userDrawn="1"/>
        </p:nvSpPr>
        <p:spPr>
          <a:xfrm>
            <a:off x="623888" y="627478"/>
            <a:ext cx="10954551" cy="5618356"/>
          </a:xfrm>
          <a:custGeom>
            <a:avLst/>
            <a:gdLst>
              <a:gd name="connsiteX0" fmla="*/ 0 w 10296525"/>
              <a:gd name="connsiteY0" fmla="*/ 0 h 4968875"/>
              <a:gd name="connsiteX1" fmla="*/ 10296525 w 10296525"/>
              <a:gd name="connsiteY1" fmla="*/ 0 h 4968875"/>
              <a:gd name="connsiteX2" fmla="*/ 10296525 w 10296525"/>
              <a:gd name="connsiteY2" fmla="*/ 4968875 h 4968875"/>
              <a:gd name="connsiteX3" fmla="*/ 253304 w 10296525"/>
              <a:gd name="connsiteY3" fmla="*/ 4968875 h 4968875"/>
              <a:gd name="connsiteX4" fmla="*/ 202263 w 10296525"/>
              <a:gd name="connsiteY4" fmla="*/ 4963730 h 4968875"/>
              <a:gd name="connsiteX5" fmla="*/ 0 w 10296525"/>
              <a:gd name="connsiteY5" fmla="*/ 4715562 h 4968875"/>
              <a:gd name="connsiteX6" fmla="*/ 0 w 10296525"/>
              <a:gd name="connsiteY6" fmla="*/ 0 h 4968875"/>
              <a:gd name="connsiteX0" fmla="*/ 0 w 10629811"/>
              <a:gd name="connsiteY0" fmla="*/ 0 h 4968875"/>
              <a:gd name="connsiteX1" fmla="*/ 10629811 w 10629811"/>
              <a:gd name="connsiteY1" fmla="*/ 8546 h 4968875"/>
              <a:gd name="connsiteX2" fmla="*/ 10296525 w 10629811"/>
              <a:gd name="connsiteY2" fmla="*/ 4968875 h 4968875"/>
              <a:gd name="connsiteX3" fmla="*/ 253304 w 10629811"/>
              <a:gd name="connsiteY3" fmla="*/ 4968875 h 4968875"/>
              <a:gd name="connsiteX4" fmla="*/ 202263 w 10629811"/>
              <a:gd name="connsiteY4" fmla="*/ 4963730 h 4968875"/>
              <a:gd name="connsiteX5" fmla="*/ 0 w 10629811"/>
              <a:gd name="connsiteY5" fmla="*/ 4715562 h 4968875"/>
              <a:gd name="connsiteX6" fmla="*/ 0 w 10629811"/>
              <a:gd name="connsiteY6" fmla="*/ 0 h 4968875"/>
              <a:gd name="connsiteX0" fmla="*/ 0 w 10629811"/>
              <a:gd name="connsiteY0" fmla="*/ 0 h 4977421"/>
              <a:gd name="connsiteX1" fmla="*/ 10629811 w 10629811"/>
              <a:gd name="connsiteY1" fmla="*/ 8546 h 4977421"/>
              <a:gd name="connsiteX2" fmla="*/ 10629811 w 10629811"/>
              <a:gd name="connsiteY2" fmla="*/ 4977421 h 4977421"/>
              <a:gd name="connsiteX3" fmla="*/ 253304 w 10629811"/>
              <a:gd name="connsiteY3" fmla="*/ 4968875 h 4977421"/>
              <a:gd name="connsiteX4" fmla="*/ 202263 w 10629811"/>
              <a:gd name="connsiteY4" fmla="*/ 4963730 h 4977421"/>
              <a:gd name="connsiteX5" fmla="*/ 0 w 10629811"/>
              <a:gd name="connsiteY5" fmla="*/ 4715562 h 4977421"/>
              <a:gd name="connsiteX6" fmla="*/ 0 w 10629811"/>
              <a:gd name="connsiteY6" fmla="*/ 0 h 4977421"/>
              <a:gd name="connsiteX0" fmla="*/ 8545 w 10629811"/>
              <a:gd name="connsiteY0" fmla="*/ 0 h 5618356"/>
              <a:gd name="connsiteX1" fmla="*/ 10629811 w 10629811"/>
              <a:gd name="connsiteY1" fmla="*/ 649481 h 5618356"/>
              <a:gd name="connsiteX2" fmla="*/ 10629811 w 10629811"/>
              <a:gd name="connsiteY2" fmla="*/ 5618356 h 5618356"/>
              <a:gd name="connsiteX3" fmla="*/ 253304 w 10629811"/>
              <a:gd name="connsiteY3" fmla="*/ 5609810 h 5618356"/>
              <a:gd name="connsiteX4" fmla="*/ 202263 w 10629811"/>
              <a:gd name="connsiteY4" fmla="*/ 5604665 h 5618356"/>
              <a:gd name="connsiteX5" fmla="*/ 0 w 10629811"/>
              <a:gd name="connsiteY5" fmla="*/ 5356497 h 5618356"/>
              <a:gd name="connsiteX6" fmla="*/ 8545 w 10629811"/>
              <a:gd name="connsiteY6" fmla="*/ 0 h 5618356"/>
              <a:gd name="connsiteX0" fmla="*/ 8545 w 10946005"/>
              <a:gd name="connsiteY0" fmla="*/ 0 h 5618356"/>
              <a:gd name="connsiteX1" fmla="*/ 10946005 w 10946005"/>
              <a:gd name="connsiteY1" fmla="*/ 8546 h 5618356"/>
              <a:gd name="connsiteX2" fmla="*/ 10629811 w 10946005"/>
              <a:gd name="connsiteY2" fmla="*/ 5618356 h 5618356"/>
              <a:gd name="connsiteX3" fmla="*/ 253304 w 10946005"/>
              <a:gd name="connsiteY3" fmla="*/ 5609810 h 5618356"/>
              <a:gd name="connsiteX4" fmla="*/ 202263 w 10946005"/>
              <a:gd name="connsiteY4" fmla="*/ 5604665 h 5618356"/>
              <a:gd name="connsiteX5" fmla="*/ 0 w 10946005"/>
              <a:gd name="connsiteY5" fmla="*/ 5356497 h 5618356"/>
              <a:gd name="connsiteX6" fmla="*/ 8545 w 10946005"/>
              <a:gd name="connsiteY6" fmla="*/ 0 h 5618356"/>
              <a:gd name="connsiteX0" fmla="*/ 8545 w 10954551"/>
              <a:gd name="connsiteY0" fmla="*/ 0 h 5618356"/>
              <a:gd name="connsiteX1" fmla="*/ 10946005 w 10954551"/>
              <a:gd name="connsiteY1" fmla="*/ 8546 h 5618356"/>
              <a:gd name="connsiteX2" fmla="*/ 10954551 w 10954551"/>
              <a:gd name="connsiteY2" fmla="*/ 5618356 h 5618356"/>
              <a:gd name="connsiteX3" fmla="*/ 253304 w 10954551"/>
              <a:gd name="connsiteY3" fmla="*/ 5609810 h 5618356"/>
              <a:gd name="connsiteX4" fmla="*/ 202263 w 10954551"/>
              <a:gd name="connsiteY4" fmla="*/ 5604665 h 5618356"/>
              <a:gd name="connsiteX5" fmla="*/ 0 w 10954551"/>
              <a:gd name="connsiteY5" fmla="*/ 5356497 h 5618356"/>
              <a:gd name="connsiteX6" fmla="*/ 8545 w 10954551"/>
              <a:gd name="connsiteY6" fmla="*/ 0 h 56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54551" h="5618356">
                <a:moveTo>
                  <a:pt x="8545" y="0"/>
                </a:moveTo>
                <a:lnTo>
                  <a:pt x="10946005" y="8546"/>
                </a:lnTo>
                <a:cubicBezTo>
                  <a:pt x="10948854" y="1878483"/>
                  <a:pt x="10951702" y="3748419"/>
                  <a:pt x="10954551" y="5618356"/>
                </a:cubicBez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E" dirty="0"/>
          </a:p>
        </p:txBody>
      </p:sp>
      <p:sp>
        <p:nvSpPr>
          <p:cNvPr id="5" name="Tijdelijke aanduiding voor titel 1">
            <a:extLst>
              <a:ext uri="{FF2B5EF4-FFF2-40B4-BE49-F238E27FC236}">
                <a16:creationId xmlns:a16="http://schemas.microsoft.com/office/drawing/2014/main" id="{31D26ADD-50E0-864E-879F-AED5604BF2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453" y="2318879"/>
            <a:ext cx="109639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noProof="0" dirty="0"/>
              <a:t>Klik om titel te bewerken</a:t>
            </a:r>
            <a:endParaRPr lang="nl-BE" noProof="0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534ABFA-B94B-7346-9AA3-E2278EC84F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453" y="4071937"/>
            <a:ext cx="10963985" cy="1043343"/>
          </a:xfrm>
          <a:prstGeom prst="rect">
            <a:avLst/>
          </a:prstGeom>
        </p:spPr>
        <p:txBody>
          <a:bodyPr/>
          <a:lstStyle>
            <a:lvl1pPr algn="ctr"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2pPr>
            <a:lvl3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3pPr>
            <a:lvl4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4pPr>
            <a:lvl5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5pPr>
          </a:lstStyle>
          <a:p>
            <a:r>
              <a:rPr lang="nl-NL" noProof="0" dirty="0"/>
              <a:t>Klik om de stijl van de ondertitel te bewerken</a:t>
            </a:r>
          </a:p>
        </p:txBody>
      </p:sp>
      <p:pic>
        <p:nvPicPr>
          <p:cNvPr id="10" name="Afbeelding 5">
            <a:extLst>
              <a:ext uri="{FF2B5EF4-FFF2-40B4-BE49-F238E27FC236}">
                <a16:creationId xmlns:a16="http://schemas.microsoft.com/office/drawing/2014/main" id="{B3B54B8B-0FE5-4F9B-BC8E-382C56591E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6400" y="6449522"/>
            <a:ext cx="904110" cy="22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788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wit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C3132F7D-D063-1C4B-8D0F-49AC33221A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op het pictogram om een afbeelding toe te voegen</a:t>
            </a:r>
          </a:p>
        </p:txBody>
      </p:sp>
    </p:spTree>
    <p:extLst>
      <p:ext uri="{BB962C8B-B14F-4D97-AF65-F5344CB8AC3E}">
        <p14:creationId xmlns:p14="http://schemas.microsoft.com/office/powerpoint/2010/main" val="3398203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999222-05DA-F24F-99F4-A098BCC40D8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op het pictogram om een afbeelding toe te voegen</a:t>
            </a:r>
          </a:p>
        </p:txBody>
      </p:sp>
      <p:pic>
        <p:nvPicPr>
          <p:cNvPr id="7" name="Afbeelding 5">
            <a:extLst>
              <a:ext uri="{FF2B5EF4-FFF2-40B4-BE49-F238E27FC236}">
                <a16:creationId xmlns:a16="http://schemas.microsoft.com/office/drawing/2014/main" id="{EDBA1CE8-58FA-4A10-B9DF-7340117762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6400" y="6449522"/>
            <a:ext cx="904110" cy="22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0901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3">
            <a:extLst>
              <a:ext uri="{FF2B5EF4-FFF2-40B4-BE49-F238E27FC236}">
                <a16:creationId xmlns:a16="http://schemas.microsoft.com/office/drawing/2014/main" id="{BF020726-1AA6-EE4D-9CD8-9B40673609E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op het pictogram om een afbeelding toe te voegen</a:t>
            </a:r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89753A3A-E019-254C-9677-C9C519017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6518" y="3613790"/>
            <a:ext cx="3761595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BE" noProof="0" dirty="0"/>
              <a:t>Voornaam Naam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4D01101A-4B64-9146-92CB-AB7133B61F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5738" y="1500371"/>
            <a:ext cx="3762375" cy="1945955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Quote</a:t>
            </a:r>
          </a:p>
        </p:txBody>
      </p:sp>
    </p:spTree>
    <p:extLst>
      <p:ext uri="{BB962C8B-B14F-4D97-AF65-F5344CB8AC3E}">
        <p14:creationId xmlns:p14="http://schemas.microsoft.com/office/powerpoint/2010/main" val="1092190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quoteand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09DBE046-B8F3-D840-ABA8-37DDBE8E14F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nl-NL" noProof="0" dirty="0"/>
              <a:t>Klik op het pictogram om een afbeelding toe te voegen</a:t>
            </a:r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29C33EA9-EAA8-554B-9770-EC4BF96CD4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6519" y="3613790"/>
            <a:ext cx="3415735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nl-BE" noProof="0" dirty="0"/>
              <a:t>Voornaam Naam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A2A5195-C3FC-3548-A159-FD845F8D8A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5739" y="1500371"/>
            <a:ext cx="3416443" cy="1945955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BE" noProof="0"/>
              <a:t>Quote</a:t>
            </a:r>
          </a:p>
        </p:txBody>
      </p:sp>
      <p:pic>
        <p:nvPicPr>
          <p:cNvPr id="9" name="Afbeelding 5">
            <a:extLst>
              <a:ext uri="{FF2B5EF4-FFF2-40B4-BE49-F238E27FC236}">
                <a16:creationId xmlns:a16="http://schemas.microsoft.com/office/drawing/2014/main" id="{8843CF7D-7348-4F90-9E92-100AE25173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6400" y="6449522"/>
            <a:ext cx="904110" cy="22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7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itel 1">
            <a:extLst>
              <a:ext uri="{FF2B5EF4-FFF2-40B4-BE49-F238E27FC236}">
                <a16:creationId xmlns:a16="http://schemas.microsoft.com/office/drawing/2014/main" id="{1948A336-DFA9-6348-B512-B2BBC75D1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20713"/>
            <a:ext cx="10944226" cy="79179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BE" noProof="0" dirty="0"/>
              <a:t>Klik om de stijl van de mastertitel te bewerken</a:t>
            </a:r>
          </a:p>
        </p:txBody>
      </p:sp>
      <p:sp>
        <p:nvSpPr>
          <p:cNvPr id="9" name="Tijdelijke aanduiding voor dianummer 3">
            <a:extLst>
              <a:ext uri="{FF2B5EF4-FFF2-40B4-BE49-F238E27FC236}">
                <a16:creationId xmlns:a16="http://schemas.microsoft.com/office/drawing/2014/main" id="{ACEE07E0-D229-2548-A4C6-019956C34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3493" y="6339173"/>
            <a:ext cx="26446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2212B-EACF-4AB5-8035-E9729BF53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1516380"/>
            <a:ext cx="10944225" cy="472090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BE" noProof="0" dirty="0"/>
              <a:t>Click </a:t>
            </a:r>
            <a:r>
              <a:rPr lang="nl-BE" noProof="0" dirty="0" err="1"/>
              <a:t>to</a:t>
            </a:r>
            <a:r>
              <a:rPr lang="nl-BE" noProof="0" dirty="0"/>
              <a:t> </a:t>
            </a:r>
            <a:r>
              <a:rPr lang="nl-BE" noProof="0" dirty="0" err="1"/>
              <a:t>edit</a:t>
            </a:r>
            <a:r>
              <a:rPr lang="nl-BE" noProof="0" dirty="0"/>
              <a:t> Master </a:t>
            </a:r>
            <a:r>
              <a:rPr lang="nl-BE" noProof="0" dirty="0" err="1"/>
              <a:t>text</a:t>
            </a:r>
            <a:r>
              <a:rPr lang="nl-BE" noProof="0" dirty="0"/>
              <a:t> </a:t>
            </a:r>
            <a:r>
              <a:rPr lang="nl-BE" noProof="0" dirty="0" err="1"/>
              <a:t>styles</a:t>
            </a:r>
            <a:endParaRPr lang="nl-BE" noProof="0" dirty="0"/>
          </a:p>
          <a:p>
            <a:pPr lvl="1"/>
            <a:r>
              <a:rPr lang="nl-BE" noProof="0" dirty="0"/>
              <a:t>Second level</a:t>
            </a:r>
          </a:p>
          <a:p>
            <a:pPr lvl="2"/>
            <a:r>
              <a:rPr lang="nl-BE" noProof="0" dirty="0" err="1"/>
              <a:t>Third</a:t>
            </a:r>
            <a:r>
              <a:rPr lang="nl-BE" noProof="0" dirty="0"/>
              <a:t> level</a:t>
            </a:r>
          </a:p>
          <a:p>
            <a:pPr lvl="3"/>
            <a:r>
              <a:rPr lang="nl-BE" noProof="0" dirty="0" err="1"/>
              <a:t>Fourth</a:t>
            </a:r>
            <a:r>
              <a:rPr lang="nl-BE" noProof="0" dirty="0"/>
              <a:t> level</a:t>
            </a:r>
          </a:p>
          <a:p>
            <a:pPr lvl="4"/>
            <a:r>
              <a:rPr lang="nl-BE" noProof="0" dirty="0" err="1"/>
              <a:t>Fifth</a:t>
            </a:r>
            <a:r>
              <a:rPr lang="nl-BE" noProof="0" dirty="0"/>
              <a:t> level</a:t>
            </a:r>
          </a:p>
        </p:txBody>
      </p:sp>
      <p:pic>
        <p:nvPicPr>
          <p:cNvPr id="11" name="Afbeelding 5">
            <a:extLst>
              <a:ext uri="{FF2B5EF4-FFF2-40B4-BE49-F238E27FC236}">
                <a16:creationId xmlns:a16="http://schemas.microsoft.com/office/drawing/2014/main" id="{AB4318CB-43F8-4C75-9DD8-F8AED33E15FC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626400" y="6449522"/>
            <a:ext cx="904110" cy="2271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5" r:id="rId1"/>
    <p:sldLayoutId id="2147484105" r:id="rId2"/>
    <p:sldLayoutId id="2147484106" r:id="rId3"/>
    <p:sldLayoutId id="2147484107" r:id="rId4"/>
    <p:sldLayoutId id="2147484108" r:id="rId5"/>
    <p:sldLayoutId id="2147484109" r:id="rId6"/>
    <p:sldLayoutId id="2147484110" r:id="rId7"/>
    <p:sldLayoutId id="2147484116" r:id="rId8"/>
    <p:sldLayoutId id="2147484117" r:id="rId9"/>
    <p:sldLayoutId id="2147484111" r:id="rId10"/>
    <p:sldLayoutId id="2147484113" r:id="rId11"/>
    <p:sldLayoutId id="2147484112" r:id="rId12"/>
    <p:sldLayoutId id="2147484102" r:id="rId13"/>
  </p:sldLayoutIdLst>
  <p:hf hdr="0"/>
  <p:txStyles>
    <p:titleStyle>
      <a:lvl1pPr algn="l" defTabSz="1217054" rtl="0" eaLnBrk="1" fontAlgn="base" hangingPunct="1">
        <a:spcBef>
          <a:spcPct val="0"/>
        </a:spcBef>
        <a:spcAft>
          <a:spcPct val="0"/>
        </a:spcAft>
        <a:defRPr sz="3800" b="1" i="0" kern="1200">
          <a:solidFill>
            <a:schemeClr val="accent2"/>
          </a:solidFill>
          <a:latin typeface="Calibri" panose="020F0502020204030204" pitchFamily="34" charset="0"/>
          <a:ea typeface="Verdana" charset="0"/>
          <a:cs typeface="Calibri" panose="020F0502020204030204" pitchFamily="34" charset="0"/>
        </a:defRPr>
      </a:lvl1pPr>
      <a:lvl2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68288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§"/>
        <a:defRPr sz="2800" b="1" i="0" kern="1200">
          <a:solidFill>
            <a:schemeClr val="tx1"/>
          </a:solidFill>
          <a:latin typeface="+mn-lt"/>
          <a:ea typeface="Verdana" charset="0"/>
          <a:cs typeface="Calibri Light" panose="020F0302020204030204" pitchFamily="34" charset="0"/>
        </a:defRPr>
      </a:lvl1pPr>
      <a:lvl2pPr marL="628650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2pPr>
      <a:lvl3pPr marL="987425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3pPr>
      <a:lvl4pPr marL="1347788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4pPr>
      <a:lvl5pPr marL="1700213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5pPr>
      <a:lvl6pPr marL="2076450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575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lang="nl-BE" sz="1800" kern="1200" dirty="0" err="1" smtClean="0">
          <a:solidFill>
            <a:schemeClr val="tx1"/>
          </a:solidFill>
          <a:latin typeface="+mn-lt"/>
          <a:ea typeface="+mn-ea"/>
          <a:cs typeface="+mn-cs"/>
        </a:defRPr>
      </a:lvl7pPr>
      <a:lvl8pPr marL="2795587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160712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54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1" userDrawn="1">
          <p15:clr>
            <a:srgbClr val="F26B43"/>
          </p15:clr>
        </p15:guide>
        <p15:guide id="2" pos="393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8.png"/><Relationship Id="rId42" Type="http://schemas.openxmlformats.org/officeDocument/2006/relationships/customXml" Target="../ink/ink21.xml"/><Relationship Id="rId47" Type="http://schemas.openxmlformats.org/officeDocument/2006/relationships/image" Target="../media/image31.png"/><Relationship Id="rId63" Type="http://schemas.openxmlformats.org/officeDocument/2006/relationships/image" Target="../media/image39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52.png"/><Relationship Id="rId16" Type="http://schemas.openxmlformats.org/officeDocument/2006/relationships/customXml" Target="../ink/ink8.xml"/><Relationship Id="rId11" Type="http://schemas.openxmlformats.org/officeDocument/2006/relationships/image" Target="../media/image13.png"/><Relationship Id="rId32" Type="http://schemas.openxmlformats.org/officeDocument/2006/relationships/customXml" Target="../ink/ink16.xml"/><Relationship Id="rId37" Type="http://schemas.openxmlformats.org/officeDocument/2006/relationships/image" Target="../media/image26.png"/><Relationship Id="rId53" Type="http://schemas.openxmlformats.org/officeDocument/2006/relationships/image" Target="../media/image34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47.png"/><Relationship Id="rId5" Type="http://schemas.openxmlformats.org/officeDocument/2006/relationships/image" Target="../media/image10.png"/><Relationship Id="rId90" Type="http://schemas.openxmlformats.org/officeDocument/2006/relationships/customXml" Target="../ink/ink45.xml"/><Relationship Id="rId95" Type="http://schemas.openxmlformats.org/officeDocument/2006/relationships/image" Target="../media/image55.png"/><Relationship Id="rId22" Type="http://schemas.openxmlformats.org/officeDocument/2006/relationships/customXml" Target="../ink/ink11.xml"/><Relationship Id="rId27" Type="http://schemas.openxmlformats.org/officeDocument/2006/relationships/image" Target="../media/image21.png"/><Relationship Id="rId43" Type="http://schemas.openxmlformats.org/officeDocument/2006/relationships/image" Target="../media/image29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42.png"/><Relationship Id="rId80" Type="http://schemas.openxmlformats.org/officeDocument/2006/relationships/customXml" Target="../ink/ink40.xml"/><Relationship Id="rId85" Type="http://schemas.openxmlformats.org/officeDocument/2006/relationships/image" Target="../media/image50.png"/><Relationship Id="rId12" Type="http://schemas.openxmlformats.org/officeDocument/2006/relationships/customXml" Target="../ink/ink6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37.png"/><Relationship Id="rId67" Type="http://schemas.openxmlformats.org/officeDocument/2006/relationships/image" Target="../media/image41.png"/><Relationship Id="rId20" Type="http://schemas.openxmlformats.org/officeDocument/2006/relationships/customXml" Target="../ink/ink10.xml"/><Relationship Id="rId41" Type="http://schemas.openxmlformats.org/officeDocument/2006/relationships/image" Target="../media/image28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45.png"/><Relationship Id="rId83" Type="http://schemas.openxmlformats.org/officeDocument/2006/relationships/image" Target="../media/image49.png"/><Relationship Id="rId88" Type="http://schemas.openxmlformats.org/officeDocument/2006/relationships/customXml" Target="../ink/ink44.xml"/><Relationship Id="rId91" Type="http://schemas.openxmlformats.org/officeDocument/2006/relationships/image" Target="../media/image53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32.png"/><Relationship Id="rId57" Type="http://schemas.openxmlformats.org/officeDocument/2006/relationships/image" Target="../media/image36.png"/><Relationship Id="rId10" Type="http://schemas.openxmlformats.org/officeDocument/2006/relationships/customXml" Target="../ink/ink5.xml"/><Relationship Id="rId31" Type="http://schemas.openxmlformats.org/officeDocument/2006/relationships/image" Target="../media/image23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40.png"/><Relationship Id="rId73" Type="http://schemas.openxmlformats.org/officeDocument/2006/relationships/image" Target="../media/image44.png"/><Relationship Id="rId78" Type="http://schemas.openxmlformats.org/officeDocument/2006/relationships/customXml" Target="../ink/ink39.xml"/><Relationship Id="rId81" Type="http://schemas.openxmlformats.org/officeDocument/2006/relationships/image" Target="../media/image48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57.png"/><Relationship Id="rId101" Type="http://schemas.openxmlformats.org/officeDocument/2006/relationships/image" Target="../media/image58.png"/><Relationship Id="rId4" Type="http://schemas.openxmlformats.org/officeDocument/2006/relationships/customXml" Target="../ink/ink2.xml"/><Relationship Id="rId9" Type="http://schemas.openxmlformats.org/officeDocument/2006/relationships/image" Target="../media/image12.png"/><Relationship Id="rId13" Type="http://schemas.openxmlformats.org/officeDocument/2006/relationships/image" Target="../media/image14.png"/><Relationship Id="rId18" Type="http://schemas.openxmlformats.org/officeDocument/2006/relationships/customXml" Target="../ink/ink9.xml"/><Relationship Id="rId39" Type="http://schemas.openxmlformats.org/officeDocument/2006/relationships/image" Target="../media/image27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35.png"/><Relationship Id="rId76" Type="http://schemas.openxmlformats.org/officeDocument/2006/relationships/customXml" Target="../ink/ink38.xml"/><Relationship Id="rId97" Type="http://schemas.openxmlformats.org/officeDocument/2006/relationships/image" Target="../media/image56.png"/><Relationship Id="rId7" Type="http://schemas.openxmlformats.org/officeDocument/2006/relationships/image" Target="../media/image11.png"/><Relationship Id="rId71" Type="http://schemas.openxmlformats.org/officeDocument/2006/relationships/image" Target="../media/image43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22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30.png"/><Relationship Id="rId66" Type="http://schemas.openxmlformats.org/officeDocument/2006/relationships/customXml" Target="../ink/ink33.xml"/><Relationship Id="rId87" Type="http://schemas.openxmlformats.org/officeDocument/2006/relationships/image" Target="../media/image51.png"/><Relationship Id="rId61" Type="http://schemas.openxmlformats.org/officeDocument/2006/relationships/image" Target="../media/image38.png"/><Relationship Id="rId82" Type="http://schemas.openxmlformats.org/officeDocument/2006/relationships/customXml" Target="../ink/ink41.xml"/><Relationship Id="rId19" Type="http://schemas.openxmlformats.org/officeDocument/2006/relationships/image" Target="../media/image17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25.png"/><Relationship Id="rId56" Type="http://schemas.openxmlformats.org/officeDocument/2006/relationships/customXml" Target="../ink/ink28.xml"/><Relationship Id="rId77" Type="http://schemas.openxmlformats.org/officeDocument/2006/relationships/image" Target="../media/image46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51" Type="http://schemas.openxmlformats.org/officeDocument/2006/relationships/image" Target="../media/image33.png"/><Relationship Id="rId72" Type="http://schemas.openxmlformats.org/officeDocument/2006/relationships/customXml" Target="../ink/ink36.xml"/><Relationship Id="rId93" Type="http://schemas.openxmlformats.org/officeDocument/2006/relationships/image" Target="../media/image54.png"/><Relationship Id="rId98" Type="http://schemas.openxmlformats.org/officeDocument/2006/relationships/customXml" Target="../ink/ink49.xml"/><Relationship Id="rId3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3.xml"/><Relationship Id="rId21" Type="http://schemas.openxmlformats.org/officeDocument/2006/relationships/image" Target="../media/image68.png"/><Relationship Id="rId42" Type="http://schemas.openxmlformats.org/officeDocument/2006/relationships/customXml" Target="../ink/ink71.xml"/><Relationship Id="rId47" Type="http://schemas.openxmlformats.org/officeDocument/2006/relationships/image" Target="../media/image81.png"/><Relationship Id="rId63" Type="http://schemas.openxmlformats.org/officeDocument/2006/relationships/image" Target="../media/image89.png"/><Relationship Id="rId68" Type="http://schemas.openxmlformats.org/officeDocument/2006/relationships/customXml" Target="../ink/ink84.xml"/><Relationship Id="rId84" Type="http://schemas.openxmlformats.org/officeDocument/2006/relationships/customXml" Target="../ink/ink92.xml"/><Relationship Id="rId89" Type="http://schemas.openxmlformats.org/officeDocument/2006/relationships/image" Target="../media/image102.png"/><Relationship Id="rId16" Type="http://schemas.openxmlformats.org/officeDocument/2006/relationships/customXml" Target="../ink/ink58.xml"/><Relationship Id="rId11" Type="http://schemas.openxmlformats.org/officeDocument/2006/relationships/image" Target="../media/image63.png"/><Relationship Id="rId32" Type="http://schemas.openxmlformats.org/officeDocument/2006/relationships/customXml" Target="../ink/ink66.xml"/><Relationship Id="rId37" Type="http://schemas.openxmlformats.org/officeDocument/2006/relationships/image" Target="../media/image76.png"/><Relationship Id="rId53" Type="http://schemas.openxmlformats.org/officeDocument/2006/relationships/image" Target="../media/image84.png"/><Relationship Id="rId58" Type="http://schemas.openxmlformats.org/officeDocument/2006/relationships/customXml" Target="../ink/ink79.xml"/><Relationship Id="rId74" Type="http://schemas.openxmlformats.org/officeDocument/2006/relationships/customXml" Target="../ink/ink87.xml"/><Relationship Id="rId79" Type="http://schemas.openxmlformats.org/officeDocument/2006/relationships/image" Target="../media/image97.png"/><Relationship Id="rId5" Type="http://schemas.openxmlformats.org/officeDocument/2006/relationships/image" Target="../media/image60.png"/><Relationship Id="rId90" Type="http://schemas.openxmlformats.org/officeDocument/2006/relationships/customXml" Target="../ink/ink95.xml"/><Relationship Id="rId95" Type="http://schemas.openxmlformats.org/officeDocument/2006/relationships/image" Target="../media/image105.png"/><Relationship Id="rId22" Type="http://schemas.openxmlformats.org/officeDocument/2006/relationships/customXml" Target="../ink/ink61.xml"/><Relationship Id="rId27" Type="http://schemas.openxmlformats.org/officeDocument/2006/relationships/image" Target="../media/image71.png"/><Relationship Id="rId43" Type="http://schemas.openxmlformats.org/officeDocument/2006/relationships/image" Target="../media/image79.png"/><Relationship Id="rId48" Type="http://schemas.openxmlformats.org/officeDocument/2006/relationships/customXml" Target="../ink/ink74.xml"/><Relationship Id="rId64" Type="http://schemas.openxmlformats.org/officeDocument/2006/relationships/customXml" Target="../ink/ink82.xml"/><Relationship Id="rId69" Type="http://schemas.openxmlformats.org/officeDocument/2006/relationships/image" Target="../media/image92.png"/><Relationship Id="rId80" Type="http://schemas.openxmlformats.org/officeDocument/2006/relationships/customXml" Target="../ink/ink90.xml"/><Relationship Id="rId85" Type="http://schemas.openxmlformats.org/officeDocument/2006/relationships/image" Target="../media/image100.png"/><Relationship Id="rId12" Type="http://schemas.openxmlformats.org/officeDocument/2006/relationships/customXml" Target="../ink/ink56.xml"/><Relationship Id="rId17" Type="http://schemas.openxmlformats.org/officeDocument/2006/relationships/image" Target="../media/image66.png"/><Relationship Id="rId25" Type="http://schemas.openxmlformats.org/officeDocument/2006/relationships/image" Target="../media/image70.png"/><Relationship Id="rId33" Type="http://schemas.openxmlformats.org/officeDocument/2006/relationships/image" Target="../media/image74.png"/><Relationship Id="rId38" Type="http://schemas.openxmlformats.org/officeDocument/2006/relationships/customXml" Target="../ink/ink69.xml"/><Relationship Id="rId46" Type="http://schemas.openxmlformats.org/officeDocument/2006/relationships/customXml" Target="../ink/ink73.xml"/><Relationship Id="rId59" Type="http://schemas.openxmlformats.org/officeDocument/2006/relationships/image" Target="../media/image87.png"/><Relationship Id="rId67" Type="http://schemas.openxmlformats.org/officeDocument/2006/relationships/image" Target="../media/image91.png"/><Relationship Id="rId20" Type="http://schemas.openxmlformats.org/officeDocument/2006/relationships/customXml" Target="../ink/ink60.xml"/><Relationship Id="rId41" Type="http://schemas.openxmlformats.org/officeDocument/2006/relationships/image" Target="../media/image78.png"/><Relationship Id="rId54" Type="http://schemas.openxmlformats.org/officeDocument/2006/relationships/customXml" Target="../ink/ink77.xml"/><Relationship Id="rId62" Type="http://schemas.openxmlformats.org/officeDocument/2006/relationships/customXml" Target="../ink/ink81.xml"/><Relationship Id="rId70" Type="http://schemas.openxmlformats.org/officeDocument/2006/relationships/customXml" Target="../ink/ink85.xml"/><Relationship Id="rId75" Type="http://schemas.openxmlformats.org/officeDocument/2006/relationships/image" Target="../media/image95.png"/><Relationship Id="rId83" Type="http://schemas.openxmlformats.org/officeDocument/2006/relationships/image" Target="../media/image99.png"/><Relationship Id="rId88" Type="http://schemas.openxmlformats.org/officeDocument/2006/relationships/customXml" Target="../ink/ink94.xml"/><Relationship Id="rId91" Type="http://schemas.openxmlformats.org/officeDocument/2006/relationships/image" Target="../media/image103.png"/><Relationship Id="rId96" Type="http://schemas.openxmlformats.org/officeDocument/2006/relationships/customXml" Target="../ink/ink9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3.xml"/><Relationship Id="rId15" Type="http://schemas.openxmlformats.org/officeDocument/2006/relationships/image" Target="../media/image65.png"/><Relationship Id="rId23" Type="http://schemas.openxmlformats.org/officeDocument/2006/relationships/image" Target="../media/image69.png"/><Relationship Id="rId28" Type="http://schemas.openxmlformats.org/officeDocument/2006/relationships/customXml" Target="../ink/ink64.xml"/><Relationship Id="rId36" Type="http://schemas.openxmlformats.org/officeDocument/2006/relationships/customXml" Target="../ink/ink68.xml"/><Relationship Id="rId49" Type="http://schemas.openxmlformats.org/officeDocument/2006/relationships/image" Target="../media/image82.png"/><Relationship Id="rId57" Type="http://schemas.openxmlformats.org/officeDocument/2006/relationships/image" Target="../media/image86.png"/><Relationship Id="rId10" Type="http://schemas.openxmlformats.org/officeDocument/2006/relationships/customXml" Target="../ink/ink55.xml"/><Relationship Id="rId31" Type="http://schemas.openxmlformats.org/officeDocument/2006/relationships/image" Target="../media/image73.png"/><Relationship Id="rId44" Type="http://schemas.openxmlformats.org/officeDocument/2006/relationships/customXml" Target="../ink/ink72.xml"/><Relationship Id="rId52" Type="http://schemas.openxmlformats.org/officeDocument/2006/relationships/customXml" Target="../ink/ink76.xml"/><Relationship Id="rId60" Type="http://schemas.openxmlformats.org/officeDocument/2006/relationships/customXml" Target="../ink/ink80.xml"/><Relationship Id="rId65" Type="http://schemas.openxmlformats.org/officeDocument/2006/relationships/image" Target="../media/image90.png"/><Relationship Id="rId73" Type="http://schemas.openxmlformats.org/officeDocument/2006/relationships/image" Target="../media/image94.png"/><Relationship Id="rId78" Type="http://schemas.openxmlformats.org/officeDocument/2006/relationships/customXml" Target="../ink/ink89.xml"/><Relationship Id="rId81" Type="http://schemas.openxmlformats.org/officeDocument/2006/relationships/image" Target="../media/image98.png"/><Relationship Id="rId86" Type="http://schemas.openxmlformats.org/officeDocument/2006/relationships/customXml" Target="../ink/ink93.xml"/><Relationship Id="rId94" Type="http://schemas.openxmlformats.org/officeDocument/2006/relationships/customXml" Target="../ink/ink97.xml"/><Relationship Id="rId99" Type="http://schemas.openxmlformats.org/officeDocument/2006/relationships/image" Target="../media/image107.png"/><Relationship Id="rId101" Type="http://schemas.openxmlformats.org/officeDocument/2006/relationships/image" Target="../media/image108.png"/><Relationship Id="rId4" Type="http://schemas.openxmlformats.org/officeDocument/2006/relationships/customXml" Target="../ink/ink52.xml"/><Relationship Id="rId9" Type="http://schemas.openxmlformats.org/officeDocument/2006/relationships/image" Target="../media/image62.png"/><Relationship Id="rId13" Type="http://schemas.openxmlformats.org/officeDocument/2006/relationships/image" Target="../media/image64.png"/><Relationship Id="rId18" Type="http://schemas.openxmlformats.org/officeDocument/2006/relationships/customXml" Target="../ink/ink59.xml"/><Relationship Id="rId39" Type="http://schemas.openxmlformats.org/officeDocument/2006/relationships/image" Target="../media/image77.png"/><Relationship Id="rId34" Type="http://schemas.openxmlformats.org/officeDocument/2006/relationships/customXml" Target="../ink/ink67.xml"/><Relationship Id="rId50" Type="http://schemas.openxmlformats.org/officeDocument/2006/relationships/customXml" Target="../ink/ink75.xml"/><Relationship Id="rId55" Type="http://schemas.openxmlformats.org/officeDocument/2006/relationships/image" Target="../media/image85.png"/><Relationship Id="rId76" Type="http://schemas.openxmlformats.org/officeDocument/2006/relationships/customXml" Target="../ink/ink88.xml"/><Relationship Id="rId97" Type="http://schemas.openxmlformats.org/officeDocument/2006/relationships/image" Target="../media/image106.png"/><Relationship Id="rId7" Type="http://schemas.openxmlformats.org/officeDocument/2006/relationships/image" Target="../media/image61.png"/><Relationship Id="rId71" Type="http://schemas.openxmlformats.org/officeDocument/2006/relationships/image" Target="../media/image93.png"/><Relationship Id="rId92" Type="http://schemas.openxmlformats.org/officeDocument/2006/relationships/customXml" Target="../ink/ink96.xml"/><Relationship Id="rId2" Type="http://schemas.openxmlformats.org/officeDocument/2006/relationships/customXml" Target="../ink/ink51.xml"/><Relationship Id="rId29" Type="http://schemas.openxmlformats.org/officeDocument/2006/relationships/image" Target="../media/image72.png"/><Relationship Id="rId24" Type="http://schemas.openxmlformats.org/officeDocument/2006/relationships/customXml" Target="../ink/ink62.xml"/><Relationship Id="rId40" Type="http://schemas.openxmlformats.org/officeDocument/2006/relationships/customXml" Target="../ink/ink70.xml"/><Relationship Id="rId45" Type="http://schemas.openxmlformats.org/officeDocument/2006/relationships/image" Target="../media/image80.png"/><Relationship Id="rId66" Type="http://schemas.openxmlformats.org/officeDocument/2006/relationships/customXml" Target="../ink/ink83.xml"/><Relationship Id="rId87" Type="http://schemas.openxmlformats.org/officeDocument/2006/relationships/image" Target="../media/image101.png"/><Relationship Id="rId61" Type="http://schemas.openxmlformats.org/officeDocument/2006/relationships/image" Target="../media/image88.png"/><Relationship Id="rId82" Type="http://schemas.openxmlformats.org/officeDocument/2006/relationships/customXml" Target="../ink/ink91.xml"/><Relationship Id="rId19" Type="http://schemas.openxmlformats.org/officeDocument/2006/relationships/image" Target="../media/image67.png"/><Relationship Id="rId14" Type="http://schemas.openxmlformats.org/officeDocument/2006/relationships/customXml" Target="../ink/ink57.xml"/><Relationship Id="rId30" Type="http://schemas.openxmlformats.org/officeDocument/2006/relationships/customXml" Target="../ink/ink65.xml"/><Relationship Id="rId35" Type="http://schemas.openxmlformats.org/officeDocument/2006/relationships/image" Target="../media/image75.png"/><Relationship Id="rId56" Type="http://schemas.openxmlformats.org/officeDocument/2006/relationships/customXml" Target="../ink/ink78.xml"/><Relationship Id="rId77" Type="http://schemas.openxmlformats.org/officeDocument/2006/relationships/image" Target="../media/image96.png"/><Relationship Id="rId100" Type="http://schemas.openxmlformats.org/officeDocument/2006/relationships/customXml" Target="../ink/ink100.xml"/><Relationship Id="rId8" Type="http://schemas.openxmlformats.org/officeDocument/2006/relationships/customXml" Target="../ink/ink54.xml"/><Relationship Id="rId51" Type="http://schemas.openxmlformats.org/officeDocument/2006/relationships/image" Target="../media/image83.png"/><Relationship Id="rId72" Type="http://schemas.openxmlformats.org/officeDocument/2006/relationships/customXml" Target="../ink/ink86.xml"/><Relationship Id="rId93" Type="http://schemas.openxmlformats.org/officeDocument/2006/relationships/image" Target="../media/image104.png"/><Relationship Id="rId98" Type="http://schemas.openxmlformats.org/officeDocument/2006/relationships/customXml" Target="../ink/ink99.xml"/><Relationship Id="rId3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2.xml"/><Relationship Id="rId21" Type="http://schemas.openxmlformats.org/officeDocument/2006/relationships/image" Target="../media/image114.png"/><Relationship Id="rId42" Type="http://schemas.openxmlformats.org/officeDocument/2006/relationships/customXml" Target="../ink/ink121.xml"/><Relationship Id="rId63" Type="http://schemas.openxmlformats.org/officeDocument/2006/relationships/image" Target="../media/image131.png"/><Relationship Id="rId84" Type="http://schemas.openxmlformats.org/officeDocument/2006/relationships/customXml" Target="../ink/ink142.xml"/><Relationship Id="rId138" Type="http://schemas.openxmlformats.org/officeDocument/2006/relationships/customXml" Target="../ink/ink189.xml"/><Relationship Id="rId107" Type="http://schemas.openxmlformats.org/officeDocument/2006/relationships/customXml" Target="../ink/ink162.xml"/><Relationship Id="rId11" Type="http://schemas.openxmlformats.org/officeDocument/2006/relationships/image" Target="../media/image110.png"/><Relationship Id="rId32" Type="http://schemas.openxmlformats.org/officeDocument/2006/relationships/customXml" Target="../ink/ink116.xml"/><Relationship Id="rId53" Type="http://schemas.openxmlformats.org/officeDocument/2006/relationships/image" Target="../media/image126.png"/><Relationship Id="rId74" Type="http://schemas.openxmlformats.org/officeDocument/2006/relationships/customXml" Target="../ink/ink137.xml"/><Relationship Id="rId128" Type="http://schemas.openxmlformats.org/officeDocument/2006/relationships/customXml" Target="../ink/ink183.xml"/><Relationship Id="rId149" Type="http://schemas.openxmlformats.org/officeDocument/2006/relationships/image" Target="../media/image154.png"/><Relationship Id="rId5" Type="http://schemas.openxmlformats.org/officeDocument/2006/relationships/image" Target="../media/image109.png"/><Relationship Id="rId95" Type="http://schemas.openxmlformats.org/officeDocument/2006/relationships/customXml" Target="../ink/ink150.xml"/><Relationship Id="rId22" Type="http://schemas.openxmlformats.org/officeDocument/2006/relationships/customXml" Target="../ink/ink111.xml"/><Relationship Id="rId27" Type="http://schemas.openxmlformats.org/officeDocument/2006/relationships/image" Target="../media/image116.png"/><Relationship Id="rId43" Type="http://schemas.openxmlformats.org/officeDocument/2006/relationships/image" Target="../media/image122.png"/><Relationship Id="rId48" Type="http://schemas.openxmlformats.org/officeDocument/2006/relationships/customXml" Target="../ink/ink124.xml"/><Relationship Id="rId64" Type="http://schemas.openxmlformats.org/officeDocument/2006/relationships/customXml" Target="../ink/ink132.xml"/><Relationship Id="rId69" Type="http://schemas.openxmlformats.org/officeDocument/2006/relationships/image" Target="../media/image134.png"/><Relationship Id="rId113" Type="http://schemas.openxmlformats.org/officeDocument/2006/relationships/customXml" Target="../ink/ink168.xml"/><Relationship Id="rId118" Type="http://schemas.openxmlformats.org/officeDocument/2006/relationships/customXml" Target="../ink/ink173.xml"/><Relationship Id="rId134" Type="http://schemas.openxmlformats.org/officeDocument/2006/relationships/customXml" Target="../ink/ink187.xml"/><Relationship Id="rId139" Type="http://schemas.openxmlformats.org/officeDocument/2006/relationships/image" Target="../media/image149.png"/><Relationship Id="rId80" Type="http://schemas.openxmlformats.org/officeDocument/2006/relationships/customXml" Target="../ink/ink140.xml"/><Relationship Id="rId85" Type="http://schemas.openxmlformats.org/officeDocument/2006/relationships/image" Target="../media/image142.png"/><Relationship Id="rId150" Type="http://schemas.openxmlformats.org/officeDocument/2006/relationships/customXml" Target="../ink/ink195.xml"/><Relationship Id="rId155" Type="http://schemas.openxmlformats.org/officeDocument/2006/relationships/image" Target="../media/image157.png"/><Relationship Id="rId12" Type="http://schemas.openxmlformats.org/officeDocument/2006/relationships/customXml" Target="../ink/ink106.xml"/><Relationship Id="rId17" Type="http://schemas.openxmlformats.org/officeDocument/2006/relationships/image" Target="../media/image113.png"/><Relationship Id="rId33" Type="http://schemas.openxmlformats.org/officeDocument/2006/relationships/image" Target="../media/image118.png"/><Relationship Id="rId38" Type="http://schemas.openxmlformats.org/officeDocument/2006/relationships/customXml" Target="../ink/ink119.xml"/><Relationship Id="rId59" Type="http://schemas.openxmlformats.org/officeDocument/2006/relationships/image" Target="../media/image129.png"/><Relationship Id="rId103" Type="http://schemas.openxmlformats.org/officeDocument/2006/relationships/customXml" Target="../ink/ink158.xml"/><Relationship Id="rId108" Type="http://schemas.openxmlformats.org/officeDocument/2006/relationships/customXml" Target="../ink/ink163.xml"/><Relationship Id="rId124" Type="http://schemas.openxmlformats.org/officeDocument/2006/relationships/customXml" Target="../ink/ink179.xml"/><Relationship Id="rId129" Type="http://schemas.openxmlformats.org/officeDocument/2006/relationships/customXml" Target="../ink/ink184.xml"/><Relationship Id="rId54" Type="http://schemas.openxmlformats.org/officeDocument/2006/relationships/customXml" Target="../ink/ink127.xml"/><Relationship Id="rId70" Type="http://schemas.openxmlformats.org/officeDocument/2006/relationships/customXml" Target="../ink/ink135.xml"/><Relationship Id="rId75" Type="http://schemas.openxmlformats.org/officeDocument/2006/relationships/image" Target="../media/image137.png"/><Relationship Id="rId91" Type="http://schemas.openxmlformats.org/officeDocument/2006/relationships/customXml" Target="../ink/ink146.xml"/><Relationship Id="rId96" Type="http://schemas.openxmlformats.org/officeDocument/2006/relationships/customXml" Target="../ink/ink151.xml"/><Relationship Id="rId140" Type="http://schemas.openxmlformats.org/officeDocument/2006/relationships/customXml" Target="../ink/ink190.xml"/><Relationship Id="rId145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3.xml"/><Relationship Id="rId23" Type="http://schemas.openxmlformats.org/officeDocument/2006/relationships/image" Target="../media/image115.png"/><Relationship Id="rId28" Type="http://schemas.openxmlformats.org/officeDocument/2006/relationships/customXml" Target="../ink/ink114.xml"/><Relationship Id="rId49" Type="http://schemas.openxmlformats.org/officeDocument/2006/relationships/image" Target="../media/image88.png"/><Relationship Id="rId114" Type="http://schemas.openxmlformats.org/officeDocument/2006/relationships/customXml" Target="../ink/ink169.xml"/><Relationship Id="rId119" Type="http://schemas.openxmlformats.org/officeDocument/2006/relationships/customXml" Target="../ink/ink174.xml"/><Relationship Id="rId44" Type="http://schemas.openxmlformats.org/officeDocument/2006/relationships/customXml" Target="../ink/ink122.xml"/><Relationship Id="rId60" Type="http://schemas.openxmlformats.org/officeDocument/2006/relationships/customXml" Target="../ink/ink130.xml"/><Relationship Id="rId65" Type="http://schemas.openxmlformats.org/officeDocument/2006/relationships/image" Target="../media/image132.png"/><Relationship Id="rId81" Type="http://schemas.openxmlformats.org/officeDocument/2006/relationships/image" Target="../media/image140.png"/><Relationship Id="rId86" Type="http://schemas.openxmlformats.org/officeDocument/2006/relationships/customXml" Target="../ink/ink143.xml"/><Relationship Id="rId130" Type="http://schemas.openxmlformats.org/officeDocument/2006/relationships/customXml" Target="../ink/ink185.xml"/><Relationship Id="rId135" Type="http://schemas.openxmlformats.org/officeDocument/2006/relationships/image" Target="../media/image147.png"/><Relationship Id="rId151" Type="http://schemas.openxmlformats.org/officeDocument/2006/relationships/image" Target="../media/image155.png"/><Relationship Id="rId13" Type="http://schemas.openxmlformats.org/officeDocument/2006/relationships/image" Target="../media/image111.png"/><Relationship Id="rId18" Type="http://schemas.openxmlformats.org/officeDocument/2006/relationships/customXml" Target="../ink/ink109.xml"/><Relationship Id="rId39" Type="http://schemas.openxmlformats.org/officeDocument/2006/relationships/image" Target="../media/image121.png"/><Relationship Id="rId109" Type="http://schemas.openxmlformats.org/officeDocument/2006/relationships/customXml" Target="../ink/ink164.xml"/><Relationship Id="rId34" Type="http://schemas.openxmlformats.org/officeDocument/2006/relationships/customXml" Target="../ink/ink117.xml"/><Relationship Id="rId50" Type="http://schemas.openxmlformats.org/officeDocument/2006/relationships/customXml" Target="../ink/ink125.xml"/><Relationship Id="rId55" Type="http://schemas.openxmlformats.org/officeDocument/2006/relationships/image" Target="../media/image127.png"/><Relationship Id="rId76" Type="http://schemas.openxmlformats.org/officeDocument/2006/relationships/customXml" Target="../ink/ink138.xml"/><Relationship Id="rId97" Type="http://schemas.openxmlformats.org/officeDocument/2006/relationships/customXml" Target="../ink/ink152.xml"/><Relationship Id="rId104" Type="http://schemas.openxmlformats.org/officeDocument/2006/relationships/customXml" Target="../ink/ink159.xml"/><Relationship Id="rId120" Type="http://schemas.openxmlformats.org/officeDocument/2006/relationships/customXml" Target="../ink/ink175.xml"/><Relationship Id="rId125" Type="http://schemas.openxmlformats.org/officeDocument/2006/relationships/customXml" Target="../ink/ink180.xml"/><Relationship Id="rId141" Type="http://schemas.openxmlformats.org/officeDocument/2006/relationships/image" Target="../media/image150.png"/><Relationship Id="rId146" Type="http://schemas.openxmlformats.org/officeDocument/2006/relationships/customXml" Target="../ink/ink193.xml"/><Relationship Id="rId7" Type="http://schemas.openxmlformats.org/officeDocument/2006/relationships/image" Target="../media/image61.png"/><Relationship Id="rId71" Type="http://schemas.openxmlformats.org/officeDocument/2006/relationships/image" Target="../media/image135.png"/><Relationship Id="rId92" Type="http://schemas.openxmlformats.org/officeDocument/2006/relationships/customXml" Target="../ink/ink147.xml"/><Relationship Id="rId2" Type="http://schemas.openxmlformats.org/officeDocument/2006/relationships/customXml" Target="../ink/ink101.xml"/><Relationship Id="rId29" Type="http://schemas.openxmlformats.org/officeDocument/2006/relationships/image" Target="../media/image117.png"/><Relationship Id="rId24" Type="http://schemas.openxmlformats.org/officeDocument/2006/relationships/customXml" Target="../ink/ink112.xml"/><Relationship Id="rId40" Type="http://schemas.openxmlformats.org/officeDocument/2006/relationships/customXml" Target="../ink/ink120.xml"/><Relationship Id="rId45" Type="http://schemas.openxmlformats.org/officeDocument/2006/relationships/image" Target="../media/image123.png"/><Relationship Id="rId66" Type="http://schemas.openxmlformats.org/officeDocument/2006/relationships/customXml" Target="../ink/ink133.xml"/><Relationship Id="rId87" Type="http://schemas.openxmlformats.org/officeDocument/2006/relationships/image" Target="../media/image143.png"/><Relationship Id="rId110" Type="http://schemas.openxmlformats.org/officeDocument/2006/relationships/customXml" Target="../ink/ink165.xml"/><Relationship Id="rId115" Type="http://schemas.openxmlformats.org/officeDocument/2006/relationships/customXml" Target="../ink/ink170.xml"/><Relationship Id="rId131" Type="http://schemas.openxmlformats.org/officeDocument/2006/relationships/image" Target="../media/image145.png"/><Relationship Id="rId136" Type="http://schemas.openxmlformats.org/officeDocument/2006/relationships/customXml" Target="../ink/ink188.xml"/><Relationship Id="rId61" Type="http://schemas.openxmlformats.org/officeDocument/2006/relationships/image" Target="../media/image130.png"/><Relationship Id="rId82" Type="http://schemas.openxmlformats.org/officeDocument/2006/relationships/customXml" Target="../ink/ink141.xml"/><Relationship Id="rId152" Type="http://schemas.openxmlformats.org/officeDocument/2006/relationships/customXml" Target="../ink/ink196.xml"/><Relationship Id="rId19" Type="http://schemas.openxmlformats.org/officeDocument/2006/relationships/image" Target="../media/image67.png"/><Relationship Id="rId14" Type="http://schemas.openxmlformats.org/officeDocument/2006/relationships/customXml" Target="../ink/ink107.xml"/><Relationship Id="rId30" Type="http://schemas.openxmlformats.org/officeDocument/2006/relationships/customXml" Target="../ink/ink115.xml"/><Relationship Id="rId35" Type="http://schemas.openxmlformats.org/officeDocument/2006/relationships/image" Target="../media/image119.png"/><Relationship Id="rId56" Type="http://schemas.openxmlformats.org/officeDocument/2006/relationships/customXml" Target="../ink/ink128.xml"/><Relationship Id="rId77" Type="http://schemas.openxmlformats.org/officeDocument/2006/relationships/image" Target="../media/image138.png"/><Relationship Id="rId100" Type="http://schemas.openxmlformats.org/officeDocument/2006/relationships/customXml" Target="../ink/ink155.xml"/><Relationship Id="rId105" Type="http://schemas.openxmlformats.org/officeDocument/2006/relationships/customXml" Target="../ink/ink160.xml"/><Relationship Id="rId126" Type="http://schemas.openxmlformats.org/officeDocument/2006/relationships/customXml" Target="../ink/ink181.xml"/><Relationship Id="rId147" Type="http://schemas.openxmlformats.org/officeDocument/2006/relationships/image" Target="../media/image153.png"/><Relationship Id="rId8" Type="http://schemas.openxmlformats.org/officeDocument/2006/relationships/customXml" Target="../ink/ink104.xml"/><Relationship Id="rId51" Type="http://schemas.openxmlformats.org/officeDocument/2006/relationships/image" Target="../media/image125.png"/><Relationship Id="rId72" Type="http://schemas.openxmlformats.org/officeDocument/2006/relationships/customXml" Target="../ink/ink136.xml"/><Relationship Id="rId93" Type="http://schemas.openxmlformats.org/officeDocument/2006/relationships/customXml" Target="../ink/ink148.xml"/><Relationship Id="rId98" Type="http://schemas.openxmlformats.org/officeDocument/2006/relationships/customXml" Target="../ink/ink153.xml"/><Relationship Id="rId121" Type="http://schemas.openxmlformats.org/officeDocument/2006/relationships/customXml" Target="../ink/ink176.xml"/><Relationship Id="rId142" Type="http://schemas.openxmlformats.org/officeDocument/2006/relationships/customXml" Target="../ink/ink191.xml"/><Relationship Id="rId3" Type="http://schemas.openxmlformats.org/officeDocument/2006/relationships/image" Target="../media/image59.png"/><Relationship Id="rId25" Type="http://schemas.openxmlformats.org/officeDocument/2006/relationships/image" Target="../media/image70.png"/><Relationship Id="rId46" Type="http://schemas.openxmlformats.org/officeDocument/2006/relationships/customXml" Target="../ink/ink123.xml"/><Relationship Id="rId67" Type="http://schemas.openxmlformats.org/officeDocument/2006/relationships/image" Target="../media/image133.png"/><Relationship Id="rId116" Type="http://schemas.openxmlformats.org/officeDocument/2006/relationships/customXml" Target="../ink/ink171.xml"/><Relationship Id="rId137" Type="http://schemas.openxmlformats.org/officeDocument/2006/relationships/image" Target="../media/image148.png"/><Relationship Id="rId20" Type="http://schemas.openxmlformats.org/officeDocument/2006/relationships/customXml" Target="../ink/ink110.xml"/><Relationship Id="rId41" Type="http://schemas.openxmlformats.org/officeDocument/2006/relationships/image" Target="../media/image84.png"/><Relationship Id="rId62" Type="http://schemas.openxmlformats.org/officeDocument/2006/relationships/customXml" Target="../ink/ink131.xml"/><Relationship Id="rId83" Type="http://schemas.openxmlformats.org/officeDocument/2006/relationships/image" Target="../media/image141.png"/><Relationship Id="rId88" Type="http://schemas.openxmlformats.org/officeDocument/2006/relationships/customXml" Target="../ink/ink144.xml"/><Relationship Id="rId111" Type="http://schemas.openxmlformats.org/officeDocument/2006/relationships/customXml" Target="../ink/ink166.xml"/><Relationship Id="rId132" Type="http://schemas.openxmlformats.org/officeDocument/2006/relationships/customXml" Target="../ink/ink186.xml"/><Relationship Id="rId153" Type="http://schemas.openxmlformats.org/officeDocument/2006/relationships/image" Target="../media/image156.png"/><Relationship Id="rId15" Type="http://schemas.openxmlformats.org/officeDocument/2006/relationships/image" Target="../media/image112.png"/><Relationship Id="rId36" Type="http://schemas.openxmlformats.org/officeDocument/2006/relationships/customXml" Target="../ink/ink118.xml"/><Relationship Id="rId57" Type="http://schemas.openxmlformats.org/officeDocument/2006/relationships/image" Target="../media/image128.png"/><Relationship Id="rId106" Type="http://schemas.openxmlformats.org/officeDocument/2006/relationships/customXml" Target="../ink/ink161.xml"/><Relationship Id="rId127" Type="http://schemas.openxmlformats.org/officeDocument/2006/relationships/customXml" Target="../ink/ink182.xml"/><Relationship Id="rId10" Type="http://schemas.openxmlformats.org/officeDocument/2006/relationships/customXml" Target="../ink/ink105.xml"/><Relationship Id="rId31" Type="http://schemas.openxmlformats.org/officeDocument/2006/relationships/image" Target="../media/image79.png"/><Relationship Id="rId52" Type="http://schemas.openxmlformats.org/officeDocument/2006/relationships/customXml" Target="../ink/ink126.xml"/><Relationship Id="rId73" Type="http://schemas.openxmlformats.org/officeDocument/2006/relationships/image" Target="../media/image136.png"/><Relationship Id="rId78" Type="http://schemas.openxmlformats.org/officeDocument/2006/relationships/customXml" Target="../ink/ink139.xml"/><Relationship Id="rId94" Type="http://schemas.openxmlformats.org/officeDocument/2006/relationships/customXml" Target="../ink/ink149.xml"/><Relationship Id="rId99" Type="http://schemas.openxmlformats.org/officeDocument/2006/relationships/customXml" Target="../ink/ink154.xml"/><Relationship Id="rId101" Type="http://schemas.openxmlformats.org/officeDocument/2006/relationships/customXml" Target="../ink/ink156.xml"/><Relationship Id="rId122" Type="http://schemas.openxmlformats.org/officeDocument/2006/relationships/customXml" Target="../ink/ink177.xml"/><Relationship Id="rId143" Type="http://schemas.openxmlformats.org/officeDocument/2006/relationships/image" Target="../media/image151.png"/><Relationship Id="rId148" Type="http://schemas.openxmlformats.org/officeDocument/2006/relationships/customXml" Target="../ink/ink194.xml"/><Relationship Id="rId4" Type="http://schemas.openxmlformats.org/officeDocument/2006/relationships/customXml" Target="../ink/ink102.xml"/><Relationship Id="rId9" Type="http://schemas.openxmlformats.org/officeDocument/2006/relationships/image" Target="../media/image62.png"/><Relationship Id="rId26" Type="http://schemas.openxmlformats.org/officeDocument/2006/relationships/customXml" Target="../ink/ink113.xml"/><Relationship Id="rId47" Type="http://schemas.openxmlformats.org/officeDocument/2006/relationships/image" Target="../media/image124.png"/><Relationship Id="rId68" Type="http://schemas.openxmlformats.org/officeDocument/2006/relationships/customXml" Target="../ink/ink134.xml"/><Relationship Id="rId89" Type="http://schemas.openxmlformats.org/officeDocument/2006/relationships/image" Target="../media/image144.png"/><Relationship Id="rId112" Type="http://schemas.openxmlformats.org/officeDocument/2006/relationships/customXml" Target="../ink/ink167.xml"/><Relationship Id="rId133" Type="http://schemas.openxmlformats.org/officeDocument/2006/relationships/image" Target="../media/image146.png"/><Relationship Id="rId154" Type="http://schemas.openxmlformats.org/officeDocument/2006/relationships/customXml" Target="../ink/ink197.xml"/><Relationship Id="rId16" Type="http://schemas.openxmlformats.org/officeDocument/2006/relationships/customXml" Target="../ink/ink108.xml"/><Relationship Id="rId37" Type="http://schemas.openxmlformats.org/officeDocument/2006/relationships/image" Target="../media/image120.png"/><Relationship Id="rId58" Type="http://schemas.openxmlformats.org/officeDocument/2006/relationships/customXml" Target="../ink/ink129.xml"/><Relationship Id="rId79" Type="http://schemas.openxmlformats.org/officeDocument/2006/relationships/image" Target="../media/image139.png"/><Relationship Id="rId102" Type="http://schemas.openxmlformats.org/officeDocument/2006/relationships/customXml" Target="../ink/ink157.xml"/><Relationship Id="rId123" Type="http://schemas.openxmlformats.org/officeDocument/2006/relationships/customXml" Target="../ink/ink178.xml"/><Relationship Id="rId144" Type="http://schemas.openxmlformats.org/officeDocument/2006/relationships/customXml" Target="../ink/ink192.xml"/><Relationship Id="rId90" Type="http://schemas.openxmlformats.org/officeDocument/2006/relationships/customXml" Target="../ink/ink14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7" Type="http://schemas.openxmlformats.org/officeDocument/2006/relationships/image" Target="../media/image160.png"/><Relationship Id="rId2" Type="http://schemas.openxmlformats.org/officeDocument/2006/relationships/customXml" Target="../ink/ink19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00.xml"/><Relationship Id="rId5" Type="http://schemas.openxmlformats.org/officeDocument/2006/relationships/image" Target="../media/image159.png"/><Relationship Id="rId4" Type="http://schemas.openxmlformats.org/officeDocument/2006/relationships/customXml" Target="../ink/ink19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67.png"/><Relationship Id="rId21" Type="http://schemas.openxmlformats.org/officeDocument/2006/relationships/customXml" Target="../ink/ink210.xml"/><Relationship Id="rId42" Type="http://schemas.openxmlformats.org/officeDocument/2006/relationships/image" Target="../media/image175.png"/><Relationship Id="rId47" Type="http://schemas.openxmlformats.org/officeDocument/2006/relationships/customXml" Target="../ink/ink223.xml"/><Relationship Id="rId63" Type="http://schemas.openxmlformats.org/officeDocument/2006/relationships/image" Target="../media/image186.png"/><Relationship Id="rId68" Type="http://schemas.openxmlformats.org/officeDocument/2006/relationships/customXml" Target="../ink/ink233.xml"/><Relationship Id="rId7" Type="http://schemas.openxmlformats.org/officeDocument/2006/relationships/customXml" Target="../ink/ink203.xml"/><Relationship Id="rId71" Type="http://schemas.openxmlformats.org/officeDocument/2006/relationships/image" Target="../media/image190.png"/><Relationship Id="rId2" Type="http://schemas.openxmlformats.org/officeDocument/2006/relationships/image" Target="../media/image161.png"/><Relationship Id="rId16" Type="http://schemas.openxmlformats.org/officeDocument/2006/relationships/image" Target="../media/image162.png"/><Relationship Id="rId29" Type="http://schemas.openxmlformats.org/officeDocument/2006/relationships/customXml" Target="../ink/ink214.xml"/><Relationship Id="rId11" Type="http://schemas.openxmlformats.org/officeDocument/2006/relationships/customXml" Target="../ink/ink205.xml"/><Relationship Id="rId24" Type="http://schemas.openxmlformats.org/officeDocument/2006/relationships/image" Target="../media/image166.png"/><Relationship Id="rId32" Type="http://schemas.openxmlformats.org/officeDocument/2006/relationships/image" Target="../media/image170.png"/><Relationship Id="rId37" Type="http://schemas.openxmlformats.org/officeDocument/2006/relationships/customXml" Target="../ink/ink218.xml"/><Relationship Id="rId40" Type="http://schemas.openxmlformats.org/officeDocument/2006/relationships/image" Target="../media/image174.png"/><Relationship Id="rId45" Type="http://schemas.openxmlformats.org/officeDocument/2006/relationships/customXml" Target="../ink/ink222.xml"/><Relationship Id="rId53" Type="http://schemas.openxmlformats.org/officeDocument/2006/relationships/customXml" Target="../ink/ink226.xml"/><Relationship Id="rId58" Type="http://schemas.openxmlformats.org/officeDocument/2006/relationships/image" Target="../media/image183.png"/><Relationship Id="rId66" Type="http://schemas.openxmlformats.org/officeDocument/2006/relationships/customXml" Target="../ink/ink232.xml"/><Relationship Id="rId5" Type="http://schemas.openxmlformats.org/officeDocument/2006/relationships/customXml" Target="../ink/ink202.xml"/><Relationship Id="rId61" Type="http://schemas.openxmlformats.org/officeDocument/2006/relationships/customXml" Target="../ink/ink230.xml"/><Relationship Id="rId19" Type="http://schemas.openxmlformats.org/officeDocument/2006/relationships/customXml" Target="../ink/ink209.xml"/><Relationship Id="rId14" Type="http://schemas.openxmlformats.org/officeDocument/2006/relationships/image" Target="../media/image1610.png"/><Relationship Id="rId22" Type="http://schemas.openxmlformats.org/officeDocument/2006/relationships/image" Target="../media/image165.png"/><Relationship Id="rId27" Type="http://schemas.openxmlformats.org/officeDocument/2006/relationships/customXml" Target="../ink/ink213.xml"/><Relationship Id="rId30" Type="http://schemas.openxmlformats.org/officeDocument/2006/relationships/image" Target="../media/image169.png"/><Relationship Id="rId35" Type="http://schemas.openxmlformats.org/officeDocument/2006/relationships/customXml" Target="../ink/ink217.xml"/><Relationship Id="rId43" Type="http://schemas.openxmlformats.org/officeDocument/2006/relationships/customXml" Target="../ink/ink221.xml"/><Relationship Id="rId48" Type="http://schemas.openxmlformats.org/officeDocument/2006/relationships/image" Target="../media/image178.png"/><Relationship Id="rId56" Type="http://schemas.openxmlformats.org/officeDocument/2006/relationships/image" Target="../media/image182.png"/><Relationship Id="rId64" Type="http://schemas.openxmlformats.org/officeDocument/2006/relationships/customXml" Target="../ink/ink231.xml"/><Relationship Id="rId69" Type="http://schemas.openxmlformats.org/officeDocument/2006/relationships/image" Target="../media/image189.png"/><Relationship Id="rId8" Type="http://schemas.openxmlformats.org/officeDocument/2006/relationships/image" Target="../media/image1580.png"/><Relationship Id="rId51" Type="http://schemas.openxmlformats.org/officeDocument/2006/relationships/customXml" Target="../ink/ink225.xml"/><Relationship Id="rId3" Type="http://schemas.openxmlformats.org/officeDocument/2006/relationships/customXml" Target="../ink/ink201.xml"/><Relationship Id="rId12" Type="http://schemas.openxmlformats.org/officeDocument/2006/relationships/image" Target="../media/image1600.png"/><Relationship Id="rId17" Type="http://schemas.openxmlformats.org/officeDocument/2006/relationships/customXml" Target="../ink/ink208.xml"/><Relationship Id="rId25" Type="http://schemas.openxmlformats.org/officeDocument/2006/relationships/customXml" Target="../ink/ink212.xml"/><Relationship Id="rId33" Type="http://schemas.openxmlformats.org/officeDocument/2006/relationships/customXml" Target="../ink/ink216.xml"/><Relationship Id="rId38" Type="http://schemas.openxmlformats.org/officeDocument/2006/relationships/image" Target="../media/image173.png"/><Relationship Id="rId46" Type="http://schemas.openxmlformats.org/officeDocument/2006/relationships/image" Target="../media/image177.png"/><Relationship Id="rId59" Type="http://schemas.openxmlformats.org/officeDocument/2006/relationships/customXml" Target="../ink/ink229.xml"/><Relationship Id="rId67" Type="http://schemas.openxmlformats.org/officeDocument/2006/relationships/image" Target="../media/image188.png"/><Relationship Id="rId20" Type="http://schemas.openxmlformats.org/officeDocument/2006/relationships/image" Target="../media/image164.png"/><Relationship Id="rId41" Type="http://schemas.openxmlformats.org/officeDocument/2006/relationships/customXml" Target="../ink/ink220.xml"/><Relationship Id="rId54" Type="http://schemas.openxmlformats.org/officeDocument/2006/relationships/image" Target="../media/image181.png"/><Relationship Id="rId62" Type="http://schemas.openxmlformats.org/officeDocument/2006/relationships/image" Target="../media/image185.png"/><Relationship Id="rId70" Type="http://schemas.openxmlformats.org/officeDocument/2006/relationships/customXml" Target="../ink/ink2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0.png"/><Relationship Id="rId15" Type="http://schemas.openxmlformats.org/officeDocument/2006/relationships/customXml" Target="../ink/ink207.xml"/><Relationship Id="rId23" Type="http://schemas.openxmlformats.org/officeDocument/2006/relationships/customXml" Target="../ink/ink211.xml"/><Relationship Id="rId28" Type="http://schemas.openxmlformats.org/officeDocument/2006/relationships/image" Target="../media/image168.png"/><Relationship Id="rId36" Type="http://schemas.openxmlformats.org/officeDocument/2006/relationships/image" Target="../media/image172.png"/><Relationship Id="rId49" Type="http://schemas.openxmlformats.org/officeDocument/2006/relationships/customXml" Target="../ink/ink224.xml"/><Relationship Id="rId57" Type="http://schemas.openxmlformats.org/officeDocument/2006/relationships/customXml" Target="../ink/ink228.xml"/><Relationship Id="rId10" Type="http://schemas.openxmlformats.org/officeDocument/2006/relationships/image" Target="../media/image1590.png"/><Relationship Id="rId31" Type="http://schemas.openxmlformats.org/officeDocument/2006/relationships/customXml" Target="../ink/ink215.xml"/><Relationship Id="rId44" Type="http://schemas.openxmlformats.org/officeDocument/2006/relationships/image" Target="../media/image176.png"/><Relationship Id="rId52" Type="http://schemas.openxmlformats.org/officeDocument/2006/relationships/image" Target="../media/image180.png"/><Relationship Id="rId60" Type="http://schemas.openxmlformats.org/officeDocument/2006/relationships/image" Target="../media/image184.png"/><Relationship Id="rId65" Type="http://schemas.openxmlformats.org/officeDocument/2006/relationships/image" Target="../media/image187.png"/><Relationship Id="rId4" Type="http://schemas.openxmlformats.org/officeDocument/2006/relationships/image" Target="../media/image1560.png"/><Relationship Id="rId9" Type="http://schemas.openxmlformats.org/officeDocument/2006/relationships/customXml" Target="../ink/ink204.xml"/><Relationship Id="rId13" Type="http://schemas.openxmlformats.org/officeDocument/2006/relationships/customXml" Target="../ink/ink206.xml"/><Relationship Id="rId18" Type="http://schemas.openxmlformats.org/officeDocument/2006/relationships/image" Target="../media/image163.png"/><Relationship Id="rId39" Type="http://schemas.openxmlformats.org/officeDocument/2006/relationships/customXml" Target="../ink/ink219.xml"/><Relationship Id="rId34" Type="http://schemas.openxmlformats.org/officeDocument/2006/relationships/image" Target="../media/image171.png"/><Relationship Id="rId50" Type="http://schemas.openxmlformats.org/officeDocument/2006/relationships/image" Target="../media/image179.png"/><Relationship Id="rId55" Type="http://schemas.openxmlformats.org/officeDocument/2006/relationships/customXml" Target="../ink/ink22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3" Type="http://schemas.openxmlformats.org/officeDocument/2006/relationships/customXml" Target="../ink/ink235.xml"/><Relationship Id="rId7" Type="http://schemas.openxmlformats.org/officeDocument/2006/relationships/customXml" Target="../ink/ink237.xml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2.png"/><Relationship Id="rId5" Type="http://schemas.openxmlformats.org/officeDocument/2006/relationships/customXml" Target="../ink/ink236.xml"/><Relationship Id="rId4" Type="http://schemas.openxmlformats.org/officeDocument/2006/relationships/image" Target="../media/image19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customXml" Target="../ink/ink243.xml"/><Relationship Id="rId3" Type="http://schemas.openxmlformats.org/officeDocument/2006/relationships/customXml" Target="../ink/ink238.xml"/><Relationship Id="rId7" Type="http://schemas.openxmlformats.org/officeDocument/2006/relationships/customXml" Target="../ink/ink240.xml"/><Relationship Id="rId12" Type="http://schemas.openxmlformats.org/officeDocument/2006/relationships/image" Target="../media/image198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png"/><Relationship Id="rId11" Type="http://schemas.openxmlformats.org/officeDocument/2006/relationships/customXml" Target="../ink/ink242.xml"/><Relationship Id="rId5" Type="http://schemas.openxmlformats.org/officeDocument/2006/relationships/customXml" Target="../ink/ink239.xml"/><Relationship Id="rId10" Type="http://schemas.openxmlformats.org/officeDocument/2006/relationships/image" Target="../media/image197.png"/><Relationship Id="rId4" Type="http://schemas.openxmlformats.org/officeDocument/2006/relationships/image" Target="../media/image194.png"/><Relationship Id="rId9" Type="http://schemas.openxmlformats.org/officeDocument/2006/relationships/customXml" Target="../ink/ink241.xml"/><Relationship Id="rId14" Type="http://schemas.openxmlformats.org/officeDocument/2006/relationships/image" Target="../media/image199.png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55.xml"/><Relationship Id="rId21" Type="http://schemas.openxmlformats.org/officeDocument/2006/relationships/image" Target="../media/image208.png"/><Relationship Id="rId42" Type="http://schemas.openxmlformats.org/officeDocument/2006/relationships/customXml" Target="../ink/ink263.xml"/><Relationship Id="rId47" Type="http://schemas.openxmlformats.org/officeDocument/2006/relationships/image" Target="../media/image221.png"/><Relationship Id="rId63" Type="http://schemas.openxmlformats.org/officeDocument/2006/relationships/image" Target="../media/image229.png"/><Relationship Id="rId68" Type="http://schemas.openxmlformats.org/officeDocument/2006/relationships/customXml" Target="../ink/ink276.xml"/><Relationship Id="rId84" Type="http://schemas.openxmlformats.org/officeDocument/2006/relationships/customXml" Target="../ink/ink284.xml"/><Relationship Id="rId89" Type="http://schemas.openxmlformats.org/officeDocument/2006/relationships/image" Target="../media/image242.png"/><Relationship Id="rId16" Type="http://schemas.openxmlformats.org/officeDocument/2006/relationships/customXml" Target="../ink/ink250.xml"/><Relationship Id="rId11" Type="http://schemas.openxmlformats.org/officeDocument/2006/relationships/image" Target="../media/image203.png"/><Relationship Id="rId32" Type="http://schemas.openxmlformats.org/officeDocument/2006/relationships/customXml" Target="../ink/ink258.xml"/><Relationship Id="rId37" Type="http://schemas.openxmlformats.org/officeDocument/2006/relationships/image" Target="../media/image216.png"/><Relationship Id="rId53" Type="http://schemas.openxmlformats.org/officeDocument/2006/relationships/image" Target="../media/image224.png"/><Relationship Id="rId58" Type="http://schemas.openxmlformats.org/officeDocument/2006/relationships/customXml" Target="../ink/ink271.xml"/><Relationship Id="rId74" Type="http://schemas.openxmlformats.org/officeDocument/2006/relationships/customXml" Target="../ink/ink279.xml"/><Relationship Id="rId79" Type="http://schemas.openxmlformats.org/officeDocument/2006/relationships/image" Target="../media/image237.png"/><Relationship Id="rId102" Type="http://schemas.openxmlformats.org/officeDocument/2006/relationships/customXml" Target="../ink/ink293.xml"/><Relationship Id="rId5" Type="http://schemas.openxmlformats.org/officeDocument/2006/relationships/image" Target="../media/image200.png"/><Relationship Id="rId90" Type="http://schemas.openxmlformats.org/officeDocument/2006/relationships/customXml" Target="../ink/ink287.xml"/><Relationship Id="rId95" Type="http://schemas.openxmlformats.org/officeDocument/2006/relationships/image" Target="../media/image245.png"/><Relationship Id="rId22" Type="http://schemas.openxmlformats.org/officeDocument/2006/relationships/customXml" Target="../ink/ink253.xml"/><Relationship Id="rId27" Type="http://schemas.openxmlformats.org/officeDocument/2006/relationships/image" Target="../media/image211.png"/><Relationship Id="rId43" Type="http://schemas.openxmlformats.org/officeDocument/2006/relationships/image" Target="../media/image219.png"/><Relationship Id="rId48" Type="http://schemas.openxmlformats.org/officeDocument/2006/relationships/customXml" Target="../ink/ink266.xml"/><Relationship Id="rId64" Type="http://schemas.openxmlformats.org/officeDocument/2006/relationships/customXml" Target="../ink/ink274.xml"/><Relationship Id="rId69" Type="http://schemas.openxmlformats.org/officeDocument/2006/relationships/image" Target="../media/image232.png"/><Relationship Id="rId80" Type="http://schemas.openxmlformats.org/officeDocument/2006/relationships/customXml" Target="../ink/ink282.xml"/><Relationship Id="rId85" Type="http://schemas.openxmlformats.org/officeDocument/2006/relationships/image" Target="../media/image240.png"/><Relationship Id="rId12" Type="http://schemas.openxmlformats.org/officeDocument/2006/relationships/customXml" Target="../ink/ink248.xml"/><Relationship Id="rId17" Type="http://schemas.openxmlformats.org/officeDocument/2006/relationships/image" Target="../media/image206.png"/><Relationship Id="rId25" Type="http://schemas.openxmlformats.org/officeDocument/2006/relationships/image" Target="../media/image210.png"/><Relationship Id="rId33" Type="http://schemas.openxmlformats.org/officeDocument/2006/relationships/image" Target="../media/image214.png"/><Relationship Id="rId38" Type="http://schemas.openxmlformats.org/officeDocument/2006/relationships/customXml" Target="../ink/ink261.xml"/><Relationship Id="rId46" Type="http://schemas.openxmlformats.org/officeDocument/2006/relationships/customXml" Target="../ink/ink265.xml"/><Relationship Id="rId59" Type="http://schemas.openxmlformats.org/officeDocument/2006/relationships/image" Target="../media/image227.png"/><Relationship Id="rId67" Type="http://schemas.openxmlformats.org/officeDocument/2006/relationships/image" Target="../media/image231.png"/><Relationship Id="rId103" Type="http://schemas.openxmlformats.org/officeDocument/2006/relationships/image" Target="../media/image249.png"/><Relationship Id="rId20" Type="http://schemas.openxmlformats.org/officeDocument/2006/relationships/customXml" Target="../ink/ink252.xml"/><Relationship Id="rId41" Type="http://schemas.openxmlformats.org/officeDocument/2006/relationships/image" Target="../media/image218.png"/><Relationship Id="rId54" Type="http://schemas.openxmlformats.org/officeDocument/2006/relationships/customXml" Target="../ink/ink269.xml"/><Relationship Id="rId62" Type="http://schemas.openxmlformats.org/officeDocument/2006/relationships/customXml" Target="../ink/ink273.xml"/><Relationship Id="rId70" Type="http://schemas.openxmlformats.org/officeDocument/2006/relationships/customXml" Target="../ink/ink277.xml"/><Relationship Id="rId75" Type="http://schemas.openxmlformats.org/officeDocument/2006/relationships/image" Target="../media/image235.png"/><Relationship Id="rId83" Type="http://schemas.openxmlformats.org/officeDocument/2006/relationships/image" Target="../media/image239.png"/><Relationship Id="rId88" Type="http://schemas.openxmlformats.org/officeDocument/2006/relationships/customXml" Target="../ink/ink286.xml"/><Relationship Id="rId91" Type="http://schemas.openxmlformats.org/officeDocument/2006/relationships/image" Target="../media/image243.png"/><Relationship Id="rId96" Type="http://schemas.openxmlformats.org/officeDocument/2006/relationships/customXml" Target="../ink/ink29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5.xml"/><Relationship Id="rId15" Type="http://schemas.openxmlformats.org/officeDocument/2006/relationships/image" Target="../media/image205.png"/><Relationship Id="rId23" Type="http://schemas.openxmlformats.org/officeDocument/2006/relationships/image" Target="../media/image209.png"/><Relationship Id="rId28" Type="http://schemas.openxmlformats.org/officeDocument/2006/relationships/customXml" Target="../ink/ink256.xml"/><Relationship Id="rId36" Type="http://schemas.openxmlformats.org/officeDocument/2006/relationships/customXml" Target="../ink/ink260.xml"/><Relationship Id="rId49" Type="http://schemas.openxmlformats.org/officeDocument/2006/relationships/image" Target="../media/image222.png"/><Relationship Id="rId57" Type="http://schemas.openxmlformats.org/officeDocument/2006/relationships/image" Target="../media/image226.png"/><Relationship Id="rId10" Type="http://schemas.openxmlformats.org/officeDocument/2006/relationships/customXml" Target="../ink/ink247.xml"/><Relationship Id="rId31" Type="http://schemas.openxmlformats.org/officeDocument/2006/relationships/image" Target="../media/image213.png"/><Relationship Id="rId44" Type="http://schemas.openxmlformats.org/officeDocument/2006/relationships/customXml" Target="../ink/ink264.xml"/><Relationship Id="rId52" Type="http://schemas.openxmlformats.org/officeDocument/2006/relationships/customXml" Target="../ink/ink268.xml"/><Relationship Id="rId60" Type="http://schemas.openxmlformats.org/officeDocument/2006/relationships/customXml" Target="../ink/ink272.xml"/><Relationship Id="rId65" Type="http://schemas.openxmlformats.org/officeDocument/2006/relationships/image" Target="../media/image230.png"/><Relationship Id="rId73" Type="http://schemas.openxmlformats.org/officeDocument/2006/relationships/image" Target="../media/image234.png"/><Relationship Id="rId78" Type="http://schemas.openxmlformats.org/officeDocument/2006/relationships/customXml" Target="../ink/ink281.xml"/><Relationship Id="rId81" Type="http://schemas.openxmlformats.org/officeDocument/2006/relationships/image" Target="../media/image238.png"/><Relationship Id="rId86" Type="http://schemas.openxmlformats.org/officeDocument/2006/relationships/customXml" Target="../ink/ink285.xml"/><Relationship Id="rId94" Type="http://schemas.openxmlformats.org/officeDocument/2006/relationships/customXml" Target="../ink/ink289.xml"/><Relationship Id="rId99" Type="http://schemas.openxmlformats.org/officeDocument/2006/relationships/image" Target="../media/image247.png"/><Relationship Id="rId101" Type="http://schemas.openxmlformats.org/officeDocument/2006/relationships/image" Target="../media/image248.png"/><Relationship Id="rId4" Type="http://schemas.openxmlformats.org/officeDocument/2006/relationships/customXml" Target="../ink/ink244.xml"/><Relationship Id="rId9" Type="http://schemas.openxmlformats.org/officeDocument/2006/relationships/image" Target="../media/image202.png"/><Relationship Id="rId13" Type="http://schemas.openxmlformats.org/officeDocument/2006/relationships/image" Target="../media/image204.png"/><Relationship Id="rId18" Type="http://schemas.openxmlformats.org/officeDocument/2006/relationships/customXml" Target="../ink/ink251.xml"/><Relationship Id="rId39" Type="http://schemas.openxmlformats.org/officeDocument/2006/relationships/image" Target="../media/image217.png"/><Relationship Id="rId34" Type="http://schemas.openxmlformats.org/officeDocument/2006/relationships/customXml" Target="../ink/ink259.xml"/><Relationship Id="rId50" Type="http://schemas.openxmlformats.org/officeDocument/2006/relationships/customXml" Target="../ink/ink267.xml"/><Relationship Id="rId55" Type="http://schemas.openxmlformats.org/officeDocument/2006/relationships/image" Target="../media/image225.png"/><Relationship Id="rId76" Type="http://schemas.openxmlformats.org/officeDocument/2006/relationships/customXml" Target="../ink/ink280.xml"/><Relationship Id="rId97" Type="http://schemas.openxmlformats.org/officeDocument/2006/relationships/image" Target="../media/image246.png"/><Relationship Id="rId7" Type="http://schemas.openxmlformats.org/officeDocument/2006/relationships/image" Target="../media/image201.png"/><Relationship Id="rId71" Type="http://schemas.openxmlformats.org/officeDocument/2006/relationships/image" Target="../media/image233.png"/><Relationship Id="rId92" Type="http://schemas.openxmlformats.org/officeDocument/2006/relationships/customXml" Target="../ink/ink288.xml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212.png"/><Relationship Id="rId24" Type="http://schemas.openxmlformats.org/officeDocument/2006/relationships/customXml" Target="../ink/ink254.xml"/><Relationship Id="rId40" Type="http://schemas.openxmlformats.org/officeDocument/2006/relationships/customXml" Target="../ink/ink262.xml"/><Relationship Id="rId45" Type="http://schemas.openxmlformats.org/officeDocument/2006/relationships/image" Target="../media/image220.png"/><Relationship Id="rId66" Type="http://schemas.openxmlformats.org/officeDocument/2006/relationships/customXml" Target="../ink/ink275.xml"/><Relationship Id="rId87" Type="http://schemas.openxmlformats.org/officeDocument/2006/relationships/image" Target="../media/image241.png"/><Relationship Id="rId61" Type="http://schemas.openxmlformats.org/officeDocument/2006/relationships/image" Target="../media/image228.png"/><Relationship Id="rId82" Type="http://schemas.openxmlformats.org/officeDocument/2006/relationships/customXml" Target="../ink/ink283.xml"/><Relationship Id="rId19" Type="http://schemas.openxmlformats.org/officeDocument/2006/relationships/image" Target="../media/image207.png"/><Relationship Id="rId14" Type="http://schemas.openxmlformats.org/officeDocument/2006/relationships/customXml" Target="../ink/ink249.xml"/><Relationship Id="rId30" Type="http://schemas.openxmlformats.org/officeDocument/2006/relationships/customXml" Target="../ink/ink257.xml"/><Relationship Id="rId35" Type="http://schemas.openxmlformats.org/officeDocument/2006/relationships/image" Target="../media/image215.png"/><Relationship Id="rId56" Type="http://schemas.openxmlformats.org/officeDocument/2006/relationships/customXml" Target="../ink/ink270.xml"/><Relationship Id="rId77" Type="http://schemas.openxmlformats.org/officeDocument/2006/relationships/image" Target="../media/image236.png"/><Relationship Id="rId100" Type="http://schemas.openxmlformats.org/officeDocument/2006/relationships/customXml" Target="../ink/ink292.xml"/><Relationship Id="rId8" Type="http://schemas.openxmlformats.org/officeDocument/2006/relationships/customXml" Target="../ink/ink246.xml"/><Relationship Id="rId51" Type="http://schemas.openxmlformats.org/officeDocument/2006/relationships/image" Target="../media/image223.png"/><Relationship Id="rId72" Type="http://schemas.openxmlformats.org/officeDocument/2006/relationships/customXml" Target="../ink/ink278.xml"/><Relationship Id="rId93" Type="http://schemas.openxmlformats.org/officeDocument/2006/relationships/image" Target="../media/image244.png"/><Relationship Id="rId98" Type="http://schemas.openxmlformats.org/officeDocument/2006/relationships/customXml" Target="../ink/ink291.xml"/><Relationship Id="rId3" Type="http://schemas.openxmlformats.org/officeDocument/2006/relationships/image" Target="../media/image18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13" Type="http://schemas.openxmlformats.org/officeDocument/2006/relationships/customXml" Target="../ink/ink299.xml"/><Relationship Id="rId18" Type="http://schemas.openxmlformats.org/officeDocument/2006/relationships/image" Target="../media/image257.png"/><Relationship Id="rId3" Type="http://schemas.openxmlformats.org/officeDocument/2006/relationships/customXml" Target="../ink/ink294.xml"/><Relationship Id="rId21" Type="http://schemas.openxmlformats.org/officeDocument/2006/relationships/customXml" Target="../ink/ink304.xml"/><Relationship Id="rId7" Type="http://schemas.openxmlformats.org/officeDocument/2006/relationships/customXml" Target="../ink/ink296.xml"/><Relationship Id="rId12" Type="http://schemas.openxmlformats.org/officeDocument/2006/relationships/image" Target="../media/image255.png"/><Relationship Id="rId17" Type="http://schemas.openxmlformats.org/officeDocument/2006/relationships/customXml" Target="../ink/ink302.xml"/><Relationship Id="rId2" Type="http://schemas.openxmlformats.org/officeDocument/2006/relationships/image" Target="../media/image250.png"/><Relationship Id="rId16" Type="http://schemas.openxmlformats.org/officeDocument/2006/relationships/customXml" Target="../ink/ink301.xml"/><Relationship Id="rId20" Type="http://schemas.openxmlformats.org/officeDocument/2006/relationships/image" Target="../media/image2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2.png"/><Relationship Id="rId11" Type="http://schemas.openxmlformats.org/officeDocument/2006/relationships/customXml" Target="../ink/ink298.xml"/><Relationship Id="rId5" Type="http://schemas.openxmlformats.org/officeDocument/2006/relationships/customXml" Target="../ink/ink295.xml"/><Relationship Id="rId15" Type="http://schemas.openxmlformats.org/officeDocument/2006/relationships/customXml" Target="../ink/ink300.xml"/><Relationship Id="rId10" Type="http://schemas.openxmlformats.org/officeDocument/2006/relationships/image" Target="../media/image254.png"/><Relationship Id="rId19" Type="http://schemas.openxmlformats.org/officeDocument/2006/relationships/customXml" Target="../ink/ink303.xml"/><Relationship Id="rId4" Type="http://schemas.openxmlformats.org/officeDocument/2006/relationships/image" Target="../media/image251.png"/><Relationship Id="rId9" Type="http://schemas.openxmlformats.org/officeDocument/2006/relationships/customXml" Target="../ink/ink297.xml"/><Relationship Id="rId14" Type="http://schemas.openxmlformats.org/officeDocument/2006/relationships/image" Target="../media/image256.png"/><Relationship Id="rId22" Type="http://schemas.openxmlformats.org/officeDocument/2006/relationships/image" Target="../media/image25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png"/><Relationship Id="rId13" Type="http://schemas.openxmlformats.org/officeDocument/2006/relationships/customXml" Target="../ink/ink310.xml"/><Relationship Id="rId18" Type="http://schemas.openxmlformats.org/officeDocument/2006/relationships/customXml" Target="../ink/ink314.xml"/><Relationship Id="rId3" Type="http://schemas.openxmlformats.org/officeDocument/2006/relationships/customXml" Target="../ink/ink305.xml"/><Relationship Id="rId21" Type="http://schemas.openxmlformats.org/officeDocument/2006/relationships/image" Target="../media/image265.png"/><Relationship Id="rId7" Type="http://schemas.openxmlformats.org/officeDocument/2006/relationships/customXml" Target="../ink/ink307.xml"/><Relationship Id="rId12" Type="http://schemas.openxmlformats.org/officeDocument/2006/relationships/image" Target="../media/image262.png"/><Relationship Id="rId17" Type="http://schemas.openxmlformats.org/officeDocument/2006/relationships/image" Target="../media/image263.png"/><Relationship Id="rId2" Type="http://schemas.openxmlformats.org/officeDocument/2006/relationships/image" Target="../media/image250.png"/><Relationship Id="rId16" Type="http://schemas.openxmlformats.org/officeDocument/2006/relationships/customXml" Target="../ink/ink313.xml"/><Relationship Id="rId20" Type="http://schemas.openxmlformats.org/officeDocument/2006/relationships/customXml" Target="../ink/ink3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customXml" Target="../ink/ink309.xml"/><Relationship Id="rId5" Type="http://schemas.openxmlformats.org/officeDocument/2006/relationships/customXml" Target="../ink/ink306.xml"/><Relationship Id="rId15" Type="http://schemas.openxmlformats.org/officeDocument/2006/relationships/customXml" Target="../ink/ink312.xml"/><Relationship Id="rId10" Type="http://schemas.openxmlformats.org/officeDocument/2006/relationships/image" Target="../media/image254.png"/><Relationship Id="rId19" Type="http://schemas.openxmlformats.org/officeDocument/2006/relationships/image" Target="../media/image264.png"/><Relationship Id="rId4" Type="http://schemas.openxmlformats.org/officeDocument/2006/relationships/image" Target="../media/image251.png"/><Relationship Id="rId9" Type="http://schemas.openxmlformats.org/officeDocument/2006/relationships/customXml" Target="../ink/ink308.xml"/><Relationship Id="rId14" Type="http://schemas.openxmlformats.org/officeDocument/2006/relationships/customXml" Target="../ink/ink311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21.xml"/><Relationship Id="rId18" Type="http://schemas.openxmlformats.org/officeDocument/2006/relationships/customXml" Target="../ink/ink325.xml"/><Relationship Id="rId26" Type="http://schemas.openxmlformats.org/officeDocument/2006/relationships/customXml" Target="../ink/ink329.xml"/><Relationship Id="rId39" Type="http://schemas.openxmlformats.org/officeDocument/2006/relationships/customXml" Target="../ink/ink336.xml"/><Relationship Id="rId21" Type="http://schemas.openxmlformats.org/officeDocument/2006/relationships/image" Target="../media/image265.png"/><Relationship Id="rId34" Type="http://schemas.openxmlformats.org/officeDocument/2006/relationships/customXml" Target="../ink/ink333.xml"/><Relationship Id="rId42" Type="http://schemas.openxmlformats.org/officeDocument/2006/relationships/image" Target="../media/image275.png"/><Relationship Id="rId47" Type="http://schemas.openxmlformats.org/officeDocument/2006/relationships/customXml" Target="../ink/ink340.xml"/><Relationship Id="rId50" Type="http://schemas.openxmlformats.org/officeDocument/2006/relationships/image" Target="../media/image279.png"/><Relationship Id="rId55" Type="http://schemas.openxmlformats.org/officeDocument/2006/relationships/customXml" Target="../ink/ink344.xml"/><Relationship Id="rId7" Type="http://schemas.openxmlformats.org/officeDocument/2006/relationships/customXml" Target="../ink/ink318.xml"/><Relationship Id="rId2" Type="http://schemas.openxmlformats.org/officeDocument/2006/relationships/image" Target="../media/image250.png"/><Relationship Id="rId16" Type="http://schemas.openxmlformats.org/officeDocument/2006/relationships/customXml" Target="../ink/ink324.xml"/><Relationship Id="rId29" Type="http://schemas.openxmlformats.org/officeDocument/2006/relationships/image" Target="../media/image269.png"/><Relationship Id="rId11" Type="http://schemas.openxmlformats.org/officeDocument/2006/relationships/customXml" Target="../ink/ink320.xml"/><Relationship Id="rId24" Type="http://schemas.openxmlformats.org/officeDocument/2006/relationships/customXml" Target="../ink/ink328.xml"/><Relationship Id="rId32" Type="http://schemas.openxmlformats.org/officeDocument/2006/relationships/customXml" Target="../ink/ink332.xml"/><Relationship Id="rId37" Type="http://schemas.openxmlformats.org/officeDocument/2006/relationships/customXml" Target="../ink/ink335.xml"/><Relationship Id="rId40" Type="http://schemas.openxmlformats.org/officeDocument/2006/relationships/image" Target="../media/image274.png"/><Relationship Id="rId45" Type="http://schemas.openxmlformats.org/officeDocument/2006/relationships/customXml" Target="../ink/ink339.xml"/><Relationship Id="rId53" Type="http://schemas.openxmlformats.org/officeDocument/2006/relationships/customXml" Target="../ink/ink343.xml"/><Relationship Id="rId5" Type="http://schemas.openxmlformats.org/officeDocument/2006/relationships/customXml" Target="../ink/ink317.xml"/><Relationship Id="rId10" Type="http://schemas.openxmlformats.org/officeDocument/2006/relationships/image" Target="../media/image254.png"/><Relationship Id="rId19" Type="http://schemas.openxmlformats.org/officeDocument/2006/relationships/image" Target="../media/image264.png"/><Relationship Id="rId31" Type="http://schemas.openxmlformats.org/officeDocument/2006/relationships/image" Target="../media/image270.png"/><Relationship Id="rId44" Type="http://schemas.openxmlformats.org/officeDocument/2006/relationships/image" Target="../media/image276.png"/><Relationship Id="rId52" Type="http://schemas.openxmlformats.org/officeDocument/2006/relationships/image" Target="../media/image280.png"/><Relationship Id="rId4" Type="http://schemas.openxmlformats.org/officeDocument/2006/relationships/image" Target="../media/image251.png"/><Relationship Id="rId9" Type="http://schemas.openxmlformats.org/officeDocument/2006/relationships/customXml" Target="../ink/ink319.xml"/><Relationship Id="rId14" Type="http://schemas.openxmlformats.org/officeDocument/2006/relationships/customXml" Target="../ink/ink322.xml"/><Relationship Id="rId22" Type="http://schemas.openxmlformats.org/officeDocument/2006/relationships/customXml" Target="../ink/ink327.xml"/><Relationship Id="rId27" Type="http://schemas.openxmlformats.org/officeDocument/2006/relationships/image" Target="../media/image268.png"/><Relationship Id="rId30" Type="http://schemas.openxmlformats.org/officeDocument/2006/relationships/customXml" Target="../ink/ink331.xml"/><Relationship Id="rId35" Type="http://schemas.openxmlformats.org/officeDocument/2006/relationships/image" Target="../media/image272.png"/><Relationship Id="rId43" Type="http://schemas.openxmlformats.org/officeDocument/2006/relationships/customXml" Target="../ink/ink338.xml"/><Relationship Id="rId48" Type="http://schemas.openxmlformats.org/officeDocument/2006/relationships/image" Target="../media/image278.png"/><Relationship Id="rId56" Type="http://schemas.openxmlformats.org/officeDocument/2006/relationships/image" Target="../media/image282.png"/><Relationship Id="rId8" Type="http://schemas.openxmlformats.org/officeDocument/2006/relationships/image" Target="../media/image261.png"/><Relationship Id="rId51" Type="http://schemas.openxmlformats.org/officeDocument/2006/relationships/customXml" Target="../ink/ink342.xml"/><Relationship Id="rId3" Type="http://schemas.openxmlformats.org/officeDocument/2006/relationships/customXml" Target="../ink/ink316.xml"/><Relationship Id="rId12" Type="http://schemas.openxmlformats.org/officeDocument/2006/relationships/image" Target="../media/image262.png"/><Relationship Id="rId17" Type="http://schemas.openxmlformats.org/officeDocument/2006/relationships/image" Target="../media/image263.png"/><Relationship Id="rId25" Type="http://schemas.openxmlformats.org/officeDocument/2006/relationships/image" Target="../media/image267.png"/><Relationship Id="rId33" Type="http://schemas.openxmlformats.org/officeDocument/2006/relationships/image" Target="../media/image271.png"/><Relationship Id="rId38" Type="http://schemas.openxmlformats.org/officeDocument/2006/relationships/image" Target="../media/image273.png"/><Relationship Id="rId46" Type="http://schemas.openxmlformats.org/officeDocument/2006/relationships/image" Target="../media/image277.png"/><Relationship Id="rId20" Type="http://schemas.openxmlformats.org/officeDocument/2006/relationships/customXml" Target="../ink/ink326.xml"/><Relationship Id="rId41" Type="http://schemas.openxmlformats.org/officeDocument/2006/relationships/customXml" Target="../ink/ink337.xml"/><Relationship Id="rId54" Type="http://schemas.openxmlformats.org/officeDocument/2006/relationships/image" Target="../media/image2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5" Type="http://schemas.openxmlformats.org/officeDocument/2006/relationships/customXml" Target="../ink/ink323.xml"/><Relationship Id="rId23" Type="http://schemas.openxmlformats.org/officeDocument/2006/relationships/image" Target="../media/image266.png"/><Relationship Id="rId28" Type="http://schemas.openxmlformats.org/officeDocument/2006/relationships/customXml" Target="../ink/ink330.xml"/><Relationship Id="rId36" Type="http://schemas.openxmlformats.org/officeDocument/2006/relationships/customXml" Target="../ink/ink334.xml"/><Relationship Id="rId49" Type="http://schemas.openxmlformats.org/officeDocument/2006/relationships/customXml" Target="../ink/ink34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7654-B1F8-CB41-A11C-78EAAE0B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PAL-clip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9F27B-4FA1-1945-B3AE-2234EB3F59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nl-BE" dirty="0"/>
              <a:t>Multi-Tape &amp; Nondeterministic turing-machines</a:t>
            </a:r>
          </a:p>
        </p:txBody>
      </p:sp>
    </p:spTree>
    <p:extLst>
      <p:ext uri="{BB962C8B-B14F-4D97-AF65-F5344CB8AC3E}">
        <p14:creationId xmlns:p14="http://schemas.microsoft.com/office/powerpoint/2010/main" val="2323801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4F6BA22-824F-40FE-A499-CC99B2447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sz="2000" noProof="0" dirty="0"/>
              <a:t>TITELBLAD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9C863-A5D5-2E4E-BD1E-C5C0C33F5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2</a:t>
            </a:fld>
            <a:endParaRPr lang="nl-BE" dirty="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E391073-7981-F2D3-8BC3-6C11B0D106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71273" y="704273"/>
            <a:ext cx="2877127" cy="2877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LID4096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9028B8F9-9F98-F239-DDD8-70D773DE7E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LID4096"/>
          </a:p>
        </p:txBody>
      </p:sp>
      <p:pic>
        <p:nvPicPr>
          <p:cNvPr id="11" name="Picture 10" descr="A close-up of a student id card&#10;&#10;AI-generated content may be incorrect.">
            <a:extLst>
              <a:ext uri="{FF2B5EF4-FFF2-40B4-BE49-F238E27FC236}">
                <a16:creationId xmlns:a16="http://schemas.microsoft.com/office/drawing/2014/main" id="{F97FC213-03BE-58EC-42EE-D78FCBF620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9" t="36400" r="3363" b="20000"/>
          <a:stretch>
            <a:fillRect/>
          </a:stretch>
        </p:blipFill>
        <p:spPr>
          <a:xfrm>
            <a:off x="1392367" y="3664960"/>
            <a:ext cx="2697196" cy="16735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0D2443-E0F2-2742-E2E0-5EA0EC127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366" y="1577166"/>
            <a:ext cx="2702533" cy="1699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52DEBE-406B-C841-7C5E-CD8C8CA2DD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96" t="2637" r="2718" b="4438"/>
          <a:stretch>
            <a:fillRect/>
          </a:stretch>
        </p:blipFill>
        <p:spPr>
          <a:xfrm>
            <a:off x="5410353" y="1581779"/>
            <a:ext cx="2686750" cy="1694821"/>
          </a:xfrm>
          <a:prstGeom prst="rect">
            <a:avLst/>
          </a:prstGeom>
        </p:spPr>
      </p:pic>
      <p:pic>
        <p:nvPicPr>
          <p:cNvPr id="19" name="Picture 18" descr="A close-up of a person's id card&#10;&#10;AI-generated content may be incorrect.">
            <a:extLst>
              <a:ext uri="{FF2B5EF4-FFF2-40B4-BE49-F238E27FC236}">
                <a16:creationId xmlns:a16="http://schemas.microsoft.com/office/drawing/2014/main" id="{22E192D6-6F7C-9206-03A0-377FB68D00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353" y="3664960"/>
            <a:ext cx="2697196" cy="173466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860FBE4-85B5-9B1E-B83E-2D6EC6AE5E53}"/>
              </a:ext>
            </a:extLst>
          </p:cNvPr>
          <p:cNvSpPr txBox="1"/>
          <p:nvPr/>
        </p:nvSpPr>
        <p:spPr>
          <a:xfrm>
            <a:off x="961359" y="1751051"/>
            <a:ext cx="219456" cy="4116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endParaRPr lang="LID4096" sz="1400" b="1" dirty="0" err="1">
              <a:solidFill>
                <a:srgbClr val="000000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8F7D91-A879-701D-F00F-31DBE7D322DC}"/>
              </a:ext>
            </a:extLst>
          </p:cNvPr>
          <p:cNvSpPr txBox="1"/>
          <p:nvPr/>
        </p:nvSpPr>
        <p:spPr>
          <a:xfrm>
            <a:off x="1004031" y="3759683"/>
            <a:ext cx="219456" cy="4116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endParaRPr lang="LID4096" sz="1400" b="1" dirty="0" err="1">
              <a:solidFill>
                <a:srgbClr val="000000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7CDC88-4BE3-9DE7-93DE-63183EE54417}"/>
              </a:ext>
            </a:extLst>
          </p:cNvPr>
          <p:cNvSpPr txBox="1"/>
          <p:nvPr/>
        </p:nvSpPr>
        <p:spPr>
          <a:xfrm>
            <a:off x="5152512" y="1697644"/>
            <a:ext cx="219456" cy="4116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endParaRPr lang="LID4096" sz="1400" b="1" dirty="0" err="1">
              <a:solidFill>
                <a:srgbClr val="000000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D4244E-35C1-0D19-4B9B-0C62865B3AC6}"/>
              </a:ext>
            </a:extLst>
          </p:cNvPr>
          <p:cNvSpPr txBox="1"/>
          <p:nvPr/>
        </p:nvSpPr>
        <p:spPr>
          <a:xfrm>
            <a:off x="5190897" y="3759683"/>
            <a:ext cx="219456" cy="4116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4</a:t>
            </a:r>
            <a:endParaRPr lang="LID4096" sz="1400" b="1" dirty="0" err="1">
              <a:solidFill>
                <a:srgbClr val="000000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Picture 3" descr="A close-up of a student id card&#10;&#10;AI-generated content may be incorrect.">
            <a:extLst>
              <a:ext uri="{FF2B5EF4-FFF2-40B4-BE49-F238E27FC236}">
                <a16:creationId xmlns:a16="http://schemas.microsoft.com/office/drawing/2014/main" id="{D1A22C45-FEEA-2045-6460-D0D0043B9CA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631" t="20366" r="16912" b="28529"/>
          <a:stretch>
            <a:fillRect/>
          </a:stretch>
        </p:blipFill>
        <p:spPr>
          <a:xfrm>
            <a:off x="8923495" y="1571732"/>
            <a:ext cx="2644618" cy="17002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CD959E-5DBF-8921-5906-389672C3D718}"/>
              </a:ext>
            </a:extLst>
          </p:cNvPr>
          <p:cNvSpPr txBox="1"/>
          <p:nvPr/>
        </p:nvSpPr>
        <p:spPr>
          <a:xfrm>
            <a:off x="8682854" y="1682312"/>
            <a:ext cx="219456" cy="4116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5</a:t>
            </a:r>
            <a:endParaRPr lang="LID4096" sz="1400" b="1" dirty="0" err="1">
              <a:solidFill>
                <a:srgbClr val="000000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010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19EE-8F8B-B876-7124-34E8EFD7A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Theorema</a:t>
            </a:r>
            <a:r>
              <a:rPr lang="en-US" dirty="0"/>
              <a:t> 8.9</a:t>
            </a: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F3526-EFCA-1EE5-7F73-7459286753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Multi-Tape </a:t>
            </a:r>
            <a:r>
              <a:rPr lang="en-US" dirty="0" err="1"/>
              <a:t>naar</a:t>
            </a:r>
            <a:r>
              <a:rPr lang="en-US" dirty="0"/>
              <a:t> Single-Tape </a:t>
            </a:r>
            <a:r>
              <a:rPr lang="en-US" dirty="0" err="1"/>
              <a:t>turing</a:t>
            </a:r>
            <a:r>
              <a:rPr lang="en-US" dirty="0"/>
              <a:t> machine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494062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3743A-4229-67A4-2087-479C8ACD6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7269D43-E3BF-8E7D-4B72-0E3BAE3F8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sz="2000" dirty="0"/>
              <a:t>Theorema 8.9</a:t>
            </a:r>
            <a:endParaRPr lang="nl-BE" sz="2000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1A1BCD-FFDD-65D0-CE94-97F60C8184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4</a:t>
            </a:fld>
            <a:endParaRPr lang="nl-B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55E816-96FC-F923-6A5A-1C2CD274D9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l-GR" b="0" dirty="0"/>
              <a:t>M = (Q, Σ, Γ, δ, q₀, B, F)</a:t>
            </a:r>
            <a:endParaRPr lang="en-US" b="0" dirty="0"/>
          </a:p>
          <a:p>
            <a:pPr marL="0" indent="0">
              <a:buNone/>
            </a:pPr>
            <a:endParaRPr lang="en-GB" b="0" dirty="0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3109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0F583A-1D48-3B04-0F55-17F69326B7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5</a:t>
            </a:fld>
            <a:endParaRPr lang="nl-BE" dirty="0">
              <a:latin typeface="Calibri Light" panose="020F0302020204030204" pitchFamily="34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7AD80BC-7147-DAC0-2B3A-8C8361DD4E5E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90259373"/>
              </p:ext>
            </p:extLst>
          </p:nvPr>
        </p:nvGraphicFramePr>
        <p:xfrm>
          <a:off x="3458335" y="1511370"/>
          <a:ext cx="5003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760">
                  <a:extLst>
                    <a:ext uri="{9D8B030D-6E8A-4147-A177-3AD203B41FA5}">
                      <a16:colId xmlns:a16="http://schemas.microsoft.com/office/drawing/2014/main" val="2061181861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4016048063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3940385068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346184841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23277605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90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6158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B648DCB-FE17-B00B-DE31-50387A8CE0AD}"/>
                  </a:ext>
                </a:extLst>
              </p14:cNvPr>
              <p14:cNvContentPartPr/>
              <p14:nvPr/>
            </p14:nvContentPartPr>
            <p14:xfrm>
              <a:off x="3776150" y="1755141"/>
              <a:ext cx="13680" cy="5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B648DCB-FE17-B00B-DE31-50387A8CE0A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0030" y="1749021"/>
                <a:ext cx="2592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84A4302-EC4A-42BE-446A-B29DA9C03457}"/>
                  </a:ext>
                </a:extLst>
              </p14:cNvPr>
              <p14:cNvContentPartPr/>
              <p14:nvPr/>
            </p14:nvContentPartPr>
            <p14:xfrm>
              <a:off x="3920870" y="1750461"/>
              <a:ext cx="9720" cy="11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84A4302-EC4A-42BE-446A-B29DA9C034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14750" y="1744341"/>
                <a:ext cx="219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43F2292-76B6-AA35-2AEA-6D31F507122B}"/>
                  </a:ext>
                </a:extLst>
              </p14:cNvPr>
              <p14:cNvContentPartPr/>
              <p14:nvPr/>
            </p14:nvContentPartPr>
            <p14:xfrm>
              <a:off x="4027790" y="1766661"/>
              <a:ext cx="10440" cy="2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43F2292-76B6-AA35-2AEA-6D31F507122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21670" y="1760541"/>
                <a:ext cx="22680" cy="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D011FBE-A747-F5BB-5F6D-4C2BCCC96921}"/>
                  </a:ext>
                </a:extLst>
              </p14:cNvPr>
              <p14:cNvContentPartPr/>
              <p14:nvPr/>
            </p14:nvContentPartPr>
            <p14:xfrm>
              <a:off x="3785870" y="2202261"/>
              <a:ext cx="8280" cy="9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D011FBE-A747-F5BB-5F6D-4C2BCCC9692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79750" y="2196141"/>
                <a:ext cx="205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647D03A-38EA-69A3-82F6-30B5702AE23D}"/>
                  </a:ext>
                </a:extLst>
              </p14:cNvPr>
              <p14:cNvContentPartPr/>
              <p14:nvPr/>
            </p14:nvContentPartPr>
            <p14:xfrm>
              <a:off x="3905390" y="2208381"/>
              <a:ext cx="16560" cy="16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647D03A-38EA-69A3-82F6-30B5702AE23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99270" y="2202261"/>
                <a:ext cx="288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3EFADA0-F8A7-CDB2-85A5-61B835EC302F}"/>
                  </a:ext>
                </a:extLst>
              </p14:cNvPr>
              <p14:cNvContentPartPr/>
              <p14:nvPr/>
            </p14:nvContentPartPr>
            <p14:xfrm>
              <a:off x="4048310" y="2209101"/>
              <a:ext cx="13680" cy="12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3EFADA0-F8A7-CDB2-85A5-61B835EC302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42190" y="2202981"/>
                <a:ext cx="2592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31AC8B3-6F55-9B35-73D2-C59489F77E9D}"/>
                  </a:ext>
                </a:extLst>
              </p14:cNvPr>
              <p14:cNvContentPartPr/>
              <p14:nvPr/>
            </p14:nvContentPartPr>
            <p14:xfrm>
              <a:off x="7751630" y="1718421"/>
              <a:ext cx="27000" cy="15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31AC8B3-6F55-9B35-73D2-C59489F77E9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745510" y="1712301"/>
                <a:ext cx="392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3560E67-B9CE-EFED-A9A9-90628F24F928}"/>
                  </a:ext>
                </a:extLst>
              </p14:cNvPr>
              <p14:cNvContentPartPr/>
              <p14:nvPr/>
            </p14:nvContentPartPr>
            <p14:xfrm>
              <a:off x="7982030" y="1719141"/>
              <a:ext cx="21960" cy="172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3560E67-B9CE-EFED-A9A9-90628F24F92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75910" y="1713021"/>
                <a:ext cx="3420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C0901B1-FA27-68E2-DA96-299A2ACDD920}"/>
                  </a:ext>
                </a:extLst>
              </p14:cNvPr>
              <p14:cNvContentPartPr/>
              <p14:nvPr/>
            </p14:nvContentPartPr>
            <p14:xfrm>
              <a:off x="8136110" y="1715181"/>
              <a:ext cx="26640" cy="140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C0901B1-FA27-68E2-DA96-299A2ACDD92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129990" y="1709061"/>
                <a:ext cx="3888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FA68272-B92D-57D1-1BB5-08ADD3760336}"/>
                  </a:ext>
                </a:extLst>
              </p14:cNvPr>
              <p14:cNvContentPartPr/>
              <p14:nvPr/>
            </p14:nvContentPartPr>
            <p14:xfrm>
              <a:off x="7754870" y="2177421"/>
              <a:ext cx="24480" cy="29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FA68272-B92D-57D1-1BB5-08ADD376033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748750" y="2171301"/>
                <a:ext cx="367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0557B7B-9DB1-1D67-BB91-4C05A993D72C}"/>
                  </a:ext>
                </a:extLst>
              </p14:cNvPr>
              <p14:cNvContentPartPr/>
              <p14:nvPr/>
            </p14:nvContentPartPr>
            <p14:xfrm>
              <a:off x="8161310" y="2181021"/>
              <a:ext cx="24840" cy="27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0557B7B-9DB1-1D67-BB91-4C05A993D72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155190" y="2174901"/>
                <a:ext cx="3708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0D7F626A-E7BC-8D45-9D82-56FD73EE2F65}"/>
              </a:ext>
            </a:extLst>
          </p:cNvPr>
          <p:cNvGrpSpPr/>
          <p:nvPr/>
        </p:nvGrpSpPr>
        <p:grpSpPr>
          <a:xfrm>
            <a:off x="7963310" y="2199741"/>
            <a:ext cx="18720" cy="24120"/>
            <a:chOff x="7963310" y="2199741"/>
            <a:chExt cx="18720" cy="2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25750E0-E160-E487-5A48-C9C2B5B0A7C5}"/>
                    </a:ext>
                  </a:extLst>
                </p14:cNvPr>
                <p14:cNvContentPartPr/>
                <p14:nvPr/>
              </p14:nvContentPartPr>
              <p14:xfrm>
                <a:off x="7963310" y="2199741"/>
                <a:ext cx="5760" cy="8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25750E0-E160-E487-5A48-C9C2B5B0A7C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57190" y="2193621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8A24039-4067-12E4-737F-FE8A44ABC231}"/>
                    </a:ext>
                  </a:extLst>
                </p14:cNvPr>
                <p14:cNvContentPartPr/>
                <p14:nvPr/>
              </p14:nvContentPartPr>
              <p14:xfrm>
                <a:off x="7964390" y="2199741"/>
                <a:ext cx="17640" cy="24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8A24039-4067-12E4-737F-FE8A44ABC23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958270" y="2193621"/>
                  <a:ext cx="2988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2DC87C5-756F-D29F-D3FF-9308F338BC43}"/>
              </a:ext>
            </a:extLst>
          </p:cNvPr>
          <p:cNvGrpSpPr/>
          <p:nvPr/>
        </p:nvGrpSpPr>
        <p:grpSpPr>
          <a:xfrm>
            <a:off x="5864510" y="1603941"/>
            <a:ext cx="180360" cy="269280"/>
            <a:chOff x="5864510" y="1603941"/>
            <a:chExt cx="18036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F7C25C3-4C7A-57F0-941F-738BD6B0D31E}"/>
                    </a:ext>
                  </a:extLst>
                </p14:cNvPr>
                <p14:cNvContentPartPr/>
                <p14:nvPr/>
              </p14:nvContentPartPr>
              <p14:xfrm>
                <a:off x="5880350" y="1603941"/>
                <a:ext cx="117360" cy="269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F7C25C3-4C7A-57F0-941F-738BD6B0D31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74230" y="1597821"/>
                  <a:ext cx="1296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3B18C35-81F5-E50C-B436-2F42444CDC30}"/>
                    </a:ext>
                  </a:extLst>
                </p14:cNvPr>
                <p14:cNvContentPartPr/>
                <p14:nvPr/>
              </p14:nvContentPartPr>
              <p14:xfrm>
                <a:off x="5864510" y="1614381"/>
                <a:ext cx="58680" cy="109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3B18C35-81F5-E50C-B436-2F42444CDC3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58390" y="1608261"/>
                  <a:ext cx="709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34A7045-881D-492F-901A-A9658DE39F42}"/>
                    </a:ext>
                  </a:extLst>
                </p14:cNvPr>
                <p14:cNvContentPartPr/>
                <p14:nvPr/>
              </p14:nvContentPartPr>
              <p14:xfrm>
                <a:off x="5991230" y="1778541"/>
                <a:ext cx="53640" cy="83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34A7045-881D-492F-901A-A9658DE39F4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85110" y="1772421"/>
                  <a:ext cx="6588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0516893-9D1C-0080-F148-543034CDBA91}"/>
              </a:ext>
            </a:extLst>
          </p:cNvPr>
          <p:cNvGrpSpPr/>
          <p:nvPr/>
        </p:nvGrpSpPr>
        <p:grpSpPr>
          <a:xfrm>
            <a:off x="5902310" y="2057541"/>
            <a:ext cx="179280" cy="292320"/>
            <a:chOff x="5902310" y="2057541"/>
            <a:chExt cx="17928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82A9543-B528-CB9D-8469-262C97D13C2C}"/>
                    </a:ext>
                  </a:extLst>
                </p14:cNvPr>
                <p14:cNvContentPartPr/>
                <p14:nvPr/>
              </p14:nvContentPartPr>
              <p14:xfrm>
                <a:off x="5902310" y="2057541"/>
                <a:ext cx="127800" cy="238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82A9543-B528-CB9D-8469-262C97D13C2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96190" y="2051421"/>
                  <a:ext cx="1400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9B43AB9-597B-9487-E4CF-F336D51B647E}"/>
                    </a:ext>
                  </a:extLst>
                </p14:cNvPr>
                <p14:cNvContentPartPr/>
                <p14:nvPr/>
              </p14:nvContentPartPr>
              <p14:xfrm>
                <a:off x="5914910" y="2068701"/>
                <a:ext cx="59040" cy="100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9B43AB9-597B-9487-E4CF-F336D51B647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08790" y="2062581"/>
                  <a:ext cx="712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E5D1EF5-B5B8-4059-22B6-C586B0690D8F}"/>
                    </a:ext>
                  </a:extLst>
                </p14:cNvPr>
                <p14:cNvContentPartPr/>
                <p14:nvPr/>
              </p14:nvContentPartPr>
              <p14:xfrm>
                <a:off x="6005270" y="2220261"/>
                <a:ext cx="76320" cy="129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E5D1EF5-B5B8-4059-22B6-C586B0690D8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99150" y="2214141"/>
                  <a:ext cx="8856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B55EA3-CF4B-E8AF-A436-8E45249A8D0E}"/>
              </a:ext>
            </a:extLst>
          </p:cNvPr>
          <p:cNvGrpSpPr/>
          <p:nvPr/>
        </p:nvGrpSpPr>
        <p:grpSpPr>
          <a:xfrm>
            <a:off x="6781070" y="1674861"/>
            <a:ext cx="320400" cy="203760"/>
            <a:chOff x="6781070" y="1674861"/>
            <a:chExt cx="32040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F2ECFAD-672B-E66C-DD73-F9A48CEEEC73}"/>
                    </a:ext>
                  </a:extLst>
                </p14:cNvPr>
                <p14:cNvContentPartPr/>
                <p14:nvPr/>
              </p14:nvContentPartPr>
              <p14:xfrm>
                <a:off x="6781070" y="1674861"/>
                <a:ext cx="231480" cy="165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F2ECFAD-672B-E66C-DD73-F9A48CEEEC7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74950" y="1668741"/>
                  <a:ext cx="2437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5BA80FD-53DE-A442-C76F-75D962EC8A67}"/>
                    </a:ext>
                  </a:extLst>
                </p14:cNvPr>
                <p14:cNvContentPartPr/>
                <p14:nvPr/>
              </p14:nvContentPartPr>
              <p14:xfrm>
                <a:off x="7053950" y="1793661"/>
                <a:ext cx="47520" cy="84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5BA80FD-53DE-A442-C76F-75D962EC8A6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47830" y="1787541"/>
                  <a:ext cx="5976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021118A-2FBD-292F-217B-993235DF02F3}"/>
              </a:ext>
            </a:extLst>
          </p:cNvPr>
          <p:cNvGrpSpPr/>
          <p:nvPr/>
        </p:nvGrpSpPr>
        <p:grpSpPr>
          <a:xfrm>
            <a:off x="6835070" y="2127381"/>
            <a:ext cx="293400" cy="222480"/>
            <a:chOff x="6835070" y="2127381"/>
            <a:chExt cx="293400" cy="22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C54D287-47A6-4F41-8523-27640ABFE940}"/>
                    </a:ext>
                  </a:extLst>
                </p14:cNvPr>
                <p14:cNvContentPartPr/>
                <p14:nvPr/>
              </p14:nvContentPartPr>
              <p14:xfrm>
                <a:off x="6835070" y="2127381"/>
                <a:ext cx="197640" cy="187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C54D287-47A6-4F41-8523-27640ABFE94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28950" y="2121261"/>
                  <a:ext cx="2098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F41744C-64D6-672D-7061-BD8316516EA1}"/>
                    </a:ext>
                  </a:extLst>
                </p14:cNvPr>
                <p14:cNvContentPartPr/>
                <p14:nvPr/>
              </p14:nvContentPartPr>
              <p14:xfrm>
                <a:off x="7053230" y="2273541"/>
                <a:ext cx="75240" cy="76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F41744C-64D6-672D-7061-BD8316516EA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47110" y="2267421"/>
                  <a:ext cx="8748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3936D7D-4FE2-9E32-DEC6-EEECE25BB440}"/>
              </a:ext>
            </a:extLst>
          </p:cNvPr>
          <p:cNvGrpSpPr/>
          <p:nvPr/>
        </p:nvGrpSpPr>
        <p:grpSpPr>
          <a:xfrm>
            <a:off x="4832750" y="1656141"/>
            <a:ext cx="278280" cy="196200"/>
            <a:chOff x="4832750" y="1656141"/>
            <a:chExt cx="278280" cy="1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D992756-D4A4-9D18-306B-C2365F478A7E}"/>
                    </a:ext>
                  </a:extLst>
                </p14:cNvPr>
                <p14:cNvContentPartPr/>
                <p14:nvPr/>
              </p14:nvContentPartPr>
              <p14:xfrm>
                <a:off x="4832750" y="1656141"/>
                <a:ext cx="156240" cy="149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D992756-D4A4-9D18-306B-C2365F478A7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26630" y="1650021"/>
                  <a:ext cx="1684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E7CA1C7-45E3-E50A-8D17-A3A8860EF7B0}"/>
                    </a:ext>
                  </a:extLst>
                </p14:cNvPr>
                <p14:cNvContentPartPr/>
                <p14:nvPr/>
              </p14:nvContentPartPr>
              <p14:xfrm>
                <a:off x="4865510" y="1658301"/>
                <a:ext cx="98280" cy="172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E7CA1C7-45E3-E50A-8D17-A3A8860EF7B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59390" y="1652181"/>
                  <a:ext cx="1105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DD9B496-FC36-7755-CCA3-576796218859}"/>
                    </a:ext>
                  </a:extLst>
                </p14:cNvPr>
                <p14:cNvContentPartPr/>
                <p14:nvPr/>
              </p14:nvContentPartPr>
              <p14:xfrm>
                <a:off x="5049470" y="1746501"/>
                <a:ext cx="61560" cy="105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DD9B496-FC36-7755-CCA3-57679621885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43350" y="1740381"/>
                  <a:ext cx="7380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7532950-93A2-BA65-D96C-45C779B7CF3C}"/>
              </a:ext>
            </a:extLst>
          </p:cNvPr>
          <p:cNvGrpSpPr/>
          <p:nvPr/>
        </p:nvGrpSpPr>
        <p:grpSpPr>
          <a:xfrm>
            <a:off x="4858310" y="2077341"/>
            <a:ext cx="296640" cy="251280"/>
            <a:chOff x="4858310" y="2077341"/>
            <a:chExt cx="296640" cy="2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B2525F4-5EA7-C65A-2E30-C70236873794}"/>
                    </a:ext>
                  </a:extLst>
                </p14:cNvPr>
                <p14:cNvContentPartPr/>
                <p14:nvPr/>
              </p14:nvContentPartPr>
              <p14:xfrm>
                <a:off x="4858310" y="2077341"/>
                <a:ext cx="165600" cy="176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B2525F4-5EA7-C65A-2E30-C7023687379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52190" y="2071221"/>
                  <a:ext cx="1778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05F955F-C770-848C-2537-88B7A083D8CE}"/>
                    </a:ext>
                  </a:extLst>
                </p14:cNvPr>
                <p14:cNvContentPartPr/>
                <p14:nvPr/>
              </p14:nvContentPartPr>
              <p14:xfrm>
                <a:off x="4901150" y="2115141"/>
                <a:ext cx="111600" cy="163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05F955F-C770-848C-2537-88B7A083D8C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95030" y="2109021"/>
                  <a:ext cx="1238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827B920-DECE-01C7-1F7F-EE19B839C23F}"/>
                    </a:ext>
                  </a:extLst>
                </p14:cNvPr>
                <p14:cNvContentPartPr/>
                <p14:nvPr/>
              </p14:nvContentPartPr>
              <p14:xfrm>
                <a:off x="5089790" y="2223141"/>
                <a:ext cx="65160" cy="105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827B920-DECE-01C7-1F7F-EE19B839C23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83670" y="2217021"/>
                  <a:ext cx="7740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1CA1751-9C68-AD76-4F09-B64579F6C854}"/>
              </a:ext>
            </a:extLst>
          </p:cNvPr>
          <p:cNvGrpSpPr/>
          <p:nvPr/>
        </p:nvGrpSpPr>
        <p:grpSpPr>
          <a:xfrm>
            <a:off x="5492740" y="4181245"/>
            <a:ext cx="864000" cy="225000"/>
            <a:chOff x="5389670" y="4697781"/>
            <a:chExt cx="864000" cy="22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DB38423-47D1-AD8E-2090-2E1AEA45849B}"/>
                    </a:ext>
                  </a:extLst>
                </p14:cNvPr>
                <p14:cNvContentPartPr/>
                <p14:nvPr/>
              </p14:nvContentPartPr>
              <p14:xfrm>
                <a:off x="5407310" y="4733421"/>
                <a:ext cx="25920" cy="189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DB38423-47D1-AD8E-2090-2E1AEA45849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71670" y="4697781"/>
                  <a:ext cx="975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181D775-7CE9-2676-CCA1-55273253D651}"/>
                    </a:ext>
                  </a:extLst>
                </p14:cNvPr>
                <p14:cNvContentPartPr/>
                <p14:nvPr/>
              </p14:nvContentPartPr>
              <p14:xfrm>
                <a:off x="5389670" y="4697781"/>
                <a:ext cx="166680" cy="42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181D775-7CE9-2676-CCA1-55273253D65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53670" y="4661781"/>
                  <a:ext cx="2383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D796639-A8F3-3DDF-AF5D-9DAE271DCD7A}"/>
                    </a:ext>
                  </a:extLst>
                </p14:cNvPr>
                <p14:cNvContentPartPr/>
                <p14:nvPr/>
              </p14:nvContentPartPr>
              <p14:xfrm>
                <a:off x="5424590" y="4801461"/>
                <a:ext cx="110520" cy="24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D796639-A8F3-3DDF-AF5D-9DAE271DCD7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388950" y="4765461"/>
                  <a:ext cx="1821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3E1E7AC-5724-23E3-3CAB-6BED91659F74}"/>
                    </a:ext>
                  </a:extLst>
                </p14:cNvPr>
                <p14:cNvContentPartPr/>
                <p14:nvPr/>
              </p14:nvContentPartPr>
              <p14:xfrm>
                <a:off x="5545190" y="4842861"/>
                <a:ext cx="108000" cy="78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3E1E7AC-5724-23E3-3CAB-6BED91659F7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09550" y="4807221"/>
                  <a:ext cx="1796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649DA3E-3F00-188E-3316-72C348256CCF}"/>
                    </a:ext>
                  </a:extLst>
                </p14:cNvPr>
                <p14:cNvContentPartPr/>
                <p14:nvPr/>
              </p14:nvContentPartPr>
              <p14:xfrm>
                <a:off x="5634110" y="4760061"/>
                <a:ext cx="21960" cy="10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649DA3E-3F00-188E-3316-72C348256CC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98470" y="4724421"/>
                  <a:ext cx="93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F159D85-3659-3FAD-163B-AF270E95F148}"/>
                    </a:ext>
                  </a:extLst>
                </p14:cNvPr>
                <p14:cNvContentPartPr/>
                <p14:nvPr/>
              </p14:nvContentPartPr>
              <p14:xfrm>
                <a:off x="5697110" y="4815141"/>
                <a:ext cx="228960" cy="100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F159D85-3659-3FAD-163B-AF270E95F14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661110" y="4779501"/>
                  <a:ext cx="3006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F14B50F-13F4-3BA7-1D30-E12CEF96E2E6}"/>
                    </a:ext>
                  </a:extLst>
                </p14:cNvPr>
                <p14:cNvContentPartPr/>
                <p14:nvPr/>
              </p14:nvContentPartPr>
              <p14:xfrm>
                <a:off x="5869910" y="4739181"/>
                <a:ext cx="16560" cy="9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F14B50F-13F4-3BA7-1D30-E12CEF96E2E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833910" y="4703541"/>
                  <a:ext cx="882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9FC7E04-6702-490A-4866-F9AB29A9EB84}"/>
                    </a:ext>
                  </a:extLst>
                </p14:cNvPr>
                <p14:cNvContentPartPr/>
                <p14:nvPr/>
              </p14:nvContentPartPr>
              <p14:xfrm>
                <a:off x="5964230" y="4729821"/>
                <a:ext cx="141120" cy="169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9FC7E04-6702-490A-4866-F9AB29A9EB8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928230" y="4694181"/>
                  <a:ext cx="2127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1742D52-BC5B-8D0A-C94C-E18A3BC58CD0}"/>
                    </a:ext>
                  </a:extLst>
                </p14:cNvPr>
                <p14:cNvContentPartPr/>
                <p14:nvPr/>
              </p14:nvContentPartPr>
              <p14:xfrm>
                <a:off x="5953430" y="4793181"/>
                <a:ext cx="67320" cy="18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1742D52-BC5B-8D0A-C94C-E18A3BC58CD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917790" y="4757181"/>
                  <a:ext cx="1389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718CA67-4A67-944B-3D90-C2CD25D03C9F}"/>
                    </a:ext>
                  </a:extLst>
                </p14:cNvPr>
                <p14:cNvContentPartPr/>
                <p14:nvPr/>
              </p14:nvContentPartPr>
              <p14:xfrm>
                <a:off x="6100310" y="4775181"/>
                <a:ext cx="153360" cy="119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718CA67-4A67-944B-3D90-C2CD25D03C9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64310" y="4739541"/>
                  <a:ext cx="22500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654FC7A-811F-DC75-1BFB-82F91634DA5E}"/>
              </a:ext>
            </a:extLst>
          </p:cNvPr>
          <p:cNvGrpSpPr/>
          <p:nvPr/>
        </p:nvGrpSpPr>
        <p:grpSpPr>
          <a:xfrm>
            <a:off x="5565820" y="4655365"/>
            <a:ext cx="945720" cy="224280"/>
            <a:chOff x="5462750" y="5171901"/>
            <a:chExt cx="94572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79AC619-3868-70C4-CC32-75F81F410328}"/>
                    </a:ext>
                  </a:extLst>
                </p14:cNvPr>
                <p14:cNvContentPartPr/>
                <p14:nvPr/>
              </p14:nvContentPartPr>
              <p14:xfrm>
                <a:off x="5462750" y="5201781"/>
                <a:ext cx="153000" cy="190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79AC619-3868-70C4-CC32-75F81F41032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27110" y="5165781"/>
                  <a:ext cx="2246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8827114-D921-04A5-5A88-921F65576DF4}"/>
                    </a:ext>
                  </a:extLst>
                </p14:cNvPr>
                <p14:cNvContentPartPr/>
                <p14:nvPr/>
              </p14:nvContentPartPr>
              <p14:xfrm>
                <a:off x="5604230" y="5275221"/>
                <a:ext cx="117360" cy="105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8827114-D921-04A5-5A88-921F65576DF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568590" y="5239581"/>
                  <a:ext cx="1890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B725347-A3AD-E79A-5563-8717EF71B4B1}"/>
                    </a:ext>
                  </a:extLst>
                </p14:cNvPr>
                <p14:cNvContentPartPr/>
                <p14:nvPr/>
              </p14:nvContentPartPr>
              <p14:xfrm>
                <a:off x="5751830" y="5191701"/>
                <a:ext cx="300240" cy="193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B725347-A3AD-E79A-5563-8717EF71B4B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715830" y="5155701"/>
                  <a:ext cx="3718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14A9C3F-B09E-1198-2533-EED03F6DC15F}"/>
                    </a:ext>
                  </a:extLst>
                </p14:cNvPr>
                <p14:cNvContentPartPr/>
                <p14:nvPr/>
              </p14:nvContentPartPr>
              <p14:xfrm>
                <a:off x="5917790" y="5259381"/>
                <a:ext cx="101160" cy="38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14A9C3F-B09E-1198-2533-EED03F6DC15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82150" y="5223381"/>
                  <a:ext cx="172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E2F59B0-72C6-417E-BB18-7A20B156459A}"/>
                    </a:ext>
                  </a:extLst>
                </p14:cNvPr>
                <p14:cNvContentPartPr/>
                <p14:nvPr/>
              </p14:nvContentPartPr>
              <p14:xfrm>
                <a:off x="6083030" y="5228781"/>
                <a:ext cx="57240" cy="130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E2F59B0-72C6-417E-BB18-7A20B156459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47390" y="5193141"/>
                  <a:ext cx="1288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5140D23-EAD1-19A3-09CB-6A3C6493B1E1}"/>
                    </a:ext>
                  </a:extLst>
                </p14:cNvPr>
                <p14:cNvContentPartPr/>
                <p14:nvPr/>
              </p14:nvContentPartPr>
              <p14:xfrm>
                <a:off x="6176270" y="5282421"/>
                <a:ext cx="112680" cy="113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5140D23-EAD1-19A3-09CB-6A3C6493B1E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140630" y="5246421"/>
                  <a:ext cx="1843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AD20935-4CF5-F312-B07C-5BD4F27EF822}"/>
                    </a:ext>
                  </a:extLst>
                </p14:cNvPr>
                <p14:cNvContentPartPr/>
                <p14:nvPr/>
              </p14:nvContentPartPr>
              <p14:xfrm>
                <a:off x="6278510" y="5171901"/>
                <a:ext cx="129960" cy="222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AD20935-4CF5-F312-B07C-5BD4F27EF82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242510" y="5136261"/>
                  <a:ext cx="201600" cy="294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4" name="Rektangel 73">
            <a:extLst>
              <a:ext uri="{FF2B5EF4-FFF2-40B4-BE49-F238E27FC236}">
                <a16:creationId xmlns:a16="http://schemas.microsoft.com/office/drawing/2014/main" id="{EF1B02FC-64F7-4632-87F1-E46863DF229F}"/>
              </a:ext>
            </a:extLst>
          </p:cNvPr>
          <p:cNvSpPr/>
          <p:nvPr/>
        </p:nvSpPr>
        <p:spPr>
          <a:xfrm>
            <a:off x="5351150" y="4043944"/>
            <a:ext cx="1280160" cy="1097280"/>
          </a:xfrm>
          <a:prstGeom prst="rect">
            <a:avLst/>
          </a:prstGeom>
          <a:solidFill>
            <a:srgbClr val="000000">
              <a:alpha val="5000"/>
            </a:srgbClr>
          </a:solidFill>
          <a:ln w="12600">
            <a:solidFill>
              <a:srgbClr val="000000"/>
            </a:solidFill>
          </a:ln>
        </p:spPr>
        <p:txBody>
          <a:bodyPr wrap="square" lIns="0" tIns="0" rIns="0" bIns="0" rtlCol="0" anchor="ctr" anchorCtr="1">
            <a:noAutofit/>
          </a:bodyPr>
          <a:lstStyle/>
          <a:p>
            <a:pPr marL="0" indent="0" algn="l">
              <a:buFont typeface="Arial" panose="020B0604020202020204" pitchFamily="34" charset="0"/>
              <a:buNone/>
              <a:defRPr sz="2800" b="1" dirty="0" err="1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en-US" sz="2800" b="1" dirty="0" err="1">
              <a:solidFill>
                <a:srgbClr val="000000"/>
              </a:solidFill>
              <a:latin typeface="+mn-lt"/>
              <a:ea typeface="Verdana" panose="020B0604030504040204" pitchFamily="34" charset="0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34332C5-87C2-0DD6-BBA3-99C708A68562}"/>
              </a:ext>
            </a:extLst>
          </p:cNvPr>
          <p:cNvGrpSpPr/>
          <p:nvPr/>
        </p:nvGrpSpPr>
        <p:grpSpPr>
          <a:xfrm>
            <a:off x="5766230" y="2538141"/>
            <a:ext cx="430920" cy="1432080"/>
            <a:chOff x="5766230" y="2538141"/>
            <a:chExt cx="430920" cy="143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237F583-BC47-E66E-CE8D-A3483625E35B}"/>
                    </a:ext>
                  </a:extLst>
                </p14:cNvPr>
                <p14:cNvContentPartPr/>
                <p14:nvPr/>
              </p14:nvContentPartPr>
              <p14:xfrm>
                <a:off x="5766230" y="2538141"/>
                <a:ext cx="253440" cy="256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237F583-BC47-E66E-CE8D-A3483625E35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730590" y="2502141"/>
                  <a:ext cx="3250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CA518A6-38A0-EB04-6895-2DE748FDBBCD}"/>
                    </a:ext>
                  </a:extLst>
                </p14:cNvPr>
                <p14:cNvContentPartPr/>
                <p14:nvPr/>
              </p14:nvContentPartPr>
              <p14:xfrm>
                <a:off x="5999510" y="2542461"/>
                <a:ext cx="197640" cy="2674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CA518A6-38A0-EB04-6895-2DE748FDBBC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63870" y="2506461"/>
                  <a:ext cx="2692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FE55184-FB7B-65AF-AD9A-A2DEA8084DA8}"/>
                    </a:ext>
                  </a:extLst>
                </p14:cNvPr>
                <p14:cNvContentPartPr/>
                <p14:nvPr/>
              </p14:nvContentPartPr>
              <p14:xfrm>
                <a:off x="5849750" y="2739381"/>
                <a:ext cx="69840" cy="1230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FE55184-FB7B-65AF-AD9A-A2DEA8084DA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814110" y="2703741"/>
                  <a:ext cx="141480" cy="13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9844619-A0B8-26F8-83AC-C8F4899B3473}"/>
                    </a:ext>
                  </a:extLst>
                </p14:cNvPr>
                <p14:cNvContentPartPr/>
                <p14:nvPr/>
              </p14:nvContentPartPr>
              <p14:xfrm>
                <a:off x="6042350" y="2679981"/>
                <a:ext cx="15840" cy="12326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9844619-A0B8-26F8-83AC-C8F4899B347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006710" y="2643981"/>
                  <a:ext cx="87480" cy="1304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13631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63B76-DB9D-9FC4-6AF9-77D9CCDEE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66B0502-233B-DCFA-DA38-FED718EC4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sz="2000" dirty="0"/>
              <a:t>Theorema 8.9</a:t>
            </a:r>
            <a:endParaRPr lang="nl-BE" sz="2000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32D77E-5CC4-FCA8-6978-8B7DFCD580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6</a:t>
            </a:fld>
            <a:endParaRPr lang="nl-B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F7C60B-C6A2-C24A-4BD0-3E442BE3CD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l-GR" b="0" dirty="0"/>
              <a:t>M = (Q, Σ, Γ, δ, q₀, B, F)</a:t>
            </a:r>
            <a:endParaRPr lang="en-US" b="0" dirty="0"/>
          </a:p>
          <a:p>
            <a:endParaRPr lang="nl-BE" b="0" dirty="0"/>
          </a:p>
          <a:p>
            <a:r>
              <a:rPr lang="el-GR" b="0" dirty="0"/>
              <a:t>δ(</a:t>
            </a:r>
            <a:r>
              <a:rPr lang="en-GB" b="0" dirty="0"/>
              <a:t>q, X) = (r, Y, D ∈ {L, R}))</a:t>
            </a:r>
            <a:br>
              <a:rPr lang="en-GB" b="0" dirty="0"/>
            </a:br>
            <a:endParaRPr lang="en-GB" b="0" dirty="0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013913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B4D51-62F0-3B55-000B-01397053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B9E47C8-A176-49DA-92D0-F8F7A807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sz="2000" dirty="0"/>
              <a:t>Theorema 8.9</a:t>
            </a:r>
            <a:endParaRPr lang="nl-BE" sz="2000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C12C2B-1E17-021E-7058-117A430E9E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7</a:t>
            </a:fld>
            <a:endParaRPr lang="nl-B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AFE6A8-7D5A-990D-1F06-D6D61B0A7B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l-GR" b="0" dirty="0"/>
              <a:t>M = (Q, Σ, Γ, δ, q₀, B, F)</a:t>
            </a:r>
            <a:endParaRPr lang="en-US" b="0" dirty="0"/>
          </a:p>
          <a:p>
            <a:endParaRPr lang="nl-BE" b="0" dirty="0"/>
          </a:p>
          <a:p>
            <a:r>
              <a:rPr lang="el-GR" b="0" dirty="0"/>
              <a:t>δ(</a:t>
            </a:r>
            <a:r>
              <a:rPr lang="en-GB" b="0" dirty="0"/>
              <a:t>q, X) = (r, Y, D ∈ {L, R}))</a:t>
            </a:r>
            <a:br>
              <a:rPr lang="en-GB" b="0" dirty="0"/>
            </a:br>
            <a:r>
              <a:rPr lang="en-GB" b="0" dirty="0"/>
              <a:t>⇒</a:t>
            </a:r>
            <a:r>
              <a:rPr lang="el-GR" b="0" dirty="0"/>
              <a:t>δ(</a:t>
            </a:r>
            <a:r>
              <a:rPr lang="en-GB" b="0" dirty="0"/>
              <a:t>q, X₁,X₂,...,Xₖ) = (r, Y₁, Y₂,...,Yₖ, D ∈ {L, R})</a:t>
            </a:r>
          </a:p>
          <a:p>
            <a:pPr marL="0" indent="0">
              <a:buNone/>
            </a:pPr>
            <a:endParaRPr lang="en-GB" b="0" dirty="0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963932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32911-E73B-5634-ED3A-F7BFA88B6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D4D01F1-FF42-C165-B3F5-5C5AB41B5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sz="2000" dirty="0"/>
              <a:t>Theorema 8.9</a:t>
            </a:r>
            <a:endParaRPr lang="nl-BE" sz="2000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366855-8ACE-5F62-51DF-7F51D2A64D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8</a:t>
            </a:fld>
            <a:endParaRPr lang="nl-B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2D67A7-133B-DCEB-CD40-D697A95A34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l-GR" b="0" dirty="0"/>
              <a:t>M = (Q, Σ, Γ, δ, q₀, B, F)</a:t>
            </a:r>
            <a:endParaRPr lang="en-US" b="0" dirty="0"/>
          </a:p>
          <a:p>
            <a:endParaRPr lang="nl-BE" b="0" dirty="0"/>
          </a:p>
          <a:p>
            <a:r>
              <a:rPr lang="el-GR" b="0" dirty="0"/>
              <a:t>δ(</a:t>
            </a:r>
            <a:r>
              <a:rPr lang="en-GB" b="0" dirty="0"/>
              <a:t>q, X) = (r, Y, D ∈ {L, R}))</a:t>
            </a:r>
            <a:br>
              <a:rPr lang="en-GB" b="0" dirty="0"/>
            </a:br>
            <a:r>
              <a:rPr lang="en-GB" b="0" dirty="0"/>
              <a:t>⇒</a:t>
            </a:r>
            <a:r>
              <a:rPr lang="el-GR" b="0" dirty="0"/>
              <a:t>δ(</a:t>
            </a:r>
            <a:r>
              <a:rPr lang="en-GB" b="0" dirty="0"/>
              <a:t>q, X₁,X₂,...,Xₖ) = (r, Y₁, Y₂,...,Yₖ, D ∈ {L, R})</a:t>
            </a:r>
          </a:p>
          <a:p>
            <a:pPr marL="0" indent="0">
              <a:buNone/>
            </a:pPr>
            <a:endParaRPr lang="en-GB" b="0" dirty="0"/>
          </a:p>
          <a:p>
            <a:r>
              <a:rPr lang="en-US" b="0" dirty="0"/>
              <a:t>Finite Control = Abstraction of {Q, δ}</a:t>
            </a:r>
          </a:p>
        </p:txBody>
      </p:sp>
    </p:spTree>
    <p:extLst>
      <p:ext uri="{BB962C8B-B14F-4D97-AF65-F5344CB8AC3E}">
        <p14:creationId xmlns:p14="http://schemas.microsoft.com/office/powerpoint/2010/main" val="1425097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C9CDD-42C1-28F0-806E-1D6C63933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739CF02-5273-CCE3-8435-ACC48E6B7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sz="2000" dirty="0"/>
              <a:t>Theorema 8.9</a:t>
            </a:r>
            <a:endParaRPr lang="nl-BE" sz="2000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01F210-B9A1-9250-3E3F-BB7BD369B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9</a:t>
            </a:fld>
            <a:endParaRPr lang="nl-B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2546A3-1CFF-3E9D-2322-C522153251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l-GR" b="0" dirty="0"/>
              <a:t>M = (Q, Σ, Γ, δ, q₀, B, F)</a:t>
            </a:r>
            <a:endParaRPr lang="en-US" b="0" dirty="0"/>
          </a:p>
          <a:p>
            <a:endParaRPr lang="nl-BE" b="0" dirty="0"/>
          </a:p>
          <a:p>
            <a:r>
              <a:rPr lang="el-GR" b="0" dirty="0"/>
              <a:t>δ(</a:t>
            </a:r>
            <a:r>
              <a:rPr lang="en-GB" b="0" dirty="0"/>
              <a:t>q, X) = (r, Y, D ∈ {L, R}))</a:t>
            </a:r>
            <a:br>
              <a:rPr lang="en-GB" b="0" dirty="0"/>
            </a:br>
            <a:r>
              <a:rPr lang="en-GB" b="0" dirty="0"/>
              <a:t>⇒</a:t>
            </a:r>
            <a:r>
              <a:rPr lang="el-GR" b="0" dirty="0"/>
              <a:t>δ(</a:t>
            </a:r>
            <a:r>
              <a:rPr lang="en-GB" b="0" dirty="0"/>
              <a:t>q, X₁,X₂,...,Xₖ) = (r, Y₁, Y₂,...,Yₖ, D ∈ {L, R})</a:t>
            </a:r>
          </a:p>
          <a:p>
            <a:pPr marL="0" indent="0">
              <a:buNone/>
            </a:pPr>
            <a:endParaRPr lang="en-GB" b="0" dirty="0"/>
          </a:p>
          <a:p>
            <a:r>
              <a:rPr lang="en-US" b="0" dirty="0"/>
              <a:t>Finite Control = Abstraction of {Q, δ}</a:t>
            </a:r>
            <a:br>
              <a:rPr lang="en-US" b="0" dirty="0"/>
            </a:br>
            <a:r>
              <a:rPr lang="en-US" b="0" dirty="0"/>
              <a:t>=&gt; Church-Turing thesis</a:t>
            </a:r>
            <a:endParaRPr lang="en-GB" b="0" dirty="0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971558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98DEB-B094-1BBA-A8CB-A919BC802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5717747-1F7A-A5D7-D606-88D019F84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sz="2000" dirty="0"/>
              <a:t>Theorema 8.9</a:t>
            </a:r>
            <a:endParaRPr lang="nl-BE" sz="2000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2E87A1-AD04-109A-CBBA-4F9F115F06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10</a:t>
            </a:fld>
            <a:endParaRPr lang="nl-B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F5B626-B648-DACD-DAF9-F4A0CAB668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l-GR" b="0" dirty="0"/>
              <a:t>M = (Q, Σ, Γ, δ, q₀, B, F)</a:t>
            </a:r>
            <a:endParaRPr lang="en-US" b="0" dirty="0"/>
          </a:p>
          <a:p>
            <a:endParaRPr lang="nl-BE" b="0" dirty="0"/>
          </a:p>
          <a:p>
            <a:r>
              <a:rPr lang="el-GR" b="0" dirty="0"/>
              <a:t>δ(</a:t>
            </a:r>
            <a:r>
              <a:rPr lang="en-GB" b="0" dirty="0"/>
              <a:t>q, X) = (r, Y, D ∈ {L, R}))</a:t>
            </a:r>
            <a:br>
              <a:rPr lang="en-GB" b="0" dirty="0"/>
            </a:br>
            <a:r>
              <a:rPr lang="en-GB" b="0" dirty="0"/>
              <a:t>⇒</a:t>
            </a:r>
            <a:r>
              <a:rPr lang="el-GR" b="0" dirty="0"/>
              <a:t>δ(</a:t>
            </a:r>
            <a:r>
              <a:rPr lang="en-GB" b="0" dirty="0"/>
              <a:t>q, X₁,X₂,...,Xₖ) = (r, Y₁, Y₂,...,Yₖ, D ∈ {L, R})</a:t>
            </a:r>
          </a:p>
          <a:p>
            <a:pPr marL="0" indent="0">
              <a:buNone/>
            </a:pPr>
            <a:endParaRPr lang="en-GB" b="0" dirty="0"/>
          </a:p>
          <a:p>
            <a:r>
              <a:rPr lang="en-US" b="0" dirty="0"/>
              <a:t>Finite Control = Abstraction of {Q, δ}</a:t>
            </a:r>
            <a:br>
              <a:rPr lang="en-US" b="0" dirty="0"/>
            </a:br>
            <a:r>
              <a:rPr lang="en-US" b="0" dirty="0"/>
              <a:t>=&gt; Church-Turing thesis</a:t>
            </a:r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r>
              <a:rPr lang="en-GB" b="0" dirty="0" err="1"/>
              <a:t>Vb</a:t>
            </a:r>
            <a:r>
              <a:rPr lang="en-GB" b="0" dirty="0"/>
              <a:t>: ...X₁ </a:t>
            </a:r>
            <a:r>
              <a:rPr lang="en-GB" b="0" dirty="0" err="1"/>
              <a:t>q₀Y</a:t>
            </a:r>
            <a:r>
              <a:rPr lang="en-GB" b="0" dirty="0"/>
              <a:t>₁ Z₁... ⊢ ...X₁ S q₁ Z₁...</a:t>
            </a:r>
            <a:br>
              <a:rPr lang="en-GB" dirty="0"/>
            </a:br>
            <a:r>
              <a:rPr lang="en-GB" dirty="0"/>
              <a:t>       </a:t>
            </a:r>
            <a:r>
              <a:rPr lang="en-GB" b="0" dirty="0"/>
              <a:t>...X₂ </a:t>
            </a:r>
            <a:r>
              <a:rPr lang="en-GB" b="0" dirty="0" err="1"/>
              <a:t>q₀Y</a:t>
            </a:r>
            <a:r>
              <a:rPr lang="en-GB" b="0" dirty="0"/>
              <a:t>₂ Z₂...    ...X₂ T q₁ Z₂...</a:t>
            </a:r>
            <a:endParaRPr lang="en-US" b="0" dirty="0"/>
          </a:p>
          <a:p>
            <a:endParaRPr lang="en-GB" b="0" dirty="0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146462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BA1B20-5499-83F9-B16B-441A6359E3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11</a:t>
            </a:fld>
            <a:endParaRPr lang="nl-BE" dirty="0">
              <a:latin typeface="Calibri Light" panose="020F0302020204030204" pitchFamily="34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D762458-3B49-86A2-38DC-04A33E5E31CC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612764608"/>
              </p:ext>
            </p:extLst>
          </p:nvPr>
        </p:nvGraphicFramePr>
        <p:xfrm>
          <a:off x="290855" y="1285952"/>
          <a:ext cx="5003800" cy="9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760">
                  <a:extLst>
                    <a:ext uri="{9D8B030D-6E8A-4147-A177-3AD203B41FA5}">
                      <a16:colId xmlns:a16="http://schemas.microsoft.com/office/drawing/2014/main" val="2061181861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4016048063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3940385068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346184841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2327760503"/>
                    </a:ext>
                  </a:extLst>
                </a:gridCol>
              </a:tblGrid>
              <a:tr h="479600"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90421"/>
                  </a:ext>
                </a:extLst>
              </a:tr>
              <a:tr h="479600"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6158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6600DC7-06AB-29CD-6629-C1A4BA94FB21}"/>
                  </a:ext>
                </a:extLst>
              </p14:cNvPr>
              <p14:cNvContentPartPr/>
              <p14:nvPr/>
            </p14:nvContentPartPr>
            <p14:xfrm>
              <a:off x="608669" y="1529722"/>
              <a:ext cx="45719" cy="45719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6600DC7-06AB-29CD-6629-C1A4BA94FB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2501" y="1523403"/>
                <a:ext cx="58056" cy="583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D8CE8ED-2315-E311-D5AF-831E2BD2AC5D}"/>
                  </a:ext>
                </a:extLst>
              </p14:cNvPr>
              <p14:cNvContentPartPr/>
              <p14:nvPr/>
            </p14:nvContentPartPr>
            <p14:xfrm>
              <a:off x="753389" y="1525042"/>
              <a:ext cx="45719" cy="45719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D8CE8ED-2315-E311-D5AF-831E2BD2AC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6966" y="1518824"/>
                <a:ext cx="58566" cy="58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49E8FC9-E6A5-A0ED-B487-F71229D260C9}"/>
                  </a:ext>
                </a:extLst>
              </p14:cNvPr>
              <p14:cNvContentPartPr/>
              <p14:nvPr/>
            </p14:nvContentPartPr>
            <p14:xfrm>
              <a:off x="860309" y="1541242"/>
              <a:ext cx="45719" cy="45719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49E8FC9-E6A5-A0ED-B487-F71229D260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3990" y="1533910"/>
                <a:ext cx="58357" cy="603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D79796C-20C3-CFC5-67E4-42E880AF233F}"/>
                  </a:ext>
                </a:extLst>
              </p14:cNvPr>
              <p14:cNvContentPartPr/>
              <p14:nvPr/>
            </p14:nvContentPartPr>
            <p14:xfrm>
              <a:off x="618389" y="1976842"/>
              <a:ext cx="45719" cy="45719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D79796C-20C3-CFC5-67E4-42E880AF23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2121" y="1970419"/>
                <a:ext cx="58255" cy="58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90F6885-34C5-90CE-AEB5-30270D34FCE0}"/>
                  </a:ext>
                </a:extLst>
              </p14:cNvPr>
              <p14:cNvContentPartPr/>
              <p14:nvPr/>
            </p14:nvContentPartPr>
            <p14:xfrm>
              <a:off x="737909" y="1982962"/>
              <a:ext cx="45719" cy="45719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90F6885-34C5-90CE-AEB5-30270D34FCE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1741" y="1976794"/>
                <a:ext cx="58056" cy="580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1277D1E-DB31-24E6-52A7-E45123276911}"/>
                  </a:ext>
                </a:extLst>
              </p14:cNvPr>
              <p14:cNvContentPartPr/>
              <p14:nvPr/>
            </p14:nvContentPartPr>
            <p14:xfrm>
              <a:off x="880829" y="1983682"/>
              <a:ext cx="45719" cy="45719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1277D1E-DB31-24E6-52A7-E4512327691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74611" y="1977464"/>
                <a:ext cx="58155" cy="58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1325462-2939-37C8-8A57-8CE50B3EB783}"/>
                  </a:ext>
                </a:extLst>
              </p14:cNvPr>
              <p14:cNvContentPartPr/>
              <p14:nvPr/>
            </p14:nvContentPartPr>
            <p14:xfrm>
              <a:off x="4584149" y="1493002"/>
              <a:ext cx="45719" cy="45719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1325462-2939-37C8-8A57-8CE50B3EB78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78029" y="1486784"/>
                <a:ext cx="57959" cy="58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70DEF6D-23E1-4E3A-E963-470FEF75C8E9}"/>
                  </a:ext>
                </a:extLst>
              </p14:cNvPr>
              <p14:cNvContentPartPr/>
              <p14:nvPr/>
            </p14:nvContentPartPr>
            <p14:xfrm>
              <a:off x="4814549" y="1493722"/>
              <a:ext cx="45719" cy="45719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70DEF6D-23E1-4E3A-E963-470FEF75C8E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08331" y="1487504"/>
                <a:ext cx="58155" cy="58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E87E6AD-C0BD-1D5E-7995-D0CB60EBBD91}"/>
                  </a:ext>
                </a:extLst>
              </p14:cNvPr>
              <p14:cNvContentPartPr/>
              <p14:nvPr/>
            </p14:nvContentPartPr>
            <p14:xfrm>
              <a:off x="4968629" y="1489762"/>
              <a:ext cx="45719" cy="45719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E87E6AD-C0BD-1D5E-7995-D0CB60EBBD9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62411" y="1483594"/>
                <a:ext cx="58155" cy="580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1102374-7347-142C-1480-3010F8F37BEC}"/>
                  </a:ext>
                </a:extLst>
              </p14:cNvPr>
              <p14:cNvContentPartPr/>
              <p14:nvPr/>
            </p14:nvContentPartPr>
            <p14:xfrm>
              <a:off x="4587389" y="1952002"/>
              <a:ext cx="45719" cy="45719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1102374-7347-142C-1480-3010F8F37BE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81269" y="1945834"/>
                <a:ext cx="57959" cy="580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A02CE24-44FC-612F-95E1-EB86A7521718}"/>
                  </a:ext>
                </a:extLst>
              </p14:cNvPr>
              <p14:cNvContentPartPr/>
              <p14:nvPr/>
            </p14:nvContentPartPr>
            <p14:xfrm>
              <a:off x="4993829" y="1955602"/>
              <a:ext cx="45719" cy="45719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A02CE24-44FC-612F-95E1-EB86A752171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87661" y="1949434"/>
                <a:ext cx="58056" cy="58056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BF6297A8-14FB-737D-B063-4FED7FA2DFDC}"/>
              </a:ext>
            </a:extLst>
          </p:cNvPr>
          <p:cNvGrpSpPr/>
          <p:nvPr/>
        </p:nvGrpSpPr>
        <p:grpSpPr>
          <a:xfrm>
            <a:off x="4795829" y="1974322"/>
            <a:ext cx="45719" cy="45719"/>
            <a:chOff x="7963310" y="2199741"/>
            <a:chExt cx="18720" cy="2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7B1BED2-FE8C-8C55-6B1D-38FFE4DBEEC9}"/>
                    </a:ext>
                  </a:extLst>
                </p14:cNvPr>
                <p14:cNvContentPartPr/>
                <p14:nvPr/>
              </p14:nvContentPartPr>
              <p14:xfrm>
                <a:off x="7963310" y="2199741"/>
                <a:ext cx="5760" cy="8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7B1BED2-FE8C-8C55-6B1D-38FFE4DBEEC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60590" y="2196477"/>
                  <a:ext cx="11200" cy="151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1983714-892A-4B83-5CC9-4B112A15C168}"/>
                    </a:ext>
                  </a:extLst>
                </p14:cNvPr>
                <p14:cNvContentPartPr/>
                <p14:nvPr/>
              </p14:nvContentPartPr>
              <p14:xfrm>
                <a:off x="7964390" y="2199741"/>
                <a:ext cx="17640" cy="24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1983714-892A-4B83-5CC9-4B112A15C16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961849" y="2196487"/>
                  <a:ext cx="22723" cy="3062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4AF8CA1-E9C3-5D0E-E638-FADB1766039B}"/>
              </a:ext>
            </a:extLst>
          </p:cNvPr>
          <p:cNvGrpSpPr/>
          <p:nvPr/>
        </p:nvGrpSpPr>
        <p:grpSpPr>
          <a:xfrm>
            <a:off x="2697030" y="1378522"/>
            <a:ext cx="180360" cy="282473"/>
            <a:chOff x="5864510" y="1603941"/>
            <a:chExt cx="18036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B38863B-D9BF-EC1B-85EA-FE5A77F9B66D}"/>
                    </a:ext>
                  </a:extLst>
                </p14:cNvPr>
                <p14:cNvContentPartPr/>
                <p14:nvPr/>
              </p14:nvContentPartPr>
              <p14:xfrm>
                <a:off x="5880350" y="1603941"/>
                <a:ext cx="117360" cy="269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B38863B-D9BF-EC1B-85EA-FE5A77F9B66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74230" y="1598109"/>
                  <a:ext cx="129600" cy="2809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035B3CF-1F3B-4F7B-0D50-5B37D389C75B}"/>
                    </a:ext>
                  </a:extLst>
                </p14:cNvPr>
                <p14:cNvContentPartPr/>
                <p14:nvPr/>
              </p14:nvContentPartPr>
              <p14:xfrm>
                <a:off x="5864510" y="1614381"/>
                <a:ext cx="58680" cy="109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035B3CF-1F3B-4F7B-0D50-5B37D389C75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58390" y="1608550"/>
                  <a:ext cx="70920" cy="1207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B6684B6-D751-D719-CF71-4948C42DC6E0}"/>
                    </a:ext>
                  </a:extLst>
                </p14:cNvPr>
                <p14:cNvContentPartPr/>
                <p14:nvPr/>
              </p14:nvContentPartPr>
              <p14:xfrm>
                <a:off x="5991230" y="1778541"/>
                <a:ext cx="53640" cy="83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B6684B6-D751-D719-CF71-4948C42DC6E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85110" y="1772697"/>
                  <a:ext cx="65880" cy="9556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6CA9BE9-2253-D51D-BB4D-A3CAD7489771}"/>
              </a:ext>
            </a:extLst>
          </p:cNvPr>
          <p:cNvGrpSpPr/>
          <p:nvPr/>
        </p:nvGrpSpPr>
        <p:grpSpPr>
          <a:xfrm>
            <a:off x="2734830" y="1832123"/>
            <a:ext cx="179280" cy="306642"/>
            <a:chOff x="5902310" y="2057541"/>
            <a:chExt cx="17928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D6EC4BF-8965-4782-2C12-8E9D5331C3A8}"/>
                    </a:ext>
                  </a:extLst>
                </p14:cNvPr>
                <p14:cNvContentPartPr/>
                <p14:nvPr/>
              </p14:nvContentPartPr>
              <p14:xfrm>
                <a:off x="5902310" y="2057541"/>
                <a:ext cx="127800" cy="238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D6EC4BF-8965-4782-2C12-8E9D5331C3A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96190" y="2051711"/>
                  <a:ext cx="140040" cy="2503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25EF5F3-1B62-8155-663B-F2E06912A389}"/>
                    </a:ext>
                  </a:extLst>
                </p14:cNvPr>
                <p14:cNvContentPartPr/>
                <p14:nvPr/>
              </p14:nvContentPartPr>
              <p14:xfrm>
                <a:off x="5914910" y="2068701"/>
                <a:ext cx="59040" cy="100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25EF5F3-1B62-8155-663B-F2E06912A38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08790" y="2062853"/>
                  <a:ext cx="71280" cy="112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835E725-4D5B-DACF-71BD-442A4631A89F}"/>
                    </a:ext>
                  </a:extLst>
                </p14:cNvPr>
                <p14:cNvContentPartPr/>
                <p14:nvPr/>
              </p14:nvContentPartPr>
              <p14:xfrm>
                <a:off x="6005270" y="2220261"/>
                <a:ext cx="76320" cy="129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835E725-4D5B-DACF-71BD-442A4631A89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99150" y="2214432"/>
                  <a:ext cx="88560" cy="14125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F882745-6102-5EC4-F882-8BB11CC0598C}"/>
              </a:ext>
            </a:extLst>
          </p:cNvPr>
          <p:cNvGrpSpPr/>
          <p:nvPr/>
        </p:nvGrpSpPr>
        <p:grpSpPr>
          <a:xfrm>
            <a:off x="3613590" y="1449442"/>
            <a:ext cx="320400" cy="213743"/>
            <a:chOff x="6781070" y="1674861"/>
            <a:chExt cx="32040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E9E24E1-A2B1-9223-EC4F-7BA6B7A0AA6A}"/>
                    </a:ext>
                  </a:extLst>
                </p14:cNvPr>
                <p14:cNvContentPartPr/>
                <p14:nvPr/>
              </p14:nvContentPartPr>
              <p14:xfrm>
                <a:off x="6781070" y="1674861"/>
                <a:ext cx="231480" cy="165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E9E24E1-A2B1-9223-EC4F-7BA6B7A0AA6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74950" y="1669020"/>
                  <a:ext cx="243720" cy="177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2495B84-75BD-504A-5ADA-FD596E2D04B6}"/>
                    </a:ext>
                  </a:extLst>
                </p14:cNvPr>
                <p14:cNvContentPartPr/>
                <p14:nvPr/>
              </p14:nvContentPartPr>
              <p14:xfrm>
                <a:off x="7053950" y="1793661"/>
                <a:ext cx="47520" cy="84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2495B84-75BD-504A-5ADA-FD596E2D04B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47830" y="1787837"/>
                  <a:ext cx="59760" cy="9660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584F3F5-2494-B47C-5D62-550D0A694BAE}"/>
              </a:ext>
            </a:extLst>
          </p:cNvPr>
          <p:cNvGrpSpPr/>
          <p:nvPr/>
        </p:nvGrpSpPr>
        <p:grpSpPr>
          <a:xfrm>
            <a:off x="3667590" y="1901963"/>
            <a:ext cx="293400" cy="233380"/>
            <a:chOff x="6835070" y="2127381"/>
            <a:chExt cx="293400" cy="22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7B60B53-0C0B-8670-237C-09099DD871CF}"/>
                    </a:ext>
                  </a:extLst>
                </p14:cNvPr>
                <p14:cNvContentPartPr/>
                <p14:nvPr/>
              </p14:nvContentPartPr>
              <p14:xfrm>
                <a:off x="6835070" y="2127381"/>
                <a:ext cx="197640" cy="187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7B60B53-0C0B-8670-237C-09099DD871C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28950" y="2121541"/>
                  <a:ext cx="209880" cy="1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5DD4C3A-46DD-0890-97CC-6E3E092E67A3}"/>
                    </a:ext>
                  </a:extLst>
                </p14:cNvPr>
                <p14:cNvContentPartPr/>
                <p14:nvPr/>
              </p14:nvContentPartPr>
              <p14:xfrm>
                <a:off x="7053230" y="2273541"/>
                <a:ext cx="75240" cy="76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5DD4C3A-46DD-0890-97CC-6E3E092E67A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47110" y="2267697"/>
                  <a:ext cx="87480" cy="8800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02784CF-8E70-36E3-08DE-A315C3C8C70E}"/>
              </a:ext>
            </a:extLst>
          </p:cNvPr>
          <p:cNvGrpSpPr/>
          <p:nvPr/>
        </p:nvGrpSpPr>
        <p:grpSpPr>
          <a:xfrm>
            <a:off x="1665270" y="1430722"/>
            <a:ext cx="278280" cy="205813"/>
            <a:chOff x="4832750" y="1656141"/>
            <a:chExt cx="278280" cy="1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CE8876C-4EAF-0CBA-6D02-CCCD27E91E85}"/>
                    </a:ext>
                  </a:extLst>
                </p14:cNvPr>
                <p14:cNvContentPartPr/>
                <p14:nvPr/>
              </p14:nvContentPartPr>
              <p14:xfrm>
                <a:off x="4832750" y="1656141"/>
                <a:ext cx="156240" cy="149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CE8876C-4EAF-0CBA-6D02-CCCD27E91E8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826630" y="1650302"/>
                  <a:ext cx="168480" cy="1614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245AFCA-AFFB-9EA7-A681-FBE75E0435F4}"/>
                    </a:ext>
                  </a:extLst>
                </p14:cNvPr>
                <p14:cNvContentPartPr/>
                <p14:nvPr/>
              </p14:nvContentPartPr>
              <p14:xfrm>
                <a:off x="4865510" y="1658301"/>
                <a:ext cx="98280" cy="172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245AFCA-AFFB-9EA7-A681-FBE75E0435F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59390" y="1652472"/>
                  <a:ext cx="110520" cy="1844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85F7E19-1290-0DD7-AFB1-45B926C353B3}"/>
                    </a:ext>
                  </a:extLst>
                </p14:cNvPr>
                <p14:cNvContentPartPr/>
                <p14:nvPr/>
              </p14:nvContentPartPr>
              <p14:xfrm>
                <a:off x="5049470" y="1746501"/>
                <a:ext cx="61560" cy="1058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85F7E19-1290-0DD7-AFB1-45B926C353B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43350" y="1740678"/>
                  <a:ext cx="73800" cy="11748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D894602-4E9F-8FB2-38B6-9FAAB9D003B5}"/>
              </a:ext>
            </a:extLst>
          </p:cNvPr>
          <p:cNvGrpSpPr/>
          <p:nvPr/>
        </p:nvGrpSpPr>
        <p:grpSpPr>
          <a:xfrm>
            <a:off x="1690830" y="1851922"/>
            <a:ext cx="296640" cy="263591"/>
            <a:chOff x="4858310" y="2077341"/>
            <a:chExt cx="296640" cy="2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86E3C70-4697-F512-53F5-CE0898FEBBC6}"/>
                    </a:ext>
                  </a:extLst>
                </p14:cNvPr>
                <p14:cNvContentPartPr/>
                <p14:nvPr/>
              </p14:nvContentPartPr>
              <p14:xfrm>
                <a:off x="4858310" y="2077341"/>
                <a:ext cx="165600" cy="176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86E3C70-4697-F512-53F5-CE0898FEBBC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52190" y="2071507"/>
                  <a:ext cx="177840" cy="1877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04941A0-AEC1-D5DC-1CEC-2861ECAD99B5}"/>
                    </a:ext>
                  </a:extLst>
                </p14:cNvPr>
                <p14:cNvContentPartPr/>
                <p14:nvPr/>
              </p14:nvContentPartPr>
              <p14:xfrm>
                <a:off x="4901150" y="2115141"/>
                <a:ext cx="111600" cy="163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04941A0-AEC1-D5DC-1CEC-2861ECAD99B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95030" y="2109304"/>
                  <a:ext cx="123840" cy="1751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E620FA5-40CC-6A72-50E1-9F9E8A7DFB8C}"/>
                    </a:ext>
                  </a:extLst>
                </p14:cNvPr>
                <p14:cNvContentPartPr/>
                <p14:nvPr/>
              </p14:nvContentPartPr>
              <p14:xfrm>
                <a:off x="5089790" y="2223141"/>
                <a:ext cx="65160" cy="105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E620FA5-40CC-6A72-50E1-9F9E8A7DFB8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83670" y="2217300"/>
                  <a:ext cx="77400" cy="11716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563554D-5F14-4B3D-CBC4-3157F8234DF2}"/>
              </a:ext>
            </a:extLst>
          </p:cNvPr>
          <p:cNvGrpSpPr/>
          <p:nvPr/>
        </p:nvGrpSpPr>
        <p:grpSpPr>
          <a:xfrm>
            <a:off x="2325260" y="3955827"/>
            <a:ext cx="864000" cy="236024"/>
            <a:chOff x="5389670" y="4697781"/>
            <a:chExt cx="864000" cy="22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50657F8-9C32-2FD1-4C6D-D58A1B5624EE}"/>
                    </a:ext>
                  </a:extLst>
                </p14:cNvPr>
                <p14:cNvContentPartPr/>
                <p14:nvPr/>
              </p14:nvContentPartPr>
              <p14:xfrm>
                <a:off x="5407310" y="4733421"/>
                <a:ext cx="25920" cy="189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50657F8-9C32-2FD1-4C6D-D58A1B5624E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71670" y="4699460"/>
                  <a:ext cx="97560" cy="2576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1F6723F-FDA0-6476-3F7F-80C23CD52039}"/>
                    </a:ext>
                  </a:extLst>
                </p14:cNvPr>
                <p14:cNvContentPartPr/>
                <p14:nvPr/>
              </p14:nvContentPartPr>
              <p14:xfrm>
                <a:off x="5389670" y="4697781"/>
                <a:ext cx="166680" cy="42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1F6723F-FDA0-6476-3F7F-80C23CD5203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53670" y="4663523"/>
                  <a:ext cx="238320" cy="1106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18C89FE-2061-41C4-CDDF-797F976E0BC1}"/>
                    </a:ext>
                  </a:extLst>
                </p14:cNvPr>
                <p14:cNvContentPartPr/>
                <p14:nvPr/>
              </p14:nvContentPartPr>
              <p14:xfrm>
                <a:off x="5424590" y="4801461"/>
                <a:ext cx="110520" cy="24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18C89FE-2061-41C4-CDDF-797F976E0BC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388950" y="4767434"/>
                  <a:ext cx="182160" cy="92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8F35785-94BC-A483-D295-442C9FE35A84}"/>
                    </a:ext>
                  </a:extLst>
                </p14:cNvPr>
                <p14:cNvContentPartPr/>
                <p14:nvPr/>
              </p14:nvContentPartPr>
              <p14:xfrm>
                <a:off x="5545190" y="4842861"/>
                <a:ext cx="108000" cy="78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8F35785-94BC-A483-D295-442C9FE35A8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09190" y="4808791"/>
                  <a:ext cx="179640" cy="1466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AF0C286-4279-67A8-599A-599EECCD30EF}"/>
                    </a:ext>
                  </a:extLst>
                </p14:cNvPr>
                <p14:cNvContentPartPr/>
                <p14:nvPr/>
              </p14:nvContentPartPr>
              <p14:xfrm>
                <a:off x="5634110" y="4760061"/>
                <a:ext cx="21960" cy="10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AF0C286-4279-67A8-599A-599EECCD30E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98470" y="4725571"/>
                  <a:ext cx="93600" cy="801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695898B-549D-E77A-7256-FE656EAE30B2}"/>
                    </a:ext>
                  </a:extLst>
                </p14:cNvPr>
                <p14:cNvContentPartPr/>
                <p14:nvPr/>
              </p14:nvContentPartPr>
              <p14:xfrm>
                <a:off x="5697110" y="4815141"/>
                <a:ext cx="228960" cy="100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695898B-549D-E77A-7256-FE656EAE30B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661110" y="4781088"/>
                  <a:ext cx="300600" cy="1688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1632D98-C5A0-7B58-6D06-EA001A03B3DE}"/>
                    </a:ext>
                  </a:extLst>
                </p14:cNvPr>
                <p14:cNvContentPartPr/>
                <p14:nvPr/>
              </p14:nvContentPartPr>
              <p14:xfrm>
                <a:off x="5869910" y="4739181"/>
                <a:ext cx="16560" cy="9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1632D98-C5A0-7B58-6D06-EA001A03B3D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833910" y="4704861"/>
                  <a:ext cx="88200" cy="783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BA00BAC-4E98-5D64-80DA-A3AAF3E54D60}"/>
                    </a:ext>
                  </a:extLst>
                </p14:cNvPr>
                <p14:cNvContentPartPr/>
                <p14:nvPr/>
              </p14:nvContentPartPr>
              <p14:xfrm>
                <a:off x="5964230" y="4729821"/>
                <a:ext cx="141120" cy="169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BA00BAC-4E98-5D64-80DA-A3AAF3E54D6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928230" y="4695844"/>
                  <a:ext cx="212760" cy="2374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A2E3005-4185-A231-F7A0-4F737B978AEC}"/>
                    </a:ext>
                  </a:extLst>
                </p14:cNvPr>
                <p14:cNvContentPartPr/>
                <p14:nvPr/>
              </p14:nvContentPartPr>
              <p14:xfrm>
                <a:off x="5953430" y="4793181"/>
                <a:ext cx="67320" cy="18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A2E3005-4185-A231-F7A0-4F737B978AE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917790" y="4758514"/>
                  <a:ext cx="138960" cy="877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4ED3C3C-F556-BE55-83AA-60E53A1CCC11}"/>
                    </a:ext>
                  </a:extLst>
                </p14:cNvPr>
                <p14:cNvContentPartPr/>
                <p14:nvPr/>
              </p14:nvContentPartPr>
              <p14:xfrm>
                <a:off x="6100310" y="4775181"/>
                <a:ext cx="153360" cy="119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4ED3C3C-F556-BE55-83AA-60E53A1CCC1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064310" y="4741272"/>
                  <a:ext cx="225000" cy="18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52905D6-D14E-B807-AA63-84293BE9EC88}"/>
              </a:ext>
            </a:extLst>
          </p:cNvPr>
          <p:cNvGrpSpPr/>
          <p:nvPr/>
        </p:nvGrpSpPr>
        <p:grpSpPr>
          <a:xfrm>
            <a:off x="2398340" y="4429947"/>
            <a:ext cx="945720" cy="235268"/>
            <a:chOff x="5462750" y="5171901"/>
            <a:chExt cx="94572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194B260-F00A-A404-BD58-8CB9FB388DC9}"/>
                    </a:ext>
                  </a:extLst>
                </p14:cNvPr>
                <p14:cNvContentPartPr/>
                <p14:nvPr/>
              </p14:nvContentPartPr>
              <p14:xfrm>
                <a:off x="5462750" y="5201781"/>
                <a:ext cx="153000" cy="190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194B260-F00A-A404-BD58-8CB9FB388DC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27110" y="5167467"/>
                  <a:ext cx="224640" cy="2587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7DBE100-8399-30DC-7E39-42D29B94D28F}"/>
                    </a:ext>
                  </a:extLst>
                </p14:cNvPr>
                <p14:cNvContentPartPr/>
                <p14:nvPr/>
              </p14:nvContentPartPr>
              <p14:xfrm>
                <a:off x="5604230" y="5275221"/>
                <a:ext cx="117360" cy="105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7DBE100-8399-30DC-7E39-42D29B94D28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568230" y="5240974"/>
                  <a:ext cx="189000" cy="1736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A830A02-243A-EB62-EF41-E90DCFA4E072}"/>
                    </a:ext>
                  </a:extLst>
                </p14:cNvPr>
                <p14:cNvContentPartPr/>
                <p14:nvPr/>
              </p14:nvContentPartPr>
              <p14:xfrm>
                <a:off x="5751830" y="5191701"/>
                <a:ext cx="300240" cy="193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A830A02-243A-EB62-EF41-E90DCFA4E07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715830" y="5157361"/>
                  <a:ext cx="371880" cy="262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DEB5129-3275-230A-C47B-AC6224295051}"/>
                    </a:ext>
                  </a:extLst>
                </p14:cNvPr>
                <p14:cNvContentPartPr/>
                <p14:nvPr/>
              </p14:nvContentPartPr>
              <p14:xfrm>
                <a:off x="5917790" y="5259381"/>
                <a:ext cx="101160" cy="38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DEB5129-3275-230A-C47B-AC622429505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81790" y="5225276"/>
                  <a:ext cx="172800" cy="1067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CFB99D4-391D-9F4D-1F1C-B2AD46B03837}"/>
                    </a:ext>
                  </a:extLst>
                </p14:cNvPr>
                <p14:cNvContentPartPr/>
                <p14:nvPr/>
              </p14:nvContentPartPr>
              <p14:xfrm>
                <a:off x="6083030" y="5228781"/>
                <a:ext cx="57240" cy="130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CFB99D4-391D-9F4D-1F1C-B2AD46B0383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47390" y="5194482"/>
                  <a:ext cx="128880" cy="1989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619AE18-DFBA-E88B-691B-D81730A9B7EF}"/>
                    </a:ext>
                  </a:extLst>
                </p14:cNvPr>
                <p14:cNvContentPartPr/>
                <p14:nvPr/>
              </p14:nvContentPartPr>
              <p14:xfrm>
                <a:off x="6176270" y="5282421"/>
                <a:ext cx="112680" cy="113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619AE18-DFBA-E88B-691B-D81730A9B7E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140270" y="5248052"/>
                  <a:ext cx="184320" cy="1821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BF41F98-0E98-C3EC-662E-7AC7C0C10479}"/>
                    </a:ext>
                  </a:extLst>
                </p14:cNvPr>
                <p14:cNvContentPartPr/>
                <p14:nvPr/>
              </p14:nvContentPartPr>
              <p14:xfrm>
                <a:off x="6278510" y="5171901"/>
                <a:ext cx="129960" cy="222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BF41F98-0E98-C3EC-662E-7AC7C0C1047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242510" y="5137568"/>
                  <a:ext cx="201600" cy="290803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2" name="Rektangel 73">
            <a:extLst>
              <a:ext uri="{FF2B5EF4-FFF2-40B4-BE49-F238E27FC236}">
                <a16:creationId xmlns:a16="http://schemas.microsoft.com/office/drawing/2014/main" id="{DD22E346-3165-AB60-3E05-B406DE7211B6}"/>
              </a:ext>
            </a:extLst>
          </p:cNvPr>
          <p:cNvSpPr/>
          <p:nvPr/>
        </p:nvSpPr>
        <p:spPr>
          <a:xfrm>
            <a:off x="2183670" y="3818526"/>
            <a:ext cx="1280160" cy="1151040"/>
          </a:xfrm>
          <a:prstGeom prst="rect">
            <a:avLst/>
          </a:prstGeom>
          <a:solidFill>
            <a:srgbClr val="000000">
              <a:alpha val="5000"/>
            </a:srgbClr>
          </a:solidFill>
          <a:ln w="12600">
            <a:solidFill>
              <a:srgbClr val="000000"/>
            </a:solidFill>
          </a:ln>
        </p:spPr>
        <p:txBody>
          <a:bodyPr wrap="square" lIns="0" tIns="0" rIns="0" bIns="0" rtlCol="0" anchor="ctr" anchorCtr="1">
            <a:noAutofit/>
          </a:bodyPr>
          <a:lstStyle/>
          <a:p>
            <a:pPr marL="0" indent="0" algn="l">
              <a:buFont typeface="Arial" panose="020B0604020202020204" pitchFamily="34" charset="0"/>
              <a:buNone/>
              <a:defRPr sz="2800" b="1" dirty="0" err="1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en-US" sz="2800" b="1" dirty="0" err="1">
              <a:solidFill>
                <a:srgbClr val="000000"/>
              </a:solidFill>
              <a:latin typeface="+mn-lt"/>
              <a:ea typeface="Verdana" panose="020B0604030504040204" pitchFamily="34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BD0D4B5-4BF7-5991-3FBF-BD0D59BF07B9}"/>
              </a:ext>
            </a:extLst>
          </p:cNvPr>
          <p:cNvGrpSpPr/>
          <p:nvPr/>
        </p:nvGrpSpPr>
        <p:grpSpPr>
          <a:xfrm>
            <a:off x="2598750" y="2312722"/>
            <a:ext cx="430920" cy="1502243"/>
            <a:chOff x="5766230" y="2538141"/>
            <a:chExt cx="430920" cy="143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72838C9-8F2F-5F30-2224-BD092CB8F393}"/>
                    </a:ext>
                  </a:extLst>
                </p14:cNvPr>
                <p14:cNvContentPartPr/>
                <p14:nvPr/>
              </p14:nvContentPartPr>
              <p14:xfrm>
                <a:off x="5766230" y="2538141"/>
                <a:ext cx="253440" cy="256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72838C9-8F2F-5F30-2224-BD092CB8F39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730230" y="2503825"/>
                  <a:ext cx="325080" cy="3249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8D7C5EE-3DC0-B88C-CF80-7B3415807A4D}"/>
                    </a:ext>
                  </a:extLst>
                </p14:cNvPr>
                <p14:cNvContentPartPr/>
                <p14:nvPr/>
              </p14:nvContentPartPr>
              <p14:xfrm>
                <a:off x="5999510" y="2542461"/>
                <a:ext cx="197640" cy="267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8D7C5EE-3DC0-B88C-CF80-7B3415807A4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63870" y="2508125"/>
                  <a:ext cx="269280" cy="3358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232F27D-C2A9-FA72-6E4B-AE9E2911AADD}"/>
                    </a:ext>
                  </a:extLst>
                </p14:cNvPr>
                <p14:cNvContentPartPr/>
                <p14:nvPr/>
              </p14:nvContentPartPr>
              <p14:xfrm>
                <a:off x="5849750" y="2739381"/>
                <a:ext cx="69840" cy="12308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232F27D-C2A9-FA72-6E4B-AE9E2911AAD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813750" y="2705410"/>
                  <a:ext cx="141480" cy="12991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82CD569-F80D-6EE6-7ECE-144B40ECA952}"/>
                    </a:ext>
                  </a:extLst>
                </p14:cNvPr>
                <p14:cNvContentPartPr/>
                <p14:nvPr/>
              </p14:nvContentPartPr>
              <p14:xfrm>
                <a:off x="6042350" y="2679981"/>
                <a:ext cx="15840" cy="1232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82CD569-F80D-6EE6-7ECE-144B40ECA95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006350" y="2645655"/>
                  <a:ext cx="87480" cy="1300948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31238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5535E-C5C7-F278-1771-726435B89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8A3563-215E-679C-2867-59F6074350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12</a:t>
            </a:fld>
            <a:endParaRPr lang="nl-BE" dirty="0">
              <a:latin typeface="Calibri Light" panose="020F0302020204030204" pitchFamily="34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A3B74D5-4AC7-47F0-519D-B390500CCA69}"/>
              </a:ext>
            </a:extLst>
          </p:cNvPr>
          <p:cNvGraphicFramePr>
            <a:graphicFrameLocks noGrp="1"/>
          </p:cNvGraphicFramePr>
          <p:nvPr>
            <p:ph sz="quarter" idx="12"/>
          </p:nvPr>
        </p:nvGraphicFramePr>
        <p:xfrm>
          <a:off x="290855" y="1285952"/>
          <a:ext cx="5003800" cy="9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760">
                  <a:extLst>
                    <a:ext uri="{9D8B030D-6E8A-4147-A177-3AD203B41FA5}">
                      <a16:colId xmlns:a16="http://schemas.microsoft.com/office/drawing/2014/main" val="2061181861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4016048063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3940385068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346184841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2327760503"/>
                    </a:ext>
                  </a:extLst>
                </a:gridCol>
              </a:tblGrid>
              <a:tr h="479600"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90421"/>
                  </a:ext>
                </a:extLst>
              </a:tr>
              <a:tr h="479600"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6158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CC451D6-B7F5-6D16-B6A1-2E571D735FB5}"/>
                  </a:ext>
                </a:extLst>
              </p14:cNvPr>
              <p14:cNvContentPartPr/>
              <p14:nvPr/>
            </p14:nvContentPartPr>
            <p14:xfrm>
              <a:off x="608669" y="1529722"/>
              <a:ext cx="45719" cy="45719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CC451D6-B7F5-6D16-B6A1-2E571D735F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2501" y="1523403"/>
                <a:ext cx="58056" cy="583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F23A5B5-3F47-CB80-33C1-78EBD48A2772}"/>
                  </a:ext>
                </a:extLst>
              </p14:cNvPr>
              <p14:cNvContentPartPr/>
              <p14:nvPr/>
            </p14:nvContentPartPr>
            <p14:xfrm>
              <a:off x="753389" y="1525042"/>
              <a:ext cx="45719" cy="45719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F23A5B5-3F47-CB80-33C1-78EBD48A27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6966" y="1518824"/>
                <a:ext cx="58566" cy="58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8C87954-C8CB-C4CF-82E8-6FE26DD66716}"/>
                  </a:ext>
                </a:extLst>
              </p14:cNvPr>
              <p14:cNvContentPartPr/>
              <p14:nvPr/>
            </p14:nvContentPartPr>
            <p14:xfrm>
              <a:off x="860309" y="1541242"/>
              <a:ext cx="45719" cy="45719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8C87954-C8CB-C4CF-82E8-6FE26DD6671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3990" y="1533978"/>
                <a:ext cx="58357" cy="602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173A067-65F6-9F53-E21B-45521D3C8FF6}"/>
                  </a:ext>
                </a:extLst>
              </p14:cNvPr>
              <p14:cNvContentPartPr/>
              <p14:nvPr/>
            </p14:nvContentPartPr>
            <p14:xfrm>
              <a:off x="618389" y="1976842"/>
              <a:ext cx="45719" cy="45719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173A067-65F6-9F53-E21B-45521D3C8FF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2121" y="1970365"/>
                <a:ext cx="58255" cy="586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967D7DE-0711-8F5D-3D10-7BE97A7BB8C0}"/>
                  </a:ext>
                </a:extLst>
              </p14:cNvPr>
              <p14:cNvContentPartPr/>
              <p14:nvPr/>
            </p14:nvContentPartPr>
            <p14:xfrm>
              <a:off x="737909" y="1982962"/>
              <a:ext cx="45719" cy="45719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967D7DE-0711-8F5D-3D10-7BE97A7BB8C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1741" y="1976744"/>
                <a:ext cx="58056" cy="58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4C8C717-C60C-60A7-241A-0C65A9DF3AA8}"/>
                  </a:ext>
                </a:extLst>
              </p14:cNvPr>
              <p14:cNvContentPartPr/>
              <p14:nvPr/>
            </p14:nvContentPartPr>
            <p14:xfrm>
              <a:off x="880829" y="1983682"/>
              <a:ext cx="45719" cy="45719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4C8C717-C60C-60A7-241A-0C65A9DF3AA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74611" y="1977414"/>
                <a:ext cx="58155" cy="582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052185A-036B-CDC2-17D7-7CD9967E2FF8}"/>
                  </a:ext>
                </a:extLst>
              </p14:cNvPr>
              <p14:cNvContentPartPr/>
              <p14:nvPr/>
            </p14:nvContentPartPr>
            <p14:xfrm>
              <a:off x="4584149" y="1493002"/>
              <a:ext cx="45719" cy="45719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052185A-036B-CDC2-17D7-7CD9967E2FF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78029" y="1486784"/>
                <a:ext cx="57959" cy="58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495F3BF-F120-56A6-84B5-71D42553DEEA}"/>
                  </a:ext>
                </a:extLst>
              </p14:cNvPr>
              <p14:cNvContentPartPr/>
              <p14:nvPr/>
            </p14:nvContentPartPr>
            <p14:xfrm>
              <a:off x="4814549" y="1493722"/>
              <a:ext cx="45719" cy="45719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495F3BF-F120-56A6-84B5-71D42553DEE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08381" y="1487454"/>
                <a:ext cx="58056" cy="582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B27A9E2-B72C-4023-4103-C94EF719230B}"/>
                  </a:ext>
                </a:extLst>
              </p14:cNvPr>
              <p14:cNvContentPartPr/>
              <p14:nvPr/>
            </p14:nvContentPartPr>
            <p14:xfrm>
              <a:off x="4968629" y="1489762"/>
              <a:ext cx="45719" cy="45719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B27A9E2-B72C-4023-4103-C94EF719230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62411" y="1483642"/>
                <a:ext cx="58155" cy="579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369F42A-231B-11F4-9454-0DB18C23C05C}"/>
                  </a:ext>
                </a:extLst>
              </p14:cNvPr>
              <p14:cNvContentPartPr/>
              <p14:nvPr/>
            </p14:nvContentPartPr>
            <p14:xfrm>
              <a:off x="4587389" y="1952002"/>
              <a:ext cx="45719" cy="45719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369F42A-231B-11F4-9454-0DB18C23C05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81221" y="1945834"/>
                <a:ext cx="58056" cy="580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C7102E1-911E-DDA5-B4C5-426E2A37D403}"/>
                  </a:ext>
                </a:extLst>
              </p14:cNvPr>
              <p14:cNvContentPartPr/>
              <p14:nvPr/>
            </p14:nvContentPartPr>
            <p14:xfrm>
              <a:off x="4993829" y="1955602"/>
              <a:ext cx="45719" cy="45719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C7102E1-911E-DDA5-B4C5-426E2A37D40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87661" y="1949434"/>
                <a:ext cx="58056" cy="58056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6867C98-18A7-7CFF-2514-27DC99AB35AA}"/>
              </a:ext>
            </a:extLst>
          </p:cNvPr>
          <p:cNvGrpSpPr/>
          <p:nvPr/>
        </p:nvGrpSpPr>
        <p:grpSpPr>
          <a:xfrm>
            <a:off x="4795829" y="1974322"/>
            <a:ext cx="45719" cy="45719"/>
            <a:chOff x="7963310" y="2199741"/>
            <a:chExt cx="18720" cy="2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E3F2B96-5FEB-B02E-9EE2-77BEA380E4FD}"/>
                    </a:ext>
                  </a:extLst>
                </p14:cNvPr>
                <p14:cNvContentPartPr/>
                <p14:nvPr/>
              </p14:nvContentPartPr>
              <p14:xfrm>
                <a:off x="7963310" y="2199741"/>
                <a:ext cx="5760" cy="8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E3F2B96-5FEB-B02E-9EE2-77BEA380E4F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60590" y="2196477"/>
                  <a:ext cx="11200" cy="151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2A59119-5F11-6985-3874-997FAFCDE668}"/>
                    </a:ext>
                  </a:extLst>
                </p14:cNvPr>
                <p14:cNvContentPartPr/>
                <p14:nvPr/>
              </p14:nvContentPartPr>
              <p14:xfrm>
                <a:off x="7964390" y="2199741"/>
                <a:ext cx="17640" cy="24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2A59119-5F11-6985-3874-997FAFCDE66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961849" y="2196487"/>
                  <a:ext cx="22723" cy="3062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B16EC51-A564-E126-86D7-4868EC19B822}"/>
              </a:ext>
            </a:extLst>
          </p:cNvPr>
          <p:cNvGrpSpPr/>
          <p:nvPr/>
        </p:nvGrpSpPr>
        <p:grpSpPr>
          <a:xfrm>
            <a:off x="3613590" y="1449442"/>
            <a:ext cx="320400" cy="213743"/>
            <a:chOff x="6781070" y="1674861"/>
            <a:chExt cx="32040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962E074-95DE-8F4B-DEC5-6B445FEEEF97}"/>
                    </a:ext>
                  </a:extLst>
                </p14:cNvPr>
                <p14:cNvContentPartPr/>
                <p14:nvPr/>
              </p14:nvContentPartPr>
              <p14:xfrm>
                <a:off x="6781070" y="1674861"/>
                <a:ext cx="231480" cy="165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962E074-95DE-8F4B-DEC5-6B445FEEEF9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74950" y="1669020"/>
                  <a:ext cx="243720" cy="177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FFA4327-35F8-378E-7B30-CE5FB729FCFD}"/>
                    </a:ext>
                  </a:extLst>
                </p14:cNvPr>
                <p14:cNvContentPartPr/>
                <p14:nvPr/>
              </p14:nvContentPartPr>
              <p14:xfrm>
                <a:off x="7053950" y="1793661"/>
                <a:ext cx="47520" cy="84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FFA4327-35F8-378E-7B30-CE5FB729FCF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47783" y="1787837"/>
                  <a:ext cx="59853" cy="9660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4B4C40C-C763-CD4B-86BE-FA1ABDE204DB}"/>
              </a:ext>
            </a:extLst>
          </p:cNvPr>
          <p:cNvGrpSpPr/>
          <p:nvPr/>
        </p:nvGrpSpPr>
        <p:grpSpPr>
          <a:xfrm>
            <a:off x="3667590" y="1901963"/>
            <a:ext cx="293400" cy="233380"/>
            <a:chOff x="6835070" y="2127381"/>
            <a:chExt cx="293400" cy="22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E7A9955-C821-1119-43C9-17900192DE61}"/>
                    </a:ext>
                  </a:extLst>
                </p14:cNvPr>
                <p14:cNvContentPartPr/>
                <p14:nvPr/>
              </p14:nvContentPartPr>
              <p14:xfrm>
                <a:off x="6835070" y="2127381"/>
                <a:ext cx="197640" cy="187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E7A9955-C821-1119-43C9-17900192DE6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28950" y="2121552"/>
                  <a:ext cx="209880" cy="1992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0CBE9C0-1FCF-8F42-CAD9-836858756A53}"/>
                    </a:ext>
                  </a:extLst>
                </p14:cNvPr>
                <p14:cNvContentPartPr/>
                <p14:nvPr/>
              </p14:nvContentPartPr>
              <p14:xfrm>
                <a:off x="7053230" y="2273541"/>
                <a:ext cx="75240" cy="76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0CBE9C0-1FCF-8F42-CAD9-836858756A5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47110" y="2267697"/>
                  <a:ext cx="87480" cy="8800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2512E7E-61E0-C34D-36A2-2B0C87D634C1}"/>
              </a:ext>
            </a:extLst>
          </p:cNvPr>
          <p:cNvGrpSpPr/>
          <p:nvPr/>
        </p:nvGrpSpPr>
        <p:grpSpPr>
          <a:xfrm>
            <a:off x="1665270" y="1430722"/>
            <a:ext cx="278280" cy="205813"/>
            <a:chOff x="4832750" y="1656141"/>
            <a:chExt cx="278280" cy="1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AA036E8-9785-2E82-FDA2-8852A5337D9F}"/>
                    </a:ext>
                  </a:extLst>
                </p14:cNvPr>
                <p14:cNvContentPartPr/>
                <p14:nvPr/>
              </p14:nvContentPartPr>
              <p14:xfrm>
                <a:off x="4832750" y="1656141"/>
                <a:ext cx="156240" cy="149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AA036E8-9785-2E82-FDA2-8852A5337D9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826630" y="1650302"/>
                  <a:ext cx="168480" cy="1614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3A004CA-FE23-5F68-0A7B-D51929DFD721}"/>
                    </a:ext>
                  </a:extLst>
                </p14:cNvPr>
                <p14:cNvContentPartPr/>
                <p14:nvPr/>
              </p14:nvContentPartPr>
              <p14:xfrm>
                <a:off x="4865510" y="1658301"/>
                <a:ext cx="98280" cy="172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3A004CA-FE23-5F68-0A7B-D51929DFD72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59412" y="1652461"/>
                  <a:ext cx="110475" cy="1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D9999D3-273D-B6FE-BD1C-5B0D3C7FFA14}"/>
                    </a:ext>
                  </a:extLst>
                </p14:cNvPr>
                <p14:cNvContentPartPr/>
                <p14:nvPr/>
              </p14:nvContentPartPr>
              <p14:xfrm>
                <a:off x="5049470" y="1746501"/>
                <a:ext cx="61560" cy="1058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D9999D3-273D-B6FE-BD1C-5B0D3C7FFA1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43386" y="1740659"/>
                  <a:ext cx="73729" cy="11752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C6D4DAC-34F1-0DB3-11A5-B8642DDB429A}"/>
              </a:ext>
            </a:extLst>
          </p:cNvPr>
          <p:cNvGrpSpPr/>
          <p:nvPr/>
        </p:nvGrpSpPr>
        <p:grpSpPr>
          <a:xfrm>
            <a:off x="1690830" y="1851922"/>
            <a:ext cx="296640" cy="263591"/>
            <a:chOff x="4858310" y="2077341"/>
            <a:chExt cx="296640" cy="2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D849C8E-4B96-E8D5-FDB0-31040EE14015}"/>
                    </a:ext>
                  </a:extLst>
                </p14:cNvPr>
                <p14:cNvContentPartPr/>
                <p14:nvPr/>
              </p14:nvContentPartPr>
              <p14:xfrm>
                <a:off x="4858310" y="2077341"/>
                <a:ext cx="165600" cy="176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D849C8E-4B96-E8D5-FDB0-31040EE1401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52190" y="2071507"/>
                  <a:ext cx="177840" cy="1877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A1C6556-FC2F-E6AA-7E3B-BF48B0978FB1}"/>
                    </a:ext>
                  </a:extLst>
                </p14:cNvPr>
                <p14:cNvContentPartPr/>
                <p14:nvPr/>
              </p14:nvContentPartPr>
              <p14:xfrm>
                <a:off x="4901150" y="2115141"/>
                <a:ext cx="111600" cy="163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A1C6556-FC2F-E6AA-7E3B-BF48B0978FB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95030" y="2109304"/>
                  <a:ext cx="123840" cy="1751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2B290CB-BE94-D0FC-C6C5-59D501521689}"/>
                    </a:ext>
                  </a:extLst>
                </p14:cNvPr>
                <p14:cNvContentPartPr/>
                <p14:nvPr/>
              </p14:nvContentPartPr>
              <p14:xfrm>
                <a:off x="5089790" y="2223141"/>
                <a:ext cx="65160" cy="105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2B290CB-BE94-D0FC-C6C5-59D50152168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083670" y="2217300"/>
                  <a:ext cx="77400" cy="11716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606A2C0-56A4-E6C2-F16B-78B0D85DE44A}"/>
              </a:ext>
            </a:extLst>
          </p:cNvPr>
          <p:cNvGrpSpPr/>
          <p:nvPr/>
        </p:nvGrpSpPr>
        <p:grpSpPr>
          <a:xfrm>
            <a:off x="2325260" y="3955827"/>
            <a:ext cx="864000" cy="236024"/>
            <a:chOff x="5389670" y="4697781"/>
            <a:chExt cx="864000" cy="22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0D03F5F-5257-7952-8A6D-88AF42CB6AE7}"/>
                    </a:ext>
                  </a:extLst>
                </p14:cNvPr>
                <p14:cNvContentPartPr/>
                <p14:nvPr/>
              </p14:nvContentPartPr>
              <p14:xfrm>
                <a:off x="5407310" y="4733421"/>
                <a:ext cx="25920" cy="189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0D03F5F-5257-7952-8A6D-88AF42CB6AE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71310" y="4699117"/>
                  <a:ext cx="97560" cy="2576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650FE09-059E-5248-F113-7AA7AAAA2DEC}"/>
                    </a:ext>
                  </a:extLst>
                </p14:cNvPr>
                <p14:cNvContentPartPr/>
                <p14:nvPr/>
              </p14:nvContentPartPr>
              <p14:xfrm>
                <a:off x="5389670" y="4697781"/>
                <a:ext cx="166680" cy="42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650FE09-059E-5248-F113-7AA7AAAA2DE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53670" y="4663523"/>
                  <a:ext cx="238320" cy="1106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8D65C00-691F-EC5E-FB38-0994C4B9E4F3}"/>
                    </a:ext>
                  </a:extLst>
                </p14:cNvPr>
                <p14:cNvContentPartPr/>
                <p14:nvPr/>
              </p14:nvContentPartPr>
              <p14:xfrm>
                <a:off x="5424590" y="4801461"/>
                <a:ext cx="110520" cy="24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8D65C00-691F-EC5E-FB38-0994C4B9E4F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88590" y="4767434"/>
                  <a:ext cx="182160" cy="92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1E45695-C485-B883-AE07-BE352DF6DC5B}"/>
                    </a:ext>
                  </a:extLst>
                </p14:cNvPr>
                <p14:cNvContentPartPr/>
                <p14:nvPr/>
              </p14:nvContentPartPr>
              <p14:xfrm>
                <a:off x="5545190" y="4842861"/>
                <a:ext cx="108000" cy="78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1E45695-C485-B883-AE07-BE352DF6DC5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09190" y="4808447"/>
                  <a:ext cx="179640" cy="1466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57E94C7-8038-D80B-BE72-FC8964CD86D3}"/>
                    </a:ext>
                  </a:extLst>
                </p14:cNvPr>
                <p14:cNvContentPartPr/>
                <p14:nvPr/>
              </p14:nvContentPartPr>
              <p14:xfrm>
                <a:off x="5634110" y="4760061"/>
                <a:ext cx="21960" cy="10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57E94C7-8038-D80B-BE72-FC8964CD86D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97510" y="4725222"/>
                  <a:ext cx="94794" cy="801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D4F1BAE-B061-9362-CCC2-10AFACB63BAA}"/>
                    </a:ext>
                  </a:extLst>
                </p14:cNvPr>
                <p14:cNvContentPartPr/>
                <p14:nvPr/>
              </p14:nvContentPartPr>
              <p14:xfrm>
                <a:off x="5697110" y="4815141"/>
                <a:ext cx="228960" cy="100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D4F1BAE-B061-9362-CCC2-10AFACB63BA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61167" y="4780744"/>
                  <a:ext cx="300488" cy="1688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0FF307F-3A45-59E4-3205-A3D5F20F5FA0}"/>
                    </a:ext>
                  </a:extLst>
                </p14:cNvPr>
                <p14:cNvContentPartPr/>
                <p14:nvPr/>
              </p14:nvContentPartPr>
              <p14:xfrm>
                <a:off x="5869910" y="4739181"/>
                <a:ext cx="16560" cy="9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0FF307F-3A45-59E4-3205-A3D5F20F5FA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33910" y="4704514"/>
                  <a:ext cx="88200" cy="783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E8FFEE6-6140-4397-C014-784475CEAEDF}"/>
                    </a:ext>
                  </a:extLst>
                </p14:cNvPr>
                <p14:cNvContentPartPr/>
                <p14:nvPr/>
              </p14:nvContentPartPr>
              <p14:xfrm>
                <a:off x="5964230" y="4729821"/>
                <a:ext cx="141120" cy="169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E8FFEE6-6140-4397-C014-784475CEAED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928230" y="4695501"/>
                  <a:ext cx="212760" cy="2374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11688C7-CBE5-A4DE-6A40-31CED1D69DE0}"/>
                    </a:ext>
                  </a:extLst>
                </p14:cNvPr>
                <p14:cNvContentPartPr/>
                <p14:nvPr/>
              </p14:nvContentPartPr>
              <p14:xfrm>
                <a:off x="5953430" y="4793181"/>
                <a:ext cx="67320" cy="18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11688C7-CBE5-A4DE-6A40-31CED1D69D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917236" y="4759145"/>
                  <a:ext cx="139345" cy="864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AD3C7CC-2B76-FE7B-8B4D-17D531A4C26B}"/>
                    </a:ext>
                  </a:extLst>
                </p14:cNvPr>
                <p14:cNvContentPartPr/>
                <p14:nvPr/>
              </p14:nvContentPartPr>
              <p14:xfrm>
                <a:off x="6100310" y="4775181"/>
                <a:ext cx="153360" cy="119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AD3C7CC-2B76-FE7B-8B4D-17D531A4C26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064394" y="4740831"/>
                  <a:ext cx="224832" cy="18823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E72C933-9F12-BCE8-956F-B2130A5178D0}"/>
              </a:ext>
            </a:extLst>
          </p:cNvPr>
          <p:cNvGrpSpPr/>
          <p:nvPr/>
        </p:nvGrpSpPr>
        <p:grpSpPr>
          <a:xfrm>
            <a:off x="2398340" y="4429947"/>
            <a:ext cx="945720" cy="235268"/>
            <a:chOff x="5462750" y="5171901"/>
            <a:chExt cx="94572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78FB832-8CDF-9CE1-685A-0EAE02E8F740}"/>
                    </a:ext>
                  </a:extLst>
                </p14:cNvPr>
                <p14:cNvContentPartPr/>
                <p14:nvPr/>
              </p14:nvContentPartPr>
              <p14:xfrm>
                <a:off x="5462750" y="5201781"/>
                <a:ext cx="153000" cy="190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78FB832-8CDF-9CE1-685A-0EAE02E8F74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26665" y="5167467"/>
                  <a:ext cx="224809" cy="2587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E5363AC-D914-D197-50FF-5F5C6CBF38DD}"/>
                    </a:ext>
                  </a:extLst>
                </p14:cNvPr>
                <p14:cNvContentPartPr/>
                <p14:nvPr/>
              </p14:nvContentPartPr>
              <p14:xfrm>
                <a:off x="5604230" y="5275221"/>
                <a:ext cx="117360" cy="105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E5363AC-D914-D197-50FF-5F5C6CBF38D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568230" y="5240974"/>
                  <a:ext cx="189000" cy="1736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EC97A6F-D385-FA4E-211E-B59B10C868EB}"/>
                    </a:ext>
                  </a:extLst>
                </p14:cNvPr>
                <p14:cNvContentPartPr/>
                <p14:nvPr/>
              </p14:nvContentPartPr>
              <p14:xfrm>
                <a:off x="5751830" y="5191701"/>
                <a:ext cx="300240" cy="193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EC97A6F-D385-FA4E-211E-B59B10C868E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15830" y="5157361"/>
                  <a:ext cx="371880" cy="262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0844763-85A0-736B-03A1-DEC454AB9C27}"/>
                    </a:ext>
                  </a:extLst>
                </p14:cNvPr>
                <p14:cNvContentPartPr/>
                <p14:nvPr/>
              </p14:nvContentPartPr>
              <p14:xfrm>
                <a:off x="5917790" y="5259381"/>
                <a:ext cx="101160" cy="38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0844763-85A0-736B-03A1-DEC454AB9C2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81790" y="5225276"/>
                  <a:ext cx="172800" cy="1067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93D27FA-120B-B02D-F255-20D5A3D59CFD}"/>
                    </a:ext>
                  </a:extLst>
                </p14:cNvPr>
                <p14:cNvContentPartPr/>
                <p14:nvPr/>
              </p14:nvContentPartPr>
              <p14:xfrm>
                <a:off x="6083030" y="5228781"/>
                <a:ext cx="57240" cy="130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93D27FA-120B-B02D-F255-20D5A3D59CF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047030" y="5194482"/>
                  <a:ext cx="128880" cy="1989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E7311C6-7432-028C-A928-720B8D18E917}"/>
                    </a:ext>
                  </a:extLst>
                </p14:cNvPr>
                <p14:cNvContentPartPr/>
                <p14:nvPr/>
              </p14:nvContentPartPr>
              <p14:xfrm>
                <a:off x="6176270" y="5282421"/>
                <a:ext cx="112680" cy="113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E7311C6-7432-028C-A928-720B8D18E91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140270" y="5248156"/>
                  <a:ext cx="184320" cy="1819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4BECE0C-3B4C-8BB3-8533-E601564AEB26}"/>
                    </a:ext>
                  </a:extLst>
                </p14:cNvPr>
                <p14:cNvContentPartPr/>
                <p14:nvPr/>
              </p14:nvContentPartPr>
              <p14:xfrm>
                <a:off x="6278510" y="5171901"/>
                <a:ext cx="129960" cy="222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4BECE0C-3B4C-8BB3-8533-E601564AEB2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242510" y="5137568"/>
                  <a:ext cx="201600" cy="290803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2" name="Rektangel 73">
            <a:extLst>
              <a:ext uri="{FF2B5EF4-FFF2-40B4-BE49-F238E27FC236}">
                <a16:creationId xmlns:a16="http://schemas.microsoft.com/office/drawing/2014/main" id="{1ED96E8E-E11D-32E3-57B3-3DC4E4E12BDB}"/>
              </a:ext>
            </a:extLst>
          </p:cNvPr>
          <p:cNvSpPr/>
          <p:nvPr/>
        </p:nvSpPr>
        <p:spPr>
          <a:xfrm>
            <a:off x="2183670" y="3818526"/>
            <a:ext cx="1280160" cy="1151040"/>
          </a:xfrm>
          <a:prstGeom prst="rect">
            <a:avLst/>
          </a:prstGeom>
          <a:solidFill>
            <a:srgbClr val="000000">
              <a:alpha val="5000"/>
            </a:srgbClr>
          </a:solidFill>
          <a:ln w="12600">
            <a:solidFill>
              <a:srgbClr val="000000"/>
            </a:solidFill>
          </a:ln>
        </p:spPr>
        <p:txBody>
          <a:bodyPr wrap="square" lIns="0" tIns="0" rIns="0" bIns="0" rtlCol="0" anchor="ctr" anchorCtr="1">
            <a:noAutofit/>
          </a:bodyPr>
          <a:lstStyle/>
          <a:p>
            <a:pPr marL="0" indent="0" algn="l">
              <a:buFont typeface="Arial" panose="020B0604020202020204" pitchFamily="34" charset="0"/>
              <a:buNone/>
              <a:defRPr sz="2800" b="1" dirty="0" err="1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en-US" sz="2800" b="1" dirty="0" err="1">
              <a:solidFill>
                <a:srgbClr val="000000"/>
              </a:solidFill>
              <a:latin typeface="+mn-lt"/>
              <a:ea typeface="Verdana" panose="020B0604030504040204" pitchFamily="34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7106D57-CD09-6F7C-742C-23AD0E636DE1}"/>
              </a:ext>
            </a:extLst>
          </p:cNvPr>
          <p:cNvGrpSpPr/>
          <p:nvPr/>
        </p:nvGrpSpPr>
        <p:grpSpPr>
          <a:xfrm>
            <a:off x="2598750" y="2312722"/>
            <a:ext cx="430920" cy="1502243"/>
            <a:chOff x="5766230" y="2538141"/>
            <a:chExt cx="430920" cy="143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31156A2-C120-3D71-3F30-4EBB86FBE6F4}"/>
                    </a:ext>
                  </a:extLst>
                </p14:cNvPr>
                <p14:cNvContentPartPr/>
                <p14:nvPr/>
              </p14:nvContentPartPr>
              <p14:xfrm>
                <a:off x="5766230" y="2538141"/>
                <a:ext cx="253440" cy="256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31156A2-C120-3D71-3F30-4EBB86FBE6F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30230" y="2503825"/>
                  <a:ext cx="325080" cy="3249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EDCB752-3554-58A4-84F8-CBD01D41AE95}"/>
                    </a:ext>
                  </a:extLst>
                </p14:cNvPr>
                <p14:cNvContentPartPr/>
                <p14:nvPr/>
              </p14:nvContentPartPr>
              <p14:xfrm>
                <a:off x="5999510" y="2542461"/>
                <a:ext cx="197640" cy="267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EDCB752-3554-58A4-84F8-CBD01D41AE9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63510" y="2508125"/>
                  <a:ext cx="269280" cy="3358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77A4DA4-4166-FD96-D584-5307D83BBC96}"/>
                    </a:ext>
                  </a:extLst>
                </p14:cNvPr>
                <p14:cNvContentPartPr/>
                <p14:nvPr/>
              </p14:nvContentPartPr>
              <p14:xfrm>
                <a:off x="5849750" y="2739381"/>
                <a:ext cx="69840" cy="12308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77A4DA4-4166-FD96-D584-5307D83BBC9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13750" y="2705058"/>
                  <a:ext cx="141480" cy="12991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9A531F6-E767-2FDE-51D4-E4A27BB9ED45}"/>
                    </a:ext>
                  </a:extLst>
                </p14:cNvPr>
                <p14:cNvContentPartPr/>
                <p14:nvPr/>
              </p14:nvContentPartPr>
              <p14:xfrm>
                <a:off x="6042350" y="2679981"/>
                <a:ext cx="15840" cy="1232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9A531F6-E767-2FDE-51D4-E4A27BB9ED4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06350" y="2645655"/>
                  <a:ext cx="87480" cy="1300948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A180C724-11C5-6899-CDAF-30F4FFE852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9948457"/>
              </p:ext>
            </p:extLst>
          </p:nvPr>
        </p:nvGraphicFramePr>
        <p:xfrm>
          <a:off x="6805725" y="1282391"/>
          <a:ext cx="5003800" cy="9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760">
                  <a:extLst>
                    <a:ext uri="{9D8B030D-6E8A-4147-A177-3AD203B41FA5}">
                      <a16:colId xmlns:a16="http://schemas.microsoft.com/office/drawing/2014/main" val="2061181861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4016048063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3940385068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346184841"/>
                    </a:ext>
                  </a:extLst>
                </a:gridCol>
                <a:gridCol w="1000760">
                  <a:extLst>
                    <a:ext uri="{9D8B030D-6E8A-4147-A177-3AD203B41FA5}">
                      <a16:colId xmlns:a16="http://schemas.microsoft.com/office/drawing/2014/main" val="2327760503"/>
                    </a:ext>
                  </a:extLst>
                </a:gridCol>
              </a:tblGrid>
              <a:tr h="479600"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90421"/>
                  </a:ext>
                </a:extLst>
              </a:tr>
              <a:tr h="479600"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BE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6158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088E5E3-E0A6-6D59-FA4A-5FB9499CBCA7}"/>
                  </a:ext>
                </a:extLst>
              </p14:cNvPr>
              <p14:cNvContentPartPr/>
              <p14:nvPr/>
            </p14:nvContentPartPr>
            <p14:xfrm>
              <a:off x="7123539" y="1526161"/>
              <a:ext cx="45719" cy="45719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088E5E3-E0A6-6D59-FA4A-5FB9499CBC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17371" y="1519842"/>
                <a:ext cx="58056" cy="583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A98CA2E-3125-0708-EE48-3C973CECB577}"/>
                  </a:ext>
                </a:extLst>
              </p14:cNvPr>
              <p14:cNvContentPartPr/>
              <p14:nvPr/>
            </p14:nvContentPartPr>
            <p14:xfrm>
              <a:off x="7268259" y="1521481"/>
              <a:ext cx="45719" cy="45719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A98CA2E-3125-0708-EE48-3C973CECB5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61836" y="1515263"/>
                <a:ext cx="58566" cy="58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277AF6C-534C-2F85-F4C5-81A081D8A104}"/>
                  </a:ext>
                </a:extLst>
              </p14:cNvPr>
              <p14:cNvContentPartPr/>
              <p14:nvPr/>
            </p14:nvContentPartPr>
            <p14:xfrm>
              <a:off x="7375179" y="1537681"/>
              <a:ext cx="45719" cy="45719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277AF6C-534C-2F85-F4C5-81A081D8A10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68860" y="1530417"/>
                <a:ext cx="58357" cy="602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4648554-AD04-E984-0C3E-5F9B40FA85DE}"/>
                  </a:ext>
                </a:extLst>
              </p14:cNvPr>
              <p14:cNvContentPartPr/>
              <p14:nvPr/>
            </p14:nvContentPartPr>
            <p14:xfrm>
              <a:off x="7133259" y="1973281"/>
              <a:ext cx="45719" cy="45719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4648554-AD04-E984-0C3E-5F9B40FA85D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26991" y="1966804"/>
                <a:ext cx="58255" cy="586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133F3E9-7EFA-A824-D4D2-A9F37A695070}"/>
                  </a:ext>
                </a:extLst>
              </p14:cNvPr>
              <p14:cNvContentPartPr/>
              <p14:nvPr/>
            </p14:nvContentPartPr>
            <p14:xfrm>
              <a:off x="7252779" y="1979401"/>
              <a:ext cx="45719" cy="45719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133F3E9-7EFA-A824-D4D2-A9F37A6950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46611" y="1973183"/>
                <a:ext cx="58056" cy="58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40AB317-EF0E-5844-D311-F48B0685BBEF}"/>
                  </a:ext>
                </a:extLst>
              </p14:cNvPr>
              <p14:cNvContentPartPr/>
              <p14:nvPr/>
            </p14:nvContentPartPr>
            <p14:xfrm>
              <a:off x="7395699" y="1980121"/>
              <a:ext cx="45719" cy="45719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40AB317-EF0E-5844-D311-F48B0685BBE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389481" y="1973853"/>
                <a:ext cx="58155" cy="582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1726FED-C25B-2FB1-269F-48FD2EAA367E}"/>
                  </a:ext>
                </a:extLst>
              </p14:cNvPr>
              <p14:cNvContentPartPr/>
              <p14:nvPr/>
            </p14:nvContentPartPr>
            <p14:xfrm>
              <a:off x="11099019" y="1489441"/>
              <a:ext cx="45719" cy="45719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1726FED-C25B-2FB1-269F-48FD2EAA367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092899" y="1483223"/>
                <a:ext cx="57959" cy="58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6D40A0CF-58E4-BA66-EE65-E2BE64453723}"/>
                  </a:ext>
                </a:extLst>
              </p14:cNvPr>
              <p14:cNvContentPartPr/>
              <p14:nvPr/>
            </p14:nvContentPartPr>
            <p14:xfrm>
              <a:off x="11329419" y="1490161"/>
              <a:ext cx="45719" cy="45719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6D40A0CF-58E4-BA66-EE65-E2BE6445372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323251" y="1483893"/>
                <a:ext cx="58056" cy="582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6414401-BCF5-9BE9-3BBC-8AB42199D6A5}"/>
                  </a:ext>
                </a:extLst>
              </p14:cNvPr>
              <p14:cNvContentPartPr/>
              <p14:nvPr/>
            </p14:nvContentPartPr>
            <p14:xfrm>
              <a:off x="11483499" y="1486201"/>
              <a:ext cx="45719" cy="45719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6414401-BCF5-9BE9-3BBC-8AB42199D6A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477281" y="1480081"/>
                <a:ext cx="58155" cy="579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5D2D38B7-5A33-6FB1-A7E7-3E1ED8341A5E}"/>
                  </a:ext>
                </a:extLst>
              </p14:cNvPr>
              <p14:cNvContentPartPr/>
              <p14:nvPr/>
            </p14:nvContentPartPr>
            <p14:xfrm>
              <a:off x="11102259" y="1948441"/>
              <a:ext cx="45719" cy="45719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5D2D38B7-5A33-6FB1-A7E7-3E1ED8341A5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096091" y="1942273"/>
                <a:ext cx="58056" cy="580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7870BEE-8C75-1CEF-BD99-E562971F9FBD}"/>
                  </a:ext>
                </a:extLst>
              </p14:cNvPr>
              <p14:cNvContentPartPr/>
              <p14:nvPr/>
            </p14:nvContentPartPr>
            <p14:xfrm>
              <a:off x="11508699" y="1952041"/>
              <a:ext cx="45719" cy="45719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7870BEE-8C75-1CEF-BD99-E562971F9FB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502531" y="1945873"/>
                <a:ext cx="58056" cy="58056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2E76355B-573F-30D8-4D8E-0265F2F469EE}"/>
              </a:ext>
            </a:extLst>
          </p:cNvPr>
          <p:cNvGrpSpPr/>
          <p:nvPr/>
        </p:nvGrpSpPr>
        <p:grpSpPr>
          <a:xfrm>
            <a:off x="11310699" y="1970761"/>
            <a:ext cx="45719" cy="45719"/>
            <a:chOff x="7963310" y="2199741"/>
            <a:chExt cx="18720" cy="2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5B25843-1DCE-CA40-2EAA-1C7D9BEA229C}"/>
                    </a:ext>
                  </a:extLst>
                </p14:cNvPr>
                <p14:cNvContentPartPr/>
                <p14:nvPr/>
              </p14:nvContentPartPr>
              <p14:xfrm>
                <a:off x="7963310" y="2199741"/>
                <a:ext cx="5760" cy="8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5B25843-1DCE-CA40-2EAA-1C7D9BEA229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960590" y="2196477"/>
                  <a:ext cx="11200" cy="151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73B3DE0-2E34-19F8-A5F6-986EDD9DF8B6}"/>
                    </a:ext>
                  </a:extLst>
                </p14:cNvPr>
                <p14:cNvContentPartPr/>
                <p14:nvPr/>
              </p14:nvContentPartPr>
              <p14:xfrm>
                <a:off x="7964390" y="2199741"/>
                <a:ext cx="17640" cy="24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73B3DE0-2E34-19F8-A5F6-986EDD9DF8B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961849" y="2196487"/>
                  <a:ext cx="22723" cy="3062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D50373C-11EB-440B-E673-60352B5E3C4E}"/>
              </a:ext>
            </a:extLst>
          </p:cNvPr>
          <p:cNvGrpSpPr/>
          <p:nvPr/>
        </p:nvGrpSpPr>
        <p:grpSpPr>
          <a:xfrm>
            <a:off x="10128460" y="1445881"/>
            <a:ext cx="320400" cy="213743"/>
            <a:chOff x="6781070" y="1674861"/>
            <a:chExt cx="32040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B799EDF-C4E2-D0E0-B25E-682BE2460CB6}"/>
                    </a:ext>
                  </a:extLst>
                </p14:cNvPr>
                <p14:cNvContentPartPr/>
                <p14:nvPr/>
              </p14:nvContentPartPr>
              <p14:xfrm>
                <a:off x="6781070" y="1674861"/>
                <a:ext cx="231480" cy="165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B799EDF-C4E2-D0E0-B25E-682BE2460CB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74950" y="1669020"/>
                  <a:ext cx="243720" cy="1772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03BD2F3-360B-8EBD-A4A6-3D3A3BA3264F}"/>
                    </a:ext>
                  </a:extLst>
                </p14:cNvPr>
                <p14:cNvContentPartPr/>
                <p14:nvPr/>
              </p14:nvContentPartPr>
              <p14:xfrm>
                <a:off x="7053950" y="1793661"/>
                <a:ext cx="47520" cy="84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03BD2F3-360B-8EBD-A4A6-3D3A3BA3264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47783" y="1787837"/>
                  <a:ext cx="59853" cy="9660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52705AB-5681-BB8F-6EF7-4327ABD49796}"/>
              </a:ext>
            </a:extLst>
          </p:cNvPr>
          <p:cNvGrpSpPr/>
          <p:nvPr/>
        </p:nvGrpSpPr>
        <p:grpSpPr>
          <a:xfrm>
            <a:off x="10182460" y="1898402"/>
            <a:ext cx="293400" cy="233380"/>
            <a:chOff x="6835070" y="2127381"/>
            <a:chExt cx="293400" cy="22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E873BE0-4351-2462-4417-D57293D60856}"/>
                    </a:ext>
                  </a:extLst>
                </p14:cNvPr>
                <p14:cNvContentPartPr/>
                <p14:nvPr/>
              </p14:nvContentPartPr>
              <p14:xfrm>
                <a:off x="6835070" y="2127381"/>
                <a:ext cx="197640" cy="1875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E873BE0-4351-2462-4417-D57293D6085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28950" y="2121552"/>
                  <a:ext cx="209880" cy="1992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A7EA9E7-1119-527F-4383-7C7573AD43E2}"/>
                    </a:ext>
                  </a:extLst>
                </p14:cNvPr>
                <p14:cNvContentPartPr/>
                <p14:nvPr/>
              </p14:nvContentPartPr>
              <p14:xfrm>
                <a:off x="7053230" y="2273541"/>
                <a:ext cx="75240" cy="76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A7EA9E7-1119-527F-4383-7C7573AD43E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47110" y="2267697"/>
                  <a:ext cx="87480" cy="8800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13FD301-12AC-B686-B557-0E2B7D57507B}"/>
              </a:ext>
            </a:extLst>
          </p:cNvPr>
          <p:cNvGrpSpPr/>
          <p:nvPr/>
        </p:nvGrpSpPr>
        <p:grpSpPr>
          <a:xfrm>
            <a:off x="8180140" y="1427161"/>
            <a:ext cx="278280" cy="205813"/>
            <a:chOff x="4832750" y="1656141"/>
            <a:chExt cx="278280" cy="1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B06838E-206C-1F55-26C8-7E6EE62F5F17}"/>
                    </a:ext>
                  </a:extLst>
                </p14:cNvPr>
                <p14:cNvContentPartPr/>
                <p14:nvPr/>
              </p14:nvContentPartPr>
              <p14:xfrm>
                <a:off x="4832750" y="1656141"/>
                <a:ext cx="156240" cy="149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B06838E-206C-1F55-26C8-7E6EE62F5F1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826630" y="1650302"/>
                  <a:ext cx="168480" cy="1614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523BE01-157D-29E9-979A-FD7B9D738495}"/>
                    </a:ext>
                  </a:extLst>
                </p14:cNvPr>
                <p14:cNvContentPartPr/>
                <p14:nvPr/>
              </p14:nvContentPartPr>
              <p14:xfrm>
                <a:off x="4865510" y="1658301"/>
                <a:ext cx="98280" cy="172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523BE01-157D-29E9-979A-FD7B9D73849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59412" y="1652461"/>
                  <a:ext cx="110475" cy="1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5339128-179B-2145-47E5-54F457B27BD1}"/>
                    </a:ext>
                  </a:extLst>
                </p14:cNvPr>
                <p14:cNvContentPartPr/>
                <p14:nvPr/>
              </p14:nvContentPartPr>
              <p14:xfrm>
                <a:off x="5049470" y="1746501"/>
                <a:ext cx="61560" cy="105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5339128-179B-2145-47E5-54F457B27BD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43386" y="1740659"/>
                  <a:ext cx="73729" cy="11752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E958B8D-02B4-DE70-006A-736054023261}"/>
              </a:ext>
            </a:extLst>
          </p:cNvPr>
          <p:cNvGrpSpPr/>
          <p:nvPr/>
        </p:nvGrpSpPr>
        <p:grpSpPr>
          <a:xfrm>
            <a:off x="8205700" y="1848361"/>
            <a:ext cx="296640" cy="263591"/>
            <a:chOff x="4858310" y="2077341"/>
            <a:chExt cx="296640" cy="2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9206363-44C0-FCCA-AF06-2453CD899A61}"/>
                    </a:ext>
                  </a:extLst>
                </p14:cNvPr>
                <p14:cNvContentPartPr/>
                <p14:nvPr/>
              </p14:nvContentPartPr>
              <p14:xfrm>
                <a:off x="4858310" y="2077341"/>
                <a:ext cx="165600" cy="176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9206363-44C0-FCCA-AF06-2453CD899A6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52190" y="2071507"/>
                  <a:ext cx="177840" cy="1877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BE3FBCD-2A7E-A509-E701-200378462A0A}"/>
                    </a:ext>
                  </a:extLst>
                </p14:cNvPr>
                <p14:cNvContentPartPr/>
                <p14:nvPr/>
              </p14:nvContentPartPr>
              <p14:xfrm>
                <a:off x="4901150" y="2115141"/>
                <a:ext cx="111600" cy="163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BE3FBCD-2A7E-A509-E701-200378462A0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95030" y="2109304"/>
                  <a:ext cx="123840" cy="1751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5483369-9D4D-F460-EF54-844908093F37}"/>
                    </a:ext>
                  </a:extLst>
                </p14:cNvPr>
                <p14:cNvContentPartPr/>
                <p14:nvPr/>
              </p14:nvContentPartPr>
              <p14:xfrm>
                <a:off x="5089790" y="2223141"/>
                <a:ext cx="65160" cy="105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5483369-9D4D-F460-EF54-844908093F3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083670" y="2217300"/>
                  <a:ext cx="77400" cy="11716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0AD7CA7-FE9C-2D21-D6A4-F5D36F55AD46}"/>
              </a:ext>
            </a:extLst>
          </p:cNvPr>
          <p:cNvGrpSpPr/>
          <p:nvPr/>
        </p:nvGrpSpPr>
        <p:grpSpPr>
          <a:xfrm>
            <a:off x="8840130" y="3952266"/>
            <a:ext cx="864000" cy="236024"/>
            <a:chOff x="5389670" y="4697781"/>
            <a:chExt cx="864000" cy="22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2FF40FA-F2C0-157A-10F2-767DB2F9D8DE}"/>
                    </a:ext>
                  </a:extLst>
                </p14:cNvPr>
                <p14:cNvContentPartPr/>
                <p14:nvPr/>
              </p14:nvContentPartPr>
              <p14:xfrm>
                <a:off x="5407310" y="4733421"/>
                <a:ext cx="25920" cy="189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2FF40FA-F2C0-157A-10F2-767DB2F9D8D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71310" y="4699117"/>
                  <a:ext cx="97560" cy="2576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691A1CC-E79D-C0FE-20BD-68B08D65ED01}"/>
                    </a:ext>
                  </a:extLst>
                </p14:cNvPr>
                <p14:cNvContentPartPr/>
                <p14:nvPr/>
              </p14:nvContentPartPr>
              <p14:xfrm>
                <a:off x="5389670" y="4697781"/>
                <a:ext cx="166680" cy="424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691A1CC-E79D-C0FE-20BD-68B08D65ED0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53670" y="4663523"/>
                  <a:ext cx="238320" cy="1106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3D2DBA6-B272-92C1-16C1-B039F0A7ACF1}"/>
                    </a:ext>
                  </a:extLst>
                </p14:cNvPr>
                <p14:cNvContentPartPr/>
                <p14:nvPr/>
              </p14:nvContentPartPr>
              <p14:xfrm>
                <a:off x="5424590" y="4801461"/>
                <a:ext cx="110520" cy="24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3D2DBA6-B272-92C1-16C1-B039F0A7ACF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88590" y="4767434"/>
                  <a:ext cx="182160" cy="92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63BCB62-8F7C-36D3-47E6-C505208D6457}"/>
                    </a:ext>
                  </a:extLst>
                </p14:cNvPr>
                <p14:cNvContentPartPr/>
                <p14:nvPr/>
              </p14:nvContentPartPr>
              <p14:xfrm>
                <a:off x="5545190" y="4842861"/>
                <a:ext cx="108000" cy="781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63BCB62-8F7C-36D3-47E6-C505208D645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09190" y="4808447"/>
                  <a:ext cx="179640" cy="1466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2B138D1-5FD2-ECCE-2AEB-18FF3371AB3A}"/>
                    </a:ext>
                  </a:extLst>
                </p14:cNvPr>
                <p14:cNvContentPartPr/>
                <p14:nvPr/>
              </p14:nvContentPartPr>
              <p14:xfrm>
                <a:off x="5634110" y="4760061"/>
                <a:ext cx="21960" cy="10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2B138D1-5FD2-ECCE-2AEB-18FF3371AB3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97510" y="4725222"/>
                  <a:ext cx="94794" cy="801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2EDD7F0-5294-B1F8-21DF-28F99F8CCD09}"/>
                    </a:ext>
                  </a:extLst>
                </p14:cNvPr>
                <p14:cNvContentPartPr/>
                <p14:nvPr/>
              </p14:nvContentPartPr>
              <p14:xfrm>
                <a:off x="5697110" y="4815141"/>
                <a:ext cx="228960" cy="100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2EDD7F0-5294-B1F8-21DF-28F99F8CCD0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61167" y="4780744"/>
                  <a:ext cx="300488" cy="1688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5C60720-C847-4524-D5EB-C245A5643BED}"/>
                    </a:ext>
                  </a:extLst>
                </p14:cNvPr>
                <p14:cNvContentPartPr/>
                <p14:nvPr/>
              </p14:nvContentPartPr>
              <p14:xfrm>
                <a:off x="5869910" y="4739181"/>
                <a:ext cx="16560" cy="9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5C60720-C847-4524-D5EB-C245A5643BE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33910" y="4704514"/>
                  <a:ext cx="88200" cy="783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51DC1A1-1A04-3137-D50E-B880EE758FBD}"/>
                    </a:ext>
                  </a:extLst>
                </p14:cNvPr>
                <p14:cNvContentPartPr/>
                <p14:nvPr/>
              </p14:nvContentPartPr>
              <p14:xfrm>
                <a:off x="5964230" y="4729821"/>
                <a:ext cx="141120" cy="169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51DC1A1-1A04-3137-D50E-B880EE758FB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928230" y="4695501"/>
                  <a:ext cx="212760" cy="2374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953439C-255F-E8A8-9EFE-D7934315FBE7}"/>
                    </a:ext>
                  </a:extLst>
                </p14:cNvPr>
                <p14:cNvContentPartPr/>
                <p14:nvPr/>
              </p14:nvContentPartPr>
              <p14:xfrm>
                <a:off x="5953430" y="4793181"/>
                <a:ext cx="67320" cy="18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953439C-255F-E8A8-9EFE-D7934315FBE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917236" y="4759145"/>
                  <a:ext cx="139345" cy="864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1952E00-0D8F-CA6D-DD36-22BD6A333320}"/>
                    </a:ext>
                  </a:extLst>
                </p14:cNvPr>
                <p14:cNvContentPartPr/>
                <p14:nvPr/>
              </p14:nvContentPartPr>
              <p14:xfrm>
                <a:off x="6100310" y="4775181"/>
                <a:ext cx="153360" cy="119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1952E00-0D8F-CA6D-DD36-22BD6A33332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064394" y="4740831"/>
                  <a:ext cx="224832" cy="18823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343445A-B5B0-E48C-FD77-2DD40E055F49}"/>
              </a:ext>
            </a:extLst>
          </p:cNvPr>
          <p:cNvGrpSpPr/>
          <p:nvPr/>
        </p:nvGrpSpPr>
        <p:grpSpPr>
          <a:xfrm>
            <a:off x="8913210" y="4426386"/>
            <a:ext cx="945720" cy="235268"/>
            <a:chOff x="5462750" y="5171901"/>
            <a:chExt cx="94572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3E94CB1-41C4-3155-D56E-336DCB98A8CE}"/>
                    </a:ext>
                  </a:extLst>
                </p14:cNvPr>
                <p14:cNvContentPartPr/>
                <p14:nvPr/>
              </p14:nvContentPartPr>
              <p14:xfrm>
                <a:off x="5462750" y="5201781"/>
                <a:ext cx="153000" cy="190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3E94CB1-41C4-3155-D56E-336DCB98A8C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26665" y="5167467"/>
                  <a:ext cx="224809" cy="2587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D0B0E3B-11A8-55AF-5DA4-E917146B132D}"/>
                    </a:ext>
                  </a:extLst>
                </p14:cNvPr>
                <p14:cNvContentPartPr/>
                <p14:nvPr/>
              </p14:nvContentPartPr>
              <p14:xfrm>
                <a:off x="5604230" y="5275221"/>
                <a:ext cx="117360" cy="105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D0B0E3B-11A8-55AF-5DA4-E917146B132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568230" y="5240974"/>
                  <a:ext cx="189000" cy="1736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E821812-E679-79A6-7671-8B997669B044}"/>
                    </a:ext>
                  </a:extLst>
                </p14:cNvPr>
                <p14:cNvContentPartPr/>
                <p14:nvPr/>
              </p14:nvContentPartPr>
              <p14:xfrm>
                <a:off x="5751830" y="5191701"/>
                <a:ext cx="300240" cy="193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E821812-E679-79A6-7671-8B997669B04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15830" y="5157361"/>
                  <a:ext cx="371880" cy="262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1EA762C-8827-8769-4A07-73172C68C093}"/>
                    </a:ext>
                  </a:extLst>
                </p14:cNvPr>
                <p14:cNvContentPartPr/>
                <p14:nvPr/>
              </p14:nvContentPartPr>
              <p14:xfrm>
                <a:off x="5917790" y="5259381"/>
                <a:ext cx="101160" cy="38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1EA762C-8827-8769-4A07-73172C68C09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81790" y="5225276"/>
                  <a:ext cx="172800" cy="1067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BE98856-0B94-1E3D-C0A5-A57F796FA924}"/>
                    </a:ext>
                  </a:extLst>
                </p14:cNvPr>
                <p14:cNvContentPartPr/>
                <p14:nvPr/>
              </p14:nvContentPartPr>
              <p14:xfrm>
                <a:off x="6083030" y="5228781"/>
                <a:ext cx="57240" cy="130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BE98856-0B94-1E3D-C0A5-A57F796FA92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047030" y="5194482"/>
                  <a:ext cx="128880" cy="1989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44AC5FF-FAB0-48B0-425F-C576B727246C}"/>
                    </a:ext>
                  </a:extLst>
                </p14:cNvPr>
                <p14:cNvContentPartPr/>
                <p14:nvPr/>
              </p14:nvContentPartPr>
              <p14:xfrm>
                <a:off x="6176270" y="5282421"/>
                <a:ext cx="112680" cy="113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44AC5FF-FAB0-48B0-425F-C576B727246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140270" y="5248156"/>
                  <a:ext cx="184320" cy="1819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B911A65-728B-1BCB-10E5-51E00B65EDEB}"/>
                    </a:ext>
                  </a:extLst>
                </p14:cNvPr>
                <p14:cNvContentPartPr/>
                <p14:nvPr/>
              </p14:nvContentPartPr>
              <p14:xfrm>
                <a:off x="6278510" y="5171901"/>
                <a:ext cx="129960" cy="222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B911A65-728B-1BCB-10E5-51E00B65EDE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242510" y="5137568"/>
                  <a:ext cx="201600" cy="290803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1" name="Rektangel 73">
            <a:extLst>
              <a:ext uri="{FF2B5EF4-FFF2-40B4-BE49-F238E27FC236}">
                <a16:creationId xmlns:a16="http://schemas.microsoft.com/office/drawing/2014/main" id="{AA9122C3-3029-8310-4C41-0E35241729DC}"/>
              </a:ext>
            </a:extLst>
          </p:cNvPr>
          <p:cNvSpPr/>
          <p:nvPr/>
        </p:nvSpPr>
        <p:spPr>
          <a:xfrm>
            <a:off x="8698540" y="3814965"/>
            <a:ext cx="1280160" cy="1151040"/>
          </a:xfrm>
          <a:prstGeom prst="rect">
            <a:avLst/>
          </a:prstGeom>
          <a:solidFill>
            <a:srgbClr val="000000">
              <a:alpha val="5000"/>
            </a:srgbClr>
          </a:solidFill>
          <a:ln w="12600">
            <a:solidFill>
              <a:srgbClr val="000000"/>
            </a:solidFill>
          </a:ln>
        </p:spPr>
        <p:txBody>
          <a:bodyPr wrap="square" lIns="0" tIns="0" rIns="0" bIns="0" rtlCol="0" anchor="ctr" anchorCtr="1">
            <a:noAutofit/>
          </a:bodyPr>
          <a:lstStyle/>
          <a:p>
            <a:pPr marL="0" indent="0" algn="l">
              <a:buFont typeface="Arial" panose="020B0604020202020204" pitchFamily="34" charset="0"/>
              <a:buNone/>
              <a:defRPr sz="2800" b="1" dirty="0" err="1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en-US" sz="2800" b="1" dirty="0" err="1">
              <a:solidFill>
                <a:srgbClr val="000000"/>
              </a:solidFill>
              <a:latin typeface="+mn-lt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C5DA28A4-8BD3-31D5-C1A3-5979945010B1}"/>
                  </a:ext>
                </a:extLst>
              </p14:cNvPr>
              <p14:cNvContentPartPr/>
              <p14:nvPr/>
            </p14:nvContentPartPr>
            <p14:xfrm>
              <a:off x="2662670" y="1398021"/>
              <a:ext cx="173880" cy="2534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C5DA28A4-8BD3-31D5-C1A3-5979945010B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644670" y="1380381"/>
                <a:ext cx="209520" cy="28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2F6D081-A38A-69B0-423D-28BD9957E841}"/>
              </a:ext>
            </a:extLst>
          </p:cNvPr>
          <p:cNvGrpSpPr/>
          <p:nvPr/>
        </p:nvGrpSpPr>
        <p:grpSpPr>
          <a:xfrm>
            <a:off x="2648270" y="1881861"/>
            <a:ext cx="255600" cy="233640"/>
            <a:chOff x="2648270" y="1881861"/>
            <a:chExt cx="25560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83C4155-0369-2FF3-6519-59E03CBC9A66}"/>
                    </a:ext>
                  </a:extLst>
                </p14:cNvPr>
                <p14:cNvContentPartPr/>
                <p14:nvPr/>
              </p14:nvContentPartPr>
              <p14:xfrm>
                <a:off x="2766710" y="1908501"/>
                <a:ext cx="12960" cy="2070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83C4155-0369-2FF3-6519-59E03CBC9A6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749070" y="1890861"/>
                  <a:ext cx="486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A5A4D58-7E49-C57E-1B42-DA1BFA091C99}"/>
                    </a:ext>
                  </a:extLst>
                </p14:cNvPr>
                <p14:cNvContentPartPr/>
                <p14:nvPr/>
              </p14:nvContentPartPr>
              <p14:xfrm>
                <a:off x="2706950" y="1889781"/>
                <a:ext cx="196920" cy="16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A5A4D58-7E49-C57E-1B42-DA1BFA091C9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688950" y="1872141"/>
                  <a:ext cx="2325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2A4B769-DB49-27E1-0E77-219FCEE09E09}"/>
                    </a:ext>
                  </a:extLst>
                </p14:cNvPr>
                <p14:cNvContentPartPr/>
                <p14:nvPr/>
              </p14:nvContentPartPr>
              <p14:xfrm>
                <a:off x="2648270" y="1881861"/>
                <a:ext cx="83520" cy="212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2A4B769-DB49-27E1-0E77-219FCEE09E0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630630" y="1864221"/>
                  <a:ext cx="119160" cy="5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E2E43C42-33AA-260F-67EC-7DF4329C182D}"/>
                  </a:ext>
                </a:extLst>
              </p14:cNvPr>
              <p14:cNvContentPartPr/>
              <p14:nvPr/>
            </p14:nvContentPartPr>
            <p14:xfrm>
              <a:off x="9225110" y="1413141"/>
              <a:ext cx="156960" cy="20628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E2E43C42-33AA-260F-67EC-7DF4329C182D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207470" y="1395501"/>
                <a:ext cx="192600" cy="24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C097400C-30DB-592A-D852-765EE887F0B3}"/>
              </a:ext>
            </a:extLst>
          </p:cNvPr>
          <p:cNvGrpSpPr/>
          <p:nvPr/>
        </p:nvGrpSpPr>
        <p:grpSpPr>
          <a:xfrm>
            <a:off x="9207110" y="1887261"/>
            <a:ext cx="201240" cy="200880"/>
            <a:chOff x="9207110" y="1887261"/>
            <a:chExt cx="20124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8FDBA32-6463-4B6E-2A79-4917108EDBEF}"/>
                    </a:ext>
                  </a:extLst>
                </p14:cNvPr>
                <p14:cNvContentPartPr/>
                <p14:nvPr/>
              </p14:nvContentPartPr>
              <p14:xfrm>
                <a:off x="9278390" y="1889061"/>
                <a:ext cx="31320" cy="1990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8FDBA32-6463-4B6E-2A79-4917108EDBE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260750" y="1871061"/>
                  <a:ext cx="669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CE4D6AB-62F6-754F-DBFC-17721D60989E}"/>
                    </a:ext>
                  </a:extLst>
                </p14:cNvPr>
                <p14:cNvContentPartPr/>
                <p14:nvPr/>
              </p14:nvContentPartPr>
              <p14:xfrm>
                <a:off x="9207110" y="1887261"/>
                <a:ext cx="201240" cy="219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CE4D6AB-62F6-754F-DBFC-17721D60989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189470" y="1869261"/>
                  <a:ext cx="236880" cy="5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AE71E447-A28D-4316-BEB9-65E677245CA6}"/>
              </a:ext>
            </a:extLst>
          </p:cNvPr>
          <p:cNvGrpSpPr/>
          <p:nvPr/>
        </p:nvGrpSpPr>
        <p:grpSpPr>
          <a:xfrm>
            <a:off x="9234110" y="2301261"/>
            <a:ext cx="1086840" cy="1506960"/>
            <a:chOff x="9234110" y="2301261"/>
            <a:chExt cx="1086840" cy="150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ACC33BC-C11F-4D1C-4684-3DB3BA8EAD3E}"/>
                    </a:ext>
                  </a:extLst>
                </p14:cNvPr>
                <p14:cNvContentPartPr/>
                <p14:nvPr/>
              </p14:nvContentPartPr>
              <p14:xfrm>
                <a:off x="10035830" y="2301261"/>
                <a:ext cx="285120" cy="207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ACC33BC-C11F-4D1C-4684-3DB3BA8EAD3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17830" y="2283621"/>
                  <a:ext cx="3207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FE02D37-E18C-5561-C144-1C2CA8E3E93F}"/>
                    </a:ext>
                  </a:extLst>
                </p14:cNvPr>
                <p14:cNvContentPartPr/>
                <p14:nvPr/>
              </p14:nvContentPartPr>
              <p14:xfrm>
                <a:off x="9234110" y="2389101"/>
                <a:ext cx="940320" cy="13813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FE02D37-E18C-5561-C144-1C2CA8E3E93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216470" y="2371461"/>
                  <a:ext cx="975960" cy="14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6D741BE-2D8F-7A11-CFA7-57FC903020AD}"/>
                    </a:ext>
                  </a:extLst>
                </p14:cNvPr>
                <p14:cNvContentPartPr/>
                <p14:nvPr/>
              </p14:nvContentPartPr>
              <p14:xfrm>
                <a:off x="9367670" y="2407101"/>
                <a:ext cx="950760" cy="14011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6D741BE-2D8F-7A11-CFA7-57FC903020A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350030" y="2389461"/>
                  <a:ext cx="986400" cy="143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C9BAFF0-01DC-D393-DE67-02BFEA649BA4}"/>
              </a:ext>
            </a:extLst>
          </p:cNvPr>
          <p:cNvGrpSpPr/>
          <p:nvPr/>
        </p:nvGrpSpPr>
        <p:grpSpPr>
          <a:xfrm>
            <a:off x="5695274" y="4377431"/>
            <a:ext cx="441720" cy="209160"/>
            <a:chOff x="5695274" y="4377431"/>
            <a:chExt cx="441720" cy="20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F55C1A9-8A9B-632C-7DAC-031A8D366386}"/>
                    </a:ext>
                  </a:extLst>
                </p14:cNvPr>
                <p14:cNvContentPartPr/>
                <p14:nvPr/>
              </p14:nvContentPartPr>
              <p14:xfrm>
                <a:off x="5695274" y="4511351"/>
                <a:ext cx="389160" cy="226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F55C1A9-8A9B-632C-7DAC-031A8D36638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659634" y="4475351"/>
                  <a:ext cx="460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74C85D5-7AB1-8A02-D1D9-1AF186457B4C}"/>
                    </a:ext>
                  </a:extLst>
                </p14:cNvPr>
                <p14:cNvContentPartPr/>
                <p14:nvPr/>
              </p14:nvContentPartPr>
              <p14:xfrm>
                <a:off x="5702474" y="4449071"/>
                <a:ext cx="377280" cy="252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74C85D5-7AB1-8A02-D1D9-1AF186457B4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666834" y="4413071"/>
                  <a:ext cx="4489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24C0078-EE41-03C2-36DA-BF941EEDAEB1}"/>
                    </a:ext>
                  </a:extLst>
                </p14:cNvPr>
                <p14:cNvContentPartPr/>
                <p14:nvPr/>
              </p14:nvContentPartPr>
              <p14:xfrm>
                <a:off x="6000554" y="4377431"/>
                <a:ext cx="136440" cy="209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24C0078-EE41-03C2-36DA-BF941EEDAEB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964554" y="4341431"/>
                  <a:ext cx="208080" cy="280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94172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41006-A616-8B68-25FA-E4D90006C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367861E-EB8E-4E74-5C60-4C22B493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sz="2000" dirty="0"/>
              <a:t>Theorema 8.9</a:t>
            </a:r>
            <a:br>
              <a:rPr lang="nl-BE" sz="2000" dirty="0"/>
            </a:br>
            <a:r>
              <a:rPr lang="nl-BE" sz="1400" dirty="0"/>
              <a:t>bewijs</a:t>
            </a:r>
            <a:endParaRPr lang="nl-BE" sz="2000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9EE977-FC19-EEAC-67F2-A226292F5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13</a:t>
            </a:fld>
            <a:endParaRPr lang="nl-BE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CCD4BC8-B17E-93FD-ACB3-02346EAE8880}"/>
              </a:ext>
            </a:extLst>
          </p:cNvPr>
          <p:cNvSpPr/>
          <p:nvPr/>
        </p:nvSpPr>
        <p:spPr bwMode="auto">
          <a:xfrm>
            <a:off x="1712052" y="1568809"/>
            <a:ext cx="2178051" cy="1441981"/>
          </a:xfrm>
          <a:prstGeom prst="roundRect">
            <a:avLst/>
          </a:pr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indent="0" algn="ctr">
              <a:spcAft>
                <a:spcPts val="450"/>
              </a:spcAft>
              <a:buFont typeface="Arial" charset="0"/>
              <a:buNone/>
            </a:pPr>
            <a:endParaRPr lang="LID4096" sz="1800" b="1" dirty="0" err="1">
              <a:solidFill>
                <a:schemeClr val="bg1"/>
              </a:solidFill>
              <a:latin typeface="+mn-lt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926A07-EFB8-32A1-F06F-4ACC8D60F2A1}"/>
              </a:ext>
            </a:extLst>
          </p:cNvPr>
          <p:cNvSpPr txBox="1"/>
          <p:nvPr/>
        </p:nvSpPr>
        <p:spPr>
          <a:xfrm>
            <a:off x="2096989" y="1804305"/>
            <a:ext cx="1408176" cy="7146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chemeClr val="bg1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Finite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chemeClr val="bg1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Control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F751A12-AC2B-6235-5A19-93DE8DDAEE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279679"/>
              </p:ext>
            </p:extLst>
          </p:nvPr>
        </p:nvGraphicFramePr>
        <p:xfrm>
          <a:off x="852424" y="3944788"/>
          <a:ext cx="421335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2670">
                  <a:extLst>
                    <a:ext uri="{9D8B030D-6E8A-4147-A177-3AD203B41FA5}">
                      <a16:colId xmlns:a16="http://schemas.microsoft.com/office/drawing/2014/main" val="1491024150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2312925259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995615316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2166970973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1121543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67965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24A06C0-1951-86F4-4B2E-6E6D496AB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372686"/>
              </p:ext>
            </p:extLst>
          </p:nvPr>
        </p:nvGraphicFramePr>
        <p:xfrm>
          <a:off x="852424" y="4731172"/>
          <a:ext cx="421335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2670">
                  <a:extLst>
                    <a:ext uri="{9D8B030D-6E8A-4147-A177-3AD203B41FA5}">
                      <a16:colId xmlns:a16="http://schemas.microsoft.com/office/drawing/2014/main" val="1491024150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2312925259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995615316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2166970973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1121543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LID4096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679657"/>
                  </a:ext>
                </a:extLst>
              </a:tr>
            </a:tbl>
          </a:graphicData>
        </a:graphic>
      </p:graphicFrame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2E5FA4B-FCC3-596B-ED76-71D6074FAC80}"/>
              </a:ext>
            </a:extLst>
          </p:cNvPr>
          <p:cNvSpPr/>
          <p:nvPr/>
        </p:nvSpPr>
        <p:spPr bwMode="auto">
          <a:xfrm>
            <a:off x="917014" y="1231527"/>
            <a:ext cx="5685008" cy="2653923"/>
          </a:xfrm>
          <a:custGeom>
            <a:avLst/>
            <a:gdLst>
              <a:gd name="connsiteX0" fmla="*/ 1359842 w 5685008"/>
              <a:gd name="connsiteY0" fmla="*/ 2188329 h 2653923"/>
              <a:gd name="connsiteX1" fmla="*/ 1286690 w 5685008"/>
              <a:gd name="connsiteY1" fmla="*/ 2645529 h 2653923"/>
              <a:gd name="connsiteX2" fmla="*/ 1917626 w 5685008"/>
              <a:gd name="connsiteY2" fmla="*/ 2462649 h 2653923"/>
              <a:gd name="connsiteX3" fmla="*/ 2658290 w 5685008"/>
              <a:gd name="connsiteY3" fmla="*/ 2188329 h 2653923"/>
              <a:gd name="connsiteX4" fmla="*/ 2329106 w 5685008"/>
              <a:gd name="connsiteY4" fmla="*/ 2334633 h 2653923"/>
              <a:gd name="connsiteX5" fmla="*/ 829490 w 5685008"/>
              <a:gd name="connsiteY5" fmla="*/ 2380353 h 2653923"/>
              <a:gd name="connsiteX6" fmla="*/ 811202 w 5685008"/>
              <a:gd name="connsiteY6" fmla="*/ 2362065 h 2653923"/>
              <a:gd name="connsiteX7" fmla="*/ 674042 w 5685008"/>
              <a:gd name="connsiteY7" fmla="*/ 1859145 h 2653923"/>
              <a:gd name="connsiteX8" fmla="*/ 308282 w 5685008"/>
              <a:gd name="connsiteY8" fmla="*/ 396105 h 2653923"/>
              <a:gd name="connsiteX9" fmla="*/ 5684954 w 5685008"/>
              <a:gd name="connsiteY9" fmla="*/ 277233 h 2653923"/>
              <a:gd name="connsiteX10" fmla="*/ 198554 w 5685008"/>
              <a:gd name="connsiteY10" fmla="*/ 2913 h 2653923"/>
              <a:gd name="connsiteX11" fmla="*/ 1853618 w 5685008"/>
              <a:gd name="connsiteY11" fmla="*/ 469257 h 2653923"/>
              <a:gd name="connsiteX12" fmla="*/ 445442 w 5685008"/>
              <a:gd name="connsiteY12" fmla="*/ 158361 h 2653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85008" h="2653923">
                <a:moveTo>
                  <a:pt x="1359842" y="2188329"/>
                </a:moveTo>
                <a:cubicBezTo>
                  <a:pt x="1276784" y="2394069"/>
                  <a:pt x="1193726" y="2599809"/>
                  <a:pt x="1286690" y="2645529"/>
                </a:cubicBezTo>
                <a:cubicBezTo>
                  <a:pt x="1379654" y="2691249"/>
                  <a:pt x="1689026" y="2538849"/>
                  <a:pt x="1917626" y="2462649"/>
                </a:cubicBezTo>
                <a:cubicBezTo>
                  <a:pt x="2146226" y="2386449"/>
                  <a:pt x="2589710" y="2209665"/>
                  <a:pt x="2658290" y="2188329"/>
                </a:cubicBezTo>
                <a:cubicBezTo>
                  <a:pt x="2726870" y="2166993"/>
                  <a:pt x="2633906" y="2302629"/>
                  <a:pt x="2329106" y="2334633"/>
                </a:cubicBezTo>
                <a:cubicBezTo>
                  <a:pt x="2024306" y="2366637"/>
                  <a:pt x="829490" y="2380353"/>
                  <a:pt x="829490" y="2380353"/>
                </a:cubicBezTo>
                <a:cubicBezTo>
                  <a:pt x="576506" y="2384925"/>
                  <a:pt x="811202" y="2362065"/>
                  <a:pt x="811202" y="2362065"/>
                </a:cubicBezTo>
                <a:cubicBezTo>
                  <a:pt x="785294" y="2275197"/>
                  <a:pt x="757862" y="2186805"/>
                  <a:pt x="674042" y="1859145"/>
                </a:cubicBezTo>
                <a:cubicBezTo>
                  <a:pt x="590222" y="1531485"/>
                  <a:pt x="-526870" y="659757"/>
                  <a:pt x="308282" y="396105"/>
                </a:cubicBezTo>
                <a:cubicBezTo>
                  <a:pt x="1143434" y="132453"/>
                  <a:pt x="5703242" y="342765"/>
                  <a:pt x="5684954" y="277233"/>
                </a:cubicBezTo>
                <a:cubicBezTo>
                  <a:pt x="5666666" y="211701"/>
                  <a:pt x="837110" y="-29091"/>
                  <a:pt x="198554" y="2913"/>
                </a:cubicBezTo>
                <a:cubicBezTo>
                  <a:pt x="-440002" y="34917"/>
                  <a:pt x="1812470" y="443349"/>
                  <a:pt x="1853618" y="469257"/>
                </a:cubicBezTo>
                <a:cubicBezTo>
                  <a:pt x="1894766" y="495165"/>
                  <a:pt x="1234874" y="196461"/>
                  <a:pt x="445442" y="158361"/>
                </a:cubicBezTo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1F54975C-E0ED-2E20-68BF-2B807FACFDB7}"/>
              </a:ext>
            </a:extLst>
          </p:cNvPr>
          <p:cNvCxnSpPr>
            <a:cxnSpLocks/>
          </p:cNvCxnSpPr>
          <p:nvPr/>
        </p:nvCxnSpPr>
        <p:spPr>
          <a:xfrm rot="5400000">
            <a:off x="1938902" y="3259361"/>
            <a:ext cx="931942" cy="43891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3F20AF32-D10D-F5E5-81DC-CCCB50343219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17391" y="3552113"/>
            <a:ext cx="1700979" cy="65713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69676EF-E79C-3CA5-994E-3343525E4E08}"/>
              </a:ext>
            </a:extLst>
          </p:cNvPr>
          <p:cNvSpPr txBox="1"/>
          <p:nvPr/>
        </p:nvSpPr>
        <p:spPr>
          <a:xfrm>
            <a:off x="2096989" y="1135219"/>
            <a:ext cx="1408176" cy="7146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b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439755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1F39C-1C1D-6E32-0FC2-A3902118D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1B657D-0C3D-D137-3907-D871B9257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sz="2000" dirty="0"/>
              <a:t>Theorema 8.9</a:t>
            </a:r>
            <a:br>
              <a:rPr lang="nl-BE" sz="2000" dirty="0"/>
            </a:br>
            <a:r>
              <a:rPr lang="nl-BE" sz="1400" dirty="0"/>
              <a:t>bewijs</a:t>
            </a:r>
            <a:endParaRPr lang="nl-BE" sz="2000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E748DD-D056-8D11-28D0-082368849E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14</a:t>
            </a:fld>
            <a:endParaRPr lang="nl-BE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0C3F6A-F3A5-6D6B-803C-86300517BD82}"/>
              </a:ext>
            </a:extLst>
          </p:cNvPr>
          <p:cNvSpPr/>
          <p:nvPr/>
        </p:nvSpPr>
        <p:spPr bwMode="auto">
          <a:xfrm>
            <a:off x="1712052" y="1568809"/>
            <a:ext cx="2178051" cy="1441981"/>
          </a:xfrm>
          <a:prstGeom prst="roundRect">
            <a:avLst/>
          </a:pr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indent="0" algn="ctr">
              <a:spcAft>
                <a:spcPts val="450"/>
              </a:spcAft>
              <a:buFont typeface="Arial" charset="0"/>
              <a:buNone/>
            </a:pPr>
            <a:endParaRPr lang="LID4096" sz="1800" b="1" dirty="0" err="1">
              <a:solidFill>
                <a:schemeClr val="bg1"/>
              </a:solidFill>
              <a:latin typeface="+mn-lt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8985D5-A8CD-CAEC-DD21-5297D6E638F9}"/>
              </a:ext>
            </a:extLst>
          </p:cNvPr>
          <p:cNvSpPr txBox="1"/>
          <p:nvPr/>
        </p:nvSpPr>
        <p:spPr>
          <a:xfrm>
            <a:off x="2096989" y="1804305"/>
            <a:ext cx="1408176" cy="7146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chemeClr val="bg1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Finite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chemeClr val="bg1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Control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F9FFCB3-21A1-62CD-3C46-7BC03DF17856}"/>
              </a:ext>
            </a:extLst>
          </p:cNvPr>
          <p:cNvGraphicFramePr>
            <a:graphicFrameLocks noGrp="1"/>
          </p:cNvGraphicFramePr>
          <p:nvPr/>
        </p:nvGraphicFramePr>
        <p:xfrm>
          <a:off x="852424" y="3944788"/>
          <a:ext cx="421335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2670">
                  <a:extLst>
                    <a:ext uri="{9D8B030D-6E8A-4147-A177-3AD203B41FA5}">
                      <a16:colId xmlns:a16="http://schemas.microsoft.com/office/drawing/2014/main" val="1491024150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2312925259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995615316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2166970973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1121543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67965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7A8CFFD-F3FB-1D4C-499C-AE41D5187E12}"/>
              </a:ext>
            </a:extLst>
          </p:cNvPr>
          <p:cNvSpPr txBox="1"/>
          <p:nvPr/>
        </p:nvSpPr>
        <p:spPr>
          <a:xfrm>
            <a:off x="7916959" y="1625577"/>
            <a:ext cx="1408176" cy="7146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chemeClr val="bg1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Finite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chemeClr val="bg1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Control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723E6EA-155F-3E37-F732-84C99C709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184787"/>
              </p:ext>
            </p:extLst>
          </p:nvPr>
        </p:nvGraphicFramePr>
        <p:xfrm>
          <a:off x="7070507" y="3816772"/>
          <a:ext cx="421335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2670">
                  <a:extLst>
                    <a:ext uri="{9D8B030D-6E8A-4147-A177-3AD203B41FA5}">
                      <a16:colId xmlns:a16="http://schemas.microsoft.com/office/drawing/2014/main" val="2684096105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3576987254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3721156611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3137188221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1745761587"/>
                    </a:ext>
                  </a:extLst>
                </a:gridCol>
              </a:tblGrid>
              <a:tr h="394548"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x</a:t>
                      </a:r>
                      <a:endParaRPr lang="LID4096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725857"/>
                  </a:ext>
                </a:extLst>
              </a:tr>
              <a:tr h="3945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LID4096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755585"/>
                  </a:ext>
                </a:extLst>
              </a:tr>
              <a:tr h="394548">
                <a:tc>
                  <a:txBody>
                    <a:bodyPr/>
                    <a:lstStyle/>
                    <a:p>
                      <a:pPr algn="ctr"/>
                      <a:endParaRPr lang="LID4096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x</a:t>
                      </a:r>
                      <a:endParaRPr lang="LID4096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807438"/>
                  </a:ext>
                </a:extLst>
              </a:tr>
              <a:tr h="3945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</a:t>
                      </a:r>
                      <a:endParaRPr lang="LID4096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752279"/>
                  </a:ext>
                </a:extLst>
              </a:tr>
            </a:tbl>
          </a:graphicData>
        </a:graphic>
      </p:graphicFrame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6C27A71-F1C1-5738-F807-374E0FE98D77}"/>
              </a:ext>
            </a:extLst>
          </p:cNvPr>
          <p:cNvSpPr/>
          <p:nvPr/>
        </p:nvSpPr>
        <p:spPr bwMode="auto">
          <a:xfrm>
            <a:off x="8220456" y="1570862"/>
            <a:ext cx="2178051" cy="1441981"/>
          </a:xfrm>
          <a:prstGeom prst="roundRect">
            <a:avLst/>
          </a:pr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indent="0" algn="ctr">
              <a:spcAft>
                <a:spcPts val="450"/>
              </a:spcAft>
              <a:buFont typeface="Arial" charset="0"/>
              <a:buNone/>
            </a:pPr>
            <a:endParaRPr lang="LID4096" sz="1800" b="1" dirty="0" err="1">
              <a:solidFill>
                <a:schemeClr val="bg1"/>
              </a:solidFill>
              <a:latin typeface="+mn-lt"/>
              <a:ea typeface="Verdana Regular" charset="0"/>
              <a:cs typeface="Verdana Regular" charset="0"/>
              <a:sym typeface="Securitas Sans Light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F14873-60EC-6B4A-61F7-DE9F2CBE037F}"/>
              </a:ext>
            </a:extLst>
          </p:cNvPr>
          <p:cNvSpPr txBox="1"/>
          <p:nvPr/>
        </p:nvSpPr>
        <p:spPr>
          <a:xfrm>
            <a:off x="8539571" y="1806358"/>
            <a:ext cx="1408176" cy="7146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chemeClr val="bg1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Finite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chemeClr val="bg1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Control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AF2C8F2-CF72-9194-950A-A7DDAC9A5314}"/>
              </a:ext>
            </a:extLst>
          </p:cNvPr>
          <p:cNvGraphicFramePr>
            <a:graphicFrameLocks noGrp="1"/>
          </p:cNvGraphicFramePr>
          <p:nvPr/>
        </p:nvGraphicFramePr>
        <p:xfrm>
          <a:off x="852424" y="4731172"/>
          <a:ext cx="421335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2670">
                  <a:extLst>
                    <a:ext uri="{9D8B030D-6E8A-4147-A177-3AD203B41FA5}">
                      <a16:colId xmlns:a16="http://schemas.microsoft.com/office/drawing/2014/main" val="1491024150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2312925259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995615316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2166970973"/>
                    </a:ext>
                  </a:extLst>
                </a:gridCol>
                <a:gridCol w="842670">
                  <a:extLst>
                    <a:ext uri="{9D8B030D-6E8A-4147-A177-3AD203B41FA5}">
                      <a16:colId xmlns:a16="http://schemas.microsoft.com/office/drawing/2014/main" val="1121543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LID4096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679657"/>
                  </a:ext>
                </a:extLst>
              </a:tr>
            </a:tbl>
          </a:graphicData>
        </a:graphic>
      </p:graphicFrame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247DB8-5ED4-3FEC-B8D2-5B49B087C8F1}"/>
              </a:ext>
            </a:extLst>
          </p:cNvPr>
          <p:cNvSpPr/>
          <p:nvPr/>
        </p:nvSpPr>
        <p:spPr bwMode="auto">
          <a:xfrm>
            <a:off x="917014" y="1231527"/>
            <a:ext cx="5685008" cy="2653923"/>
          </a:xfrm>
          <a:custGeom>
            <a:avLst/>
            <a:gdLst>
              <a:gd name="connsiteX0" fmla="*/ 1359842 w 5685008"/>
              <a:gd name="connsiteY0" fmla="*/ 2188329 h 2653923"/>
              <a:gd name="connsiteX1" fmla="*/ 1286690 w 5685008"/>
              <a:gd name="connsiteY1" fmla="*/ 2645529 h 2653923"/>
              <a:gd name="connsiteX2" fmla="*/ 1917626 w 5685008"/>
              <a:gd name="connsiteY2" fmla="*/ 2462649 h 2653923"/>
              <a:gd name="connsiteX3" fmla="*/ 2658290 w 5685008"/>
              <a:gd name="connsiteY3" fmla="*/ 2188329 h 2653923"/>
              <a:gd name="connsiteX4" fmla="*/ 2329106 w 5685008"/>
              <a:gd name="connsiteY4" fmla="*/ 2334633 h 2653923"/>
              <a:gd name="connsiteX5" fmla="*/ 829490 w 5685008"/>
              <a:gd name="connsiteY5" fmla="*/ 2380353 h 2653923"/>
              <a:gd name="connsiteX6" fmla="*/ 811202 w 5685008"/>
              <a:gd name="connsiteY6" fmla="*/ 2362065 h 2653923"/>
              <a:gd name="connsiteX7" fmla="*/ 674042 w 5685008"/>
              <a:gd name="connsiteY7" fmla="*/ 1859145 h 2653923"/>
              <a:gd name="connsiteX8" fmla="*/ 308282 w 5685008"/>
              <a:gd name="connsiteY8" fmla="*/ 396105 h 2653923"/>
              <a:gd name="connsiteX9" fmla="*/ 5684954 w 5685008"/>
              <a:gd name="connsiteY9" fmla="*/ 277233 h 2653923"/>
              <a:gd name="connsiteX10" fmla="*/ 198554 w 5685008"/>
              <a:gd name="connsiteY10" fmla="*/ 2913 h 2653923"/>
              <a:gd name="connsiteX11" fmla="*/ 1853618 w 5685008"/>
              <a:gd name="connsiteY11" fmla="*/ 469257 h 2653923"/>
              <a:gd name="connsiteX12" fmla="*/ 445442 w 5685008"/>
              <a:gd name="connsiteY12" fmla="*/ 158361 h 2653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85008" h="2653923">
                <a:moveTo>
                  <a:pt x="1359842" y="2188329"/>
                </a:moveTo>
                <a:cubicBezTo>
                  <a:pt x="1276784" y="2394069"/>
                  <a:pt x="1193726" y="2599809"/>
                  <a:pt x="1286690" y="2645529"/>
                </a:cubicBezTo>
                <a:cubicBezTo>
                  <a:pt x="1379654" y="2691249"/>
                  <a:pt x="1689026" y="2538849"/>
                  <a:pt x="1917626" y="2462649"/>
                </a:cubicBezTo>
                <a:cubicBezTo>
                  <a:pt x="2146226" y="2386449"/>
                  <a:pt x="2589710" y="2209665"/>
                  <a:pt x="2658290" y="2188329"/>
                </a:cubicBezTo>
                <a:cubicBezTo>
                  <a:pt x="2726870" y="2166993"/>
                  <a:pt x="2633906" y="2302629"/>
                  <a:pt x="2329106" y="2334633"/>
                </a:cubicBezTo>
                <a:cubicBezTo>
                  <a:pt x="2024306" y="2366637"/>
                  <a:pt x="829490" y="2380353"/>
                  <a:pt x="829490" y="2380353"/>
                </a:cubicBezTo>
                <a:cubicBezTo>
                  <a:pt x="576506" y="2384925"/>
                  <a:pt x="811202" y="2362065"/>
                  <a:pt x="811202" y="2362065"/>
                </a:cubicBezTo>
                <a:cubicBezTo>
                  <a:pt x="785294" y="2275197"/>
                  <a:pt x="757862" y="2186805"/>
                  <a:pt x="674042" y="1859145"/>
                </a:cubicBezTo>
                <a:cubicBezTo>
                  <a:pt x="590222" y="1531485"/>
                  <a:pt x="-526870" y="659757"/>
                  <a:pt x="308282" y="396105"/>
                </a:cubicBezTo>
                <a:cubicBezTo>
                  <a:pt x="1143434" y="132453"/>
                  <a:pt x="5703242" y="342765"/>
                  <a:pt x="5684954" y="277233"/>
                </a:cubicBezTo>
                <a:cubicBezTo>
                  <a:pt x="5666666" y="211701"/>
                  <a:pt x="837110" y="-29091"/>
                  <a:pt x="198554" y="2913"/>
                </a:cubicBezTo>
                <a:cubicBezTo>
                  <a:pt x="-440002" y="34917"/>
                  <a:pt x="1812470" y="443349"/>
                  <a:pt x="1853618" y="469257"/>
                </a:cubicBezTo>
                <a:cubicBezTo>
                  <a:pt x="1894766" y="495165"/>
                  <a:pt x="1234874" y="196461"/>
                  <a:pt x="445442" y="158361"/>
                </a:cubicBezTo>
              </a:path>
            </a:pathLst>
          </a:custGeom>
          <a:noFill/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98998A27-7DD3-F6C0-3B4F-979F483A1EBC}"/>
              </a:ext>
            </a:extLst>
          </p:cNvPr>
          <p:cNvCxnSpPr>
            <a:cxnSpLocks/>
          </p:cNvCxnSpPr>
          <p:nvPr/>
        </p:nvCxnSpPr>
        <p:spPr>
          <a:xfrm rot="5400000">
            <a:off x="1938902" y="3259361"/>
            <a:ext cx="931942" cy="43891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C30065C4-8B97-D9AB-EFAA-9FAC50472B8F}"/>
              </a:ext>
            </a:extLst>
          </p:cNvPr>
          <p:cNvCxnSpPr>
            <a:cxnSpLocks/>
          </p:cNvCxnSpPr>
          <p:nvPr/>
        </p:nvCxnSpPr>
        <p:spPr>
          <a:xfrm rot="10800000" flipV="1">
            <a:off x="7680960" y="3041228"/>
            <a:ext cx="1024128" cy="69866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D6A8DD0C-CC96-CCFC-C31E-7C0530478D4F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17391" y="3552113"/>
            <a:ext cx="1700979" cy="65713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89F4573-919A-DCE9-EE9B-64E39E71A43A}"/>
              </a:ext>
            </a:extLst>
          </p:cNvPr>
          <p:cNvSpPr txBox="1"/>
          <p:nvPr/>
        </p:nvSpPr>
        <p:spPr>
          <a:xfrm>
            <a:off x="2096989" y="1135219"/>
            <a:ext cx="1408176" cy="7146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b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75EDDD-C7FB-7E59-E58F-68C95F91319E}"/>
              </a:ext>
            </a:extLst>
          </p:cNvPr>
          <p:cNvSpPr txBox="1"/>
          <p:nvPr/>
        </p:nvSpPr>
        <p:spPr>
          <a:xfrm>
            <a:off x="8539571" y="1132074"/>
            <a:ext cx="1408176" cy="7146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b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6175EAB-3B7E-F707-04BC-B8F55742A98A}"/>
              </a:ext>
            </a:extLst>
          </p:cNvPr>
          <p:cNvGrpSpPr/>
          <p:nvPr/>
        </p:nvGrpSpPr>
        <p:grpSpPr>
          <a:xfrm>
            <a:off x="5631194" y="4415951"/>
            <a:ext cx="566280" cy="322560"/>
            <a:chOff x="5631194" y="4415951"/>
            <a:chExt cx="566280" cy="32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B15140B-235D-122E-C87A-9326512955AF}"/>
                    </a:ext>
                  </a:extLst>
                </p14:cNvPr>
                <p14:cNvContentPartPr/>
                <p14:nvPr/>
              </p14:nvContentPartPr>
              <p14:xfrm>
                <a:off x="5631194" y="4504151"/>
                <a:ext cx="477000" cy="59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B15140B-235D-122E-C87A-9326512955A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595194" y="4468511"/>
                  <a:ext cx="5486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CAABCAC-501E-F79A-28ED-088EB4D4A455}"/>
                    </a:ext>
                  </a:extLst>
                </p14:cNvPr>
                <p14:cNvContentPartPr/>
                <p14:nvPr/>
              </p14:nvContentPartPr>
              <p14:xfrm>
                <a:off x="5666474" y="4607471"/>
                <a:ext cx="448560" cy="39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CAABCAC-501E-F79A-28ED-088EB4D4A45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30474" y="4571471"/>
                  <a:ext cx="5202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86E84C7-1A7A-1E9D-4405-94EC3BDA6504}"/>
                    </a:ext>
                  </a:extLst>
                </p14:cNvPr>
                <p14:cNvContentPartPr/>
                <p14:nvPr/>
              </p14:nvContentPartPr>
              <p14:xfrm>
                <a:off x="6025394" y="4415951"/>
                <a:ext cx="172080" cy="322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86E84C7-1A7A-1E9D-4405-94EC3BDA650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89394" y="4379951"/>
                  <a:ext cx="243720" cy="394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65226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F0D53-624E-7A16-DBF3-36B28782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49468-B2BC-0AE5-514F-304703A8A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Theorema</a:t>
            </a:r>
            <a:r>
              <a:rPr lang="en-US" dirty="0"/>
              <a:t> 8.11</a:t>
            </a: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D70CC-50B3-3DB4-2F8A-C1D4AD4815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000" dirty="0"/>
              <a:t>Non-</a:t>
            </a:r>
            <a:r>
              <a:rPr lang="en-US" sz="2000" dirty="0" err="1"/>
              <a:t>deterministische</a:t>
            </a:r>
            <a:r>
              <a:rPr lang="en-US" sz="2000" dirty="0"/>
              <a:t> </a:t>
            </a:r>
            <a:r>
              <a:rPr lang="en-US" sz="2000" dirty="0" err="1"/>
              <a:t>turing</a:t>
            </a:r>
            <a:r>
              <a:rPr lang="en-US" sz="2000" dirty="0"/>
              <a:t> machine </a:t>
            </a:r>
            <a:r>
              <a:rPr lang="en-US" sz="2000" dirty="0" err="1"/>
              <a:t>naar</a:t>
            </a:r>
            <a:r>
              <a:rPr lang="en-US" sz="2000" dirty="0"/>
              <a:t> </a:t>
            </a:r>
            <a:r>
              <a:rPr lang="en-US" sz="2000" dirty="0" err="1"/>
              <a:t>naar</a:t>
            </a:r>
            <a:r>
              <a:rPr lang="en-US" sz="2000" dirty="0"/>
              <a:t> </a:t>
            </a:r>
            <a:r>
              <a:rPr lang="en-US" sz="2000" dirty="0" err="1"/>
              <a:t>een</a:t>
            </a:r>
            <a:r>
              <a:rPr lang="en-US" sz="2000" dirty="0"/>
              <a:t> </a:t>
            </a:r>
            <a:r>
              <a:rPr lang="en-US" sz="2000" dirty="0" err="1"/>
              <a:t>deterministische</a:t>
            </a:r>
            <a:r>
              <a:rPr lang="en-US" sz="2000" dirty="0"/>
              <a:t> </a:t>
            </a:r>
            <a:r>
              <a:rPr lang="en-US" sz="2000" dirty="0" err="1"/>
              <a:t>turing</a:t>
            </a:r>
            <a:r>
              <a:rPr lang="en-US" sz="2000" dirty="0"/>
              <a:t> machine</a:t>
            </a:r>
            <a:endParaRPr lang="en-BE" sz="2000" dirty="0"/>
          </a:p>
        </p:txBody>
      </p:sp>
    </p:spTree>
    <p:extLst>
      <p:ext uri="{BB962C8B-B14F-4D97-AF65-F5344CB8AC3E}">
        <p14:creationId xmlns:p14="http://schemas.microsoft.com/office/powerpoint/2010/main" val="1348368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ADC97-2EF4-323D-BA26-5E950E6D7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8A92E59-22FD-37A3-ED09-F1AEB787B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sz="2000" dirty="0"/>
              <a:t>Theorema 8.11</a:t>
            </a:r>
            <a:endParaRPr lang="nl-BE" sz="2000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18C2CF-EE9C-FB0F-EEBA-F8D6E6B14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16</a:t>
            </a:fld>
            <a:endParaRPr lang="nl-B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A6786E-D2BD-BE83-6573-200B12D4F4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l-GR" b="0" dirty="0"/>
              <a:t>M = (Q, Σ, Γ, </a:t>
            </a:r>
            <a:r>
              <a:rPr lang="el-GR" b="0" dirty="0">
                <a:solidFill>
                  <a:schemeClr val="accent6"/>
                </a:solidFill>
              </a:rPr>
              <a:t>δ</a:t>
            </a:r>
            <a:r>
              <a:rPr lang="el-GR" b="0" dirty="0"/>
              <a:t>, q₀, B, F)</a:t>
            </a:r>
            <a:endParaRPr lang="en-US" b="0" dirty="0"/>
          </a:p>
          <a:p>
            <a:pPr marL="0" indent="0">
              <a:buNone/>
            </a:pPr>
            <a:endParaRPr lang="en-GB" b="0" dirty="0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966241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32ED-57B5-78EC-CCD5-41001EEAB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D0B5161-D8BD-DBC7-1FCE-2A90DF501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sz="2000" dirty="0"/>
              <a:t>Theorema 8.11</a:t>
            </a:r>
            <a:endParaRPr lang="nl-BE" sz="2000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D1CDDB-0E1E-CBCE-70CE-5884A0894F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17</a:t>
            </a:fld>
            <a:endParaRPr lang="nl-B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425DEC-A3FB-FC25-8E95-B78087BFA2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l-GR" b="0" dirty="0"/>
              <a:t>M = (Q, Σ, Γ, </a:t>
            </a:r>
            <a:r>
              <a:rPr lang="el-GR" b="0" dirty="0">
                <a:solidFill>
                  <a:schemeClr val="accent6"/>
                </a:solidFill>
              </a:rPr>
              <a:t>δ</a:t>
            </a:r>
            <a:r>
              <a:rPr lang="el-GR" b="0" dirty="0"/>
              <a:t>, q₀, B, F)</a:t>
            </a:r>
            <a:endParaRPr lang="en-US" b="0" dirty="0"/>
          </a:p>
          <a:p>
            <a:endParaRPr lang="nl-BE" b="0" dirty="0"/>
          </a:p>
          <a:p>
            <a:r>
              <a:rPr lang="el-GR" b="0" dirty="0"/>
              <a:t>δ(</a:t>
            </a:r>
            <a:r>
              <a:rPr lang="en-GB" b="0" dirty="0"/>
              <a:t>q, X) = (r, Y, D ∈ {L, R})</a:t>
            </a:r>
          </a:p>
          <a:p>
            <a:endParaRPr lang="en-GB" b="0" dirty="0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571201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06A40-D3E4-30CD-E5D0-20F51AC11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52C0CBA-358A-33C0-B9CF-D1E56963A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sz="2000" dirty="0"/>
              <a:t>Theorema 8.11</a:t>
            </a:r>
            <a:endParaRPr lang="nl-BE" sz="2000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3C4FF7-E5E6-2543-3264-351C463415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/>
          <a:p>
            <a:fld id="{E038E271-308C-2E46-A3EC-56326F9084CC}" type="slidenum">
              <a:rPr lang="nl-BE" smtClean="0"/>
              <a:pPr/>
              <a:t>18</a:t>
            </a:fld>
            <a:endParaRPr lang="nl-BE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886304-96CC-7914-B578-B88D7542E8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l-GR" b="0" dirty="0"/>
              <a:t>M = (Q, Σ, Γ, </a:t>
            </a:r>
            <a:r>
              <a:rPr lang="el-GR" b="0" dirty="0">
                <a:solidFill>
                  <a:schemeClr val="accent6"/>
                </a:solidFill>
              </a:rPr>
              <a:t>δ</a:t>
            </a:r>
            <a:r>
              <a:rPr lang="el-GR" b="0" dirty="0"/>
              <a:t>, q₀, B, F)</a:t>
            </a:r>
            <a:endParaRPr lang="en-US" b="0" dirty="0"/>
          </a:p>
          <a:p>
            <a:endParaRPr lang="nl-BE" b="0" dirty="0"/>
          </a:p>
          <a:p>
            <a:r>
              <a:rPr lang="el-GR" b="0" dirty="0"/>
              <a:t>δ(</a:t>
            </a:r>
            <a:r>
              <a:rPr lang="en-GB" b="0" dirty="0"/>
              <a:t>q, X) = (r, Y, D ∈ {L, R})</a:t>
            </a:r>
          </a:p>
          <a:p>
            <a:pPr marL="360362" lvl="1" indent="0">
              <a:buNone/>
            </a:pPr>
            <a:r>
              <a:rPr lang="en-GB" b="0" dirty="0"/>
              <a:t>⇒ </a:t>
            </a:r>
            <a:r>
              <a:rPr lang="el-GR" b="0" dirty="0"/>
              <a:t>δ(</a:t>
            </a:r>
            <a:r>
              <a:rPr lang="en-GB" b="0" dirty="0"/>
              <a:t>q, X) = {(r₁, Y₁, D₁), (r₂, Y₂, D₂), ... , (rₖ, Yₖ, Dₖ)}</a:t>
            </a:r>
          </a:p>
          <a:p>
            <a:endParaRPr lang="en-GB" b="0" dirty="0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992201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352E0-4A87-5919-0AFB-6D56FB42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4DFA79-CCA8-B679-BA69-113B110BBE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038E271-308C-2E46-A3EC-56326F9084CC}" type="slidenum">
              <a:rPr lang="nl-BE" noProof="0" smtClean="0"/>
              <a:pPr>
                <a:spcAft>
                  <a:spcPts val="600"/>
                </a:spcAft>
              </a:pPr>
              <a:t>19</a:t>
            </a:fld>
            <a:endParaRPr lang="nl-BE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B400E8C-2593-1736-E079-2ED66125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3" y="106927"/>
            <a:ext cx="1367180" cy="365022"/>
          </a:xfrm>
        </p:spPr>
        <p:txBody>
          <a:bodyPr anchor="t">
            <a:normAutofit/>
          </a:bodyPr>
          <a:lstStyle/>
          <a:p>
            <a:r>
              <a:rPr lang="nl-BE" sz="1100" noProof="0" dirty="0"/>
              <a:t>Theorema 8.11</a:t>
            </a:r>
            <a:br>
              <a:rPr lang="nl-BE" sz="1100" noProof="0" dirty="0"/>
            </a:br>
            <a:endParaRPr lang="nl-BE" sz="110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FF809-B65D-9376-1637-0752E746D2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21" r="11780"/>
          <a:stretch>
            <a:fillRect/>
          </a:stretch>
        </p:blipFill>
        <p:spPr>
          <a:xfrm>
            <a:off x="468312" y="1644841"/>
            <a:ext cx="5627688" cy="4417631"/>
          </a:xfrm>
          <a:custGeom>
            <a:avLst/>
            <a:gdLst>
              <a:gd name="connsiteX0" fmla="*/ 0 w 5145732"/>
              <a:gd name="connsiteY0" fmla="*/ 0 h 5616575"/>
              <a:gd name="connsiteX1" fmla="*/ 5145732 w 5145732"/>
              <a:gd name="connsiteY1" fmla="*/ 0 h 5616575"/>
              <a:gd name="connsiteX2" fmla="*/ 5145732 w 5145732"/>
              <a:gd name="connsiteY2" fmla="*/ 5616575 h 5616575"/>
              <a:gd name="connsiteX3" fmla="*/ 253304 w 5145732"/>
              <a:gd name="connsiteY3" fmla="*/ 5616575 h 5616575"/>
              <a:gd name="connsiteX4" fmla="*/ 202263 w 5145732"/>
              <a:gd name="connsiteY4" fmla="*/ 5611430 h 5616575"/>
              <a:gd name="connsiteX5" fmla="*/ 0 w 514573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5732" h="5616575">
                <a:moveTo>
                  <a:pt x="0" y="0"/>
                </a:moveTo>
                <a:lnTo>
                  <a:pt x="5145732" y="0"/>
                </a:lnTo>
                <a:lnTo>
                  <a:pt x="514573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7D3FBB-5C81-FEA6-D0B3-8ED0C2624D1F}"/>
                  </a:ext>
                </a:extLst>
              </p14:cNvPr>
              <p14:cNvContentPartPr/>
              <p14:nvPr/>
            </p14:nvContentPartPr>
            <p14:xfrm>
              <a:off x="2799370" y="3424421"/>
              <a:ext cx="639000" cy="570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7D3FBB-5C81-FEA6-D0B3-8ED0C2624D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81730" y="3406781"/>
                <a:ext cx="674640" cy="60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949F335-6E06-E805-F4EF-B241782C51D7}"/>
                  </a:ext>
                </a:extLst>
              </p14:cNvPr>
              <p14:cNvContentPartPr/>
              <p14:nvPr/>
            </p14:nvContentPartPr>
            <p14:xfrm>
              <a:off x="2853730" y="3981701"/>
              <a:ext cx="424800" cy="234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949F335-6E06-E805-F4EF-B241782C51D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35730" y="3963701"/>
                <a:ext cx="460440" cy="27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6D2A7BF3-C1DF-C030-319C-09339EF02752}"/>
              </a:ext>
            </a:extLst>
          </p:cNvPr>
          <p:cNvGrpSpPr/>
          <p:nvPr/>
        </p:nvGrpSpPr>
        <p:grpSpPr>
          <a:xfrm>
            <a:off x="2884690" y="4047581"/>
            <a:ext cx="505440" cy="137520"/>
            <a:chOff x="2884690" y="4047581"/>
            <a:chExt cx="505440" cy="1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5FDE8FC-0AE1-9398-D2D8-87242647E561}"/>
                    </a:ext>
                  </a:extLst>
                </p14:cNvPr>
                <p14:cNvContentPartPr/>
                <p14:nvPr/>
              </p14:nvContentPartPr>
              <p14:xfrm>
                <a:off x="2909530" y="4122821"/>
                <a:ext cx="480600" cy="62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5FDE8FC-0AE1-9398-D2D8-87242647E56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891530" y="4104821"/>
                  <a:ext cx="5162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353661B-C6A2-36B1-7883-EB239E705789}"/>
                    </a:ext>
                  </a:extLst>
                </p14:cNvPr>
                <p14:cNvContentPartPr/>
                <p14:nvPr/>
              </p14:nvContentPartPr>
              <p14:xfrm>
                <a:off x="2884690" y="4047581"/>
                <a:ext cx="411840" cy="75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353661B-C6A2-36B1-7883-EB239E70578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67050" y="4029581"/>
                  <a:ext cx="447480" cy="11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86D1B14-1006-79A0-32BC-E75697B42EE8}"/>
                  </a:ext>
                </a:extLst>
              </p14:cNvPr>
              <p14:cNvContentPartPr/>
              <p14:nvPr/>
            </p14:nvContentPartPr>
            <p14:xfrm>
              <a:off x="3142313" y="3834018"/>
              <a:ext cx="144000" cy="48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86D1B14-1006-79A0-32BC-E75697B42EE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124313" y="3816018"/>
                <a:ext cx="17964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72F6C43-2567-0629-0413-A966A4F890E0}"/>
                  </a:ext>
                </a:extLst>
              </p14:cNvPr>
              <p14:cNvContentPartPr/>
              <p14:nvPr/>
            </p14:nvContentPartPr>
            <p14:xfrm>
              <a:off x="3414473" y="3560058"/>
              <a:ext cx="2880" cy="9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72F6C43-2567-0629-0413-A966A4F890E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396473" y="3542058"/>
                <a:ext cx="385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0D02907-0162-4EBA-AC95-83D016A2B1E9}"/>
                  </a:ext>
                </a:extLst>
              </p14:cNvPr>
              <p14:cNvContentPartPr/>
              <p14:nvPr/>
            </p14:nvContentPartPr>
            <p14:xfrm>
              <a:off x="3318353" y="3411378"/>
              <a:ext cx="85680" cy="43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0D02907-0162-4EBA-AC95-83D016A2B1E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300353" y="3393378"/>
                <a:ext cx="12132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2E9B9A7-33C7-3C9B-5B3F-F59D981CDFAA}"/>
                  </a:ext>
                </a:extLst>
              </p14:cNvPr>
              <p14:cNvContentPartPr/>
              <p14:nvPr/>
            </p14:nvContentPartPr>
            <p14:xfrm>
              <a:off x="3168953" y="4230378"/>
              <a:ext cx="101880" cy="4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2E9B9A7-33C7-3C9B-5B3F-F59D981CDFA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151313" y="4212378"/>
                <a:ext cx="13752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434A6C3-E628-8281-80BC-55B8B45FDB7A}"/>
                  </a:ext>
                </a:extLst>
              </p14:cNvPr>
              <p14:cNvContentPartPr/>
              <p14:nvPr/>
            </p14:nvContentPartPr>
            <p14:xfrm>
              <a:off x="2403183" y="4370943"/>
              <a:ext cx="2724840" cy="340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434A6C3-E628-8281-80BC-55B8B45FDB7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340183" y="4308303"/>
                <a:ext cx="2850480" cy="4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DA244E8-D237-D569-0767-1F6522B9F97E}"/>
                  </a:ext>
                </a:extLst>
              </p14:cNvPr>
              <p14:cNvContentPartPr/>
              <p14:nvPr/>
            </p14:nvContentPartPr>
            <p14:xfrm>
              <a:off x="1686063" y="4531863"/>
              <a:ext cx="512640" cy="1706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DA244E8-D237-D569-0767-1F6522B9F97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623423" y="4468863"/>
                <a:ext cx="63828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7B41E23-9AAD-72C4-F033-435C78591E5C}"/>
                  </a:ext>
                </a:extLst>
              </p14:cNvPr>
              <p14:cNvContentPartPr/>
              <p14:nvPr/>
            </p14:nvContentPartPr>
            <p14:xfrm>
              <a:off x="2057943" y="4423143"/>
              <a:ext cx="1440" cy="3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7B41E23-9AAD-72C4-F033-435C78591E5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994943" y="4360143"/>
                <a:ext cx="12708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378FC4F-F06D-BFC6-1CE1-3ECA31C6E0EC}"/>
                  </a:ext>
                </a:extLst>
              </p14:cNvPr>
              <p14:cNvContentPartPr/>
              <p14:nvPr/>
            </p14:nvContentPartPr>
            <p14:xfrm>
              <a:off x="2044983" y="4323063"/>
              <a:ext cx="32040" cy="414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378FC4F-F06D-BFC6-1CE1-3ECA31C6E0E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981983" y="4260063"/>
                <a:ext cx="157680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60ACEC9-8207-F068-BD70-C75CBDAB3EEA}"/>
                  </a:ext>
                </a:extLst>
              </p14:cNvPr>
              <p14:cNvContentPartPr/>
              <p14:nvPr/>
            </p14:nvContentPartPr>
            <p14:xfrm>
              <a:off x="1443423" y="4330623"/>
              <a:ext cx="582480" cy="4176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60ACEC9-8207-F068-BD70-C75CBDAB3EE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380423" y="4267623"/>
                <a:ext cx="708120" cy="54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5ED82B33-A092-F44F-1043-C088C25BE53D}"/>
              </a:ext>
            </a:extLst>
          </p:cNvPr>
          <p:cNvGrpSpPr/>
          <p:nvPr/>
        </p:nvGrpSpPr>
        <p:grpSpPr>
          <a:xfrm>
            <a:off x="1462863" y="3397143"/>
            <a:ext cx="1901880" cy="1307520"/>
            <a:chOff x="1462863" y="3397143"/>
            <a:chExt cx="1901880" cy="130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A5CE6B1-ED8F-8F1E-9C1A-5ED49A3A7CA1}"/>
                    </a:ext>
                  </a:extLst>
                </p14:cNvPr>
                <p14:cNvContentPartPr/>
                <p14:nvPr/>
              </p14:nvContentPartPr>
              <p14:xfrm>
                <a:off x="1462863" y="4319103"/>
                <a:ext cx="578160" cy="385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A5CE6B1-ED8F-8F1E-9C1A-5ED49A3A7CA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400223" y="4256103"/>
                  <a:ext cx="70380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C54241E-6877-7B8A-52A7-FF51D95A3E1F}"/>
                    </a:ext>
                  </a:extLst>
                </p14:cNvPr>
                <p14:cNvContentPartPr/>
                <p14:nvPr/>
              </p14:nvContentPartPr>
              <p14:xfrm>
                <a:off x="1935903" y="4333863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C54241E-6877-7B8A-52A7-FF51D95A3E1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873263" y="4271223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DED9FAC-CE58-5964-60B0-0BC3FF383309}"/>
                    </a:ext>
                  </a:extLst>
                </p14:cNvPr>
                <p14:cNvContentPartPr/>
                <p14:nvPr/>
              </p14:nvContentPartPr>
              <p14:xfrm>
                <a:off x="1868223" y="3397143"/>
                <a:ext cx="1496520" cy="781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DED9FAC-CE58-5964-60B0-0BC3FF38330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862103" y="3391023"/>
                  <a:ext cx="1508760" cy="79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4B9A3ED-CB55-D329-17CA-25BE2DD9BE20}"/>
                    </a:ext>
                  </a:extLst>
                </p14:cNvPr>
                <p14:cNvContentPartPr/>
                <p14:nvPr/>
              </p14:nvContentPartPr>
              <p14:xfrm>
                <a:off x="1832583" y="4134783"/>
                <a:ext cx="103680" cy="73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4B9A3ED-CB55-D329-17CA-25BE2DD9BE2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826463" y="4128663"/>
                  <a:ext cx="11592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2862341-565C-61A4-F826-96CD66A5E9E4}"/>
              </a:ext>
            </a:extLst>
          </p:cNvPr>
          <p:cNvGrpSpPr/>
          <p:nvPr/>
        </p:nvGrpSpPr>
        <p:grpSpPr>
          <a:xfrm>
            <a:off x="1656183" y="4349703"/>
            <a:ext cx="127440" cy="281880"/>
            <a:chOff x="1656183" y="4349703"/>
            <a:chExt cx="12744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9FCFB73-FD2A-AF64-2668-4DBD25035488}"/>
                    </a:ext>
                  </a:extLst>
                </p14:cNvPr>
                <p14:cNvContentPartPr/>
                <p14:nvPr/>
              </p14:nvContentPartPr>
              <p14:xfrm>
                <a:off x="1708023" y="4499823"/>
                <a:ext cx="9360" cy="131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9FCFB73-FD2A-AF64-2668-4DBD2503548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701903" y="4493703"/>
                  <a:ext cx="21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A6F9DBF-DD38-677E-B3B7-6D59990458AF}"/>
                    </a:ext>
                  </a:extLst>
                </p14:cNvPr>
                <p14:cNvContentPartPr/>
                <p14:nvPr/>
              </p14:nvContentPartPr>
              <p14:xfrm>
                <a:off x="1656183" y="4544463"/>
                <a:ext cx="104400" cy="32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A6F9DBF-DD38-677E-B3B7-6D59990458A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650063" y="4538343"/>
                  <a:ext cx="116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896CC18-69E2-DC24-94DE-3D85AEB50D51}"/>
                    </a:ext>
                  </a:extLst>
                </p14:cNvPr>
                <p14:cNvContentPartPr/>
                <p14:nvPr/>
              </p14:nvContentPartPr>
              <p14:xfrm>
                <a:off x="1684983" y="4509183"/>
                <a:ext cx="77400" cy="88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896CC18-69E2-DC24-94DE-3D85AEB50D5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678863" y="4503063"/>
                  <a:ext cx="896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08F7181-C719-54BC-8A6F-BD968D2269D6}"/>
                    </a:ext>
                  </a:extLst>
                </p14:cNvPr>
                <p14:cNvContentPartPr/>
                <p14:nvPr/>
              </p14:nvContentPartPr>
              <p14:xfrm>
                <a:off x="1679583" y="4535463"/>
                <a:ext cx="82080" cy="73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08F7181-C719-54BC-8A6F-BD968D2269D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673463" y="4529343"/>
                  <a:ext cx="943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3E1037D-CDC6-9E50-8E26-FE22630BAA8B}"/>
                    </a:ext>
                  </a:extLst>
                </p14:cNvPr>
                <p14:cNvContentPartPr/>
                <p14:nvPr/>
              </p14:nvContentPartPr>
              <p14:xfrm>
                <a:off x="1703703" y="4349703"/>
                <a:ext cx="57600" cy="74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3E1037D-CDC6-9E50-8E26-FE22630BAA8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697583" y="4343583"/>
                  <a:ext cx="69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8FEAC51-66BD-6F14-6656-1473644D3A39}"/>
                    </a:ext>
                  </a:extLst>
                </p14:cNvPr>
                <p14:cNvContentPartPr/>
                <p14:nvPr/>
              </p14:nvContentPartPr>
              <p14:xfrm>
                <a:off x="1691823" y="4357623"/>
                <a:ext cx="84960" cy="99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8FEAC51-66BD-6F14-6656-1473644D3A3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685703" y="4351503"/>
                  <a:ext cx="972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0570994-1077-24B2-15B1-E3428AFF8AD4}"/>
                    </a:ext>
                  </a:extLst>
                </p14:cNvPr>
                <p14:cNvContentPartPr/>
                <p14:nvPr/>
              </p14:nvContentPartPr>
              <p14:xfrm>
                <a:off x="1685703" y="4351503"/>
                <a:ext cx="86760" cy="95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0570994-1077-24B2-15B1-E3428AFF8AD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679583" y="4345383"/>
                  <a:ext cx="99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3FFBF88-9865-941F-BDF1-57F5788AB025}"/>
                    </a:ext>
                  </a:extLst>
                </p14:cNvPr>
                <p14:cNvContentPartPr/>
                <p14:nvPr/>
              </p14:nvContentPartPr>
              <p14:xfrm>
                <a:off x="1683543" y="4358343"/>
                <a:ext cx="100080" cy="111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3FFBF88-9865-941F-BDF1-57F5788AB02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677423" y="4352223"/>
                  <a:ext cx="112320" cy="12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13BF8FD-185D-1F46-8BCE-C7F2C9F809A3}"/>
                  </a:ext>
                </a:extLst>
              </p14:cNvPr>
              <p14:cNvContentPartPr/>
              <p14:nvPr/>
            </p14:nvContentPartPr>
            <p14:xfrm>
              <a:off x="2400303" y="4411983"/>
              <a:ext cx="9000" cy="2152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13BF8FD-185D-1F46-8BCE-C7F2C9F809A3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394183" y="4405863"/>
                <a:ext cx="21240" cy="22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9FE448A1-A0EA-44AA-B96C-F37D85149688}"/>
              </a:ext>
            </a:extLst>
          </p:cNvPr>
          <p:cNvGrpSpPr/>
          <p:nvPr/>
        </p:nvGrpSpPr>
        <p:grpSpPr>
          <a:xfrm>
            <a:off x="2446743" y="4394343"/>
            <a:ext cx="282600" cy="255960"/>
            <a:chOff x="2446743" y="4394343"/>
            <a:chExt cx="282600" cy="25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8AA8081-1357-C4B1-5A15-4951CEC5F988}"/>
                    </a:ext>
                  </a:extLst>
                </p14:cNvPr>
                <p14:cNvContentPartPr/>
                <p14:nvPr/>
              </p14:nvContentPartPr>
              <p14:xfrm>
                <a:off x="2446743" y="4394343"/>
                <a:ext cx="150840" cy="238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8AA8081-1357-C4B1-5A15-4951CEC5F98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440623" y="4388223"/>
                  <a:ext cx="1630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F7525B8-6123-3A09-D375-D676A75E53F8}"/>
                    </a:ext>
                  </a:extLst>
                </p14:cNvPr>
                <p14:cNvContentPartPr/>
                <p14:nvPr/>
              </p14:nvContentPartPr>
              <p14:xfrm>
                <a:off x="2646903" y="4414143"/>
                <a:ext cx="82440" cy="236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F7525B8-6123-3A09-D375-D676A75E53F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640783" y="4408023"/>
                  <a:ext cx="94680" cy="24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D427C2C-0A2D-9AA9-C595-83E7725B9BB4}"/>
                  </a:ext>
                </a:extLst>
              </p14:cNvPr>
              <p14:cNvContentPartPr/>
              <p14:nvPr/>
            </p14:nvContentPartPr>
            <p14:xfrm>
              <a:off x="1970103" y="5379663"/>
              <a:ext cx="24120" cy="1591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D427C2C-0A2D-9AA9-C595-83E7725B9BB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907103" y="5317023"/>
                <a:ext cx="14976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0CBFC36-B83F-4E0F-E4CD-28F259009FE3}"/>
                  </a:ext>
                </a:extLst>
              </p14:cNvPr>
              <p14:cNvContentPartPr/>
              <p14:nvPr/>
            </p14:nvContentPartPr>
            <p14:xfrm>
              <a:off x="1506423" y="5318463"/>
              <a:ext cx="476640" cy="3859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0CBFC36-B83F-4E0F-E4CD-28F259009FE3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443423" y="5255463"/>
                <a:ext cx="602280" cy="511560"/>
              </a:xfrm>
              <a:prstGeom prst="rect">
                <a:avLst/>
              </a:prstGeom>
            </p:spPr>
          </p:pic>
        </mc:Fallback>
      </mc:AlternateContent>
      <p:pic>
        <p:nvPicPr>
          <p:cNvPr id="84" name="Picture 83">
            <a:extLst>
              <a:ext uri="{FF2B5EF4-FFF2-40B4-BE49-F238E27FC236}">
                <a16:creationId xmlns:a16="http://schemas.microsoft.com/office/drawing/2014/main" id="{DC1536D5-956D-C8A9-4990-48BE2FCC9B62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508920" y="610122"/>
            <a:ext cx="6880022" cy="5404134"/>
          </a:xfrm>
          <a:prstGeom prst="rect">
            <a:avLst/>
          </a:prstGeom>
        </p:spPr>
      </p:pic>
      <p:grpSp>
        <p:nvGrpSpPr>
          <p:cNvPr id="87" name="Group 86">
            <a:extLst>
              <a:ext uri="{FF2B5EF4-FFF2-40B4-BE49-F238E27FC236}">
                <a16:creationId xmlns:a16="http://schemas.microsoft.com/office/drawing/2014/main" id="{134AD87B-2CA0-9177-28D3-7B801E0362F9}"/>
              </a:ext>
            </a:extLst>
          </p:cNvPr>
          <p:cNvGrpSpPr/>
          <p:nvPr/>
        </p:nvGrpSpPr>
        <p:grpSpPr>
          <a:xfrm>
            <a:off x="3964954" y="630600"/>
            <a:ext cx="425880" cy="308880"/>
            <a:chOff x="3964954" y="630600"/>
            <a:chExt cx="42588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14E4B3E-D0BA-DFFF-F8EE-4F5AB82B39E7}"/>
                    </a:ext>
                  </a:extLst>
                </p14:cNvPr>
                <p14:cNvContentPartPr/>
                <p14:nvPr/>
              </p14:nvContentPartPr>
              <p14:xfrm>
                <a:off x="3964954" y="630600"/>
                <a:ext cx="425880" cy="308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14E4B3E-D0BA-DFFF-F8EE-4F5AB82B39E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956314" y="621960"/>
                  <a:ext cx="4435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DD2B6E8-1720-DD61-313F-5707BFCC1744}"/>
                    </a:ext>
                  </a:extLst>
                </p14:cNvPr>
                <p14:cNvContentPartPr/>
                <p14:nvPr/>
              </p14:nvContentPartPr>
              <p14:xfrm>
                <a:off x="4165834" y="636000"/>
                <a:ext cx="28800" cy="181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DD2B6E8-1720-DD61-313F-5707BFCC174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57194" y="627000"/>
                  <a:ext cx="4644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A612AF7-7159-1789-F93A-2AAAF3CA7B3F}"/>
              </a:ext>
            </a:extLst>
          </p:cNvPr>
          <p:cNvGrpSpPr/>
          <p:nvPr/>
        </p:nvGrpSpPr>
        <p:grpSpPr>
          <a:xfrm>
            <a:off x="2617114" y="4997040"/>
            <a:ext cx="2555280" cy="342720"/>
            <a:chOff x="2617114" y="4997040"/>
            <a:chExt cx="2555280" cy="34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F3B6852-3085-9F16-191F-FD7DA1810412}"/>
                    </a:ext>
                  </a:extLst>
                </p14:cNvPr>
                <p14:cNvContentPartPr/>
                <p14:nvPr/>
              </p14:nvContentPartPr>
              <p14:xfrm>
                <a:off x="2682274" y="4997040"/>
                <a:ext cx="2490120" cy="2930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F3B6852-3085-9F16-191F-FD7DA181041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673634" y="4988400"/>
                  <a:ext cx="25077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B425271-1DA9-ABC8-7E9F-52BB7D15D99E}"/>
                    </a:ext>
                  </a:extLst>
                </p14:cNvPr>
                <p14:cNvContentPartPr/>
                <p14:nvPr/>
              </p14:nvContentPartPr>
              <p14:xfrm>
                <a:off x="2617114" y="5246880"/>
                <a:ext cx="75600" cy="92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B425271-1DA9-ABC8-7E9F-52BB7D15D99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08474" y="5238240"/>
                  <a:ext cx="93240" cy="110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40459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532D-1565-380D-C745-6C6C8BEF8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6CA841-C003-AAB8-B3C6-6365F5E96B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038E271-308C-2E46-A3EC-56326F9084CC}" type="slidenum">
              <a:rPr lang="nl-BE" smtClean="0"/>
              <a:pPr>
                <a:spcAft>
                  <a:spcPts val="600"/>
                </a:spcAft>
              </a:pPr>
              <a:t>20</a:t>
            </a:fld>
            <a:endParaRPr lang="nl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3E7C908-37F4-20B2-DE57-19B802F1D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4313" y="620713"/>
            <a:ext cx="5003800" cy="1385085"/>
          </a:xfrm>
        </p:spPr>
        <p:txBody>
          <a:bodyPr anchor="t">
            <a:normAutofit/>
          </a:bodyPr>
          <a:lstStyle/>
          <a:p>
            <a:r>
              <a:rPr lang="nl-BE" sz="2000"/>
              <a:t>Theorema 8.11</a:t>
            </a:r>
            <a:br>
              <a:rPr lang="nl-BE"/>
            </a:br>
            <a:endParaRPr lang="nl-BE" noProof="0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BE038EE2-F4BA-9C04-2406-58ACDC5520F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64313" y="2271713"/>
            <a:ext cx="5004000" cy="3965575"/>
          </a:xfrm>
        </p:spPr>
        <p:txBody>
          <a:bodyPr>
            <a:normAutofit/>
          </a:bodyPr>
          <a:lstStyle/>
          <a:p>
            <a:r>
              <a:rPr lang="nl-NL" sz="2000" b="1"/>
              <a:t>Check Huidige ID</a:t>
            </a:r>
            <a:endParaRPr lang="nl-NL" sz="2000"/>
          </a:p>
          <a:p>
            <a:pPr lvl="1"/>
            <a:r>
              <a:rPr lang="nl-NL" sz="2000"/>
              <a:t>Is de toestand accepterend? Zo ja, de DTM accepteert en stopt.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C24BB8-9013-5284-6A9A-D46574073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87" y="1817305"/>
            <a:ext cx="5627096" cy="44199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4BB7586-0E2C-690C-1DCA-D1103A6EC462}"/>
                  </a:ext>
                </a:extLst>
              </p14:cNvPr>
              <p14:cNvContentPartPr/>
              <p14:nvPr/>
            </p14:nvContentPartPr>
            <p14:xfrm>
              <a:off x="3526114" y="1830840"/>
              <a:ext cx="306000" cy="257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4BB7586-0E2C-690C-1DCA-D1103A6EC4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17114" y="1822200"/>
                <a:ext cx="323640" cy="27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6CEF7E26-3155-0477-E38D-9810C03E305A}"/>
              </a:ext>
            </a:extLst>
          </p:cNvPr>
          <p:cNvGrpSpPr/>
          <p:nvPr/>
        </p:nvGrpSpPr>
        <p:grpSpPr>
          <a:xfrm>
            <a:off x="2381314" y="5407440"/>
            <a:ext cx="2077200" cy="311400"/>
            <a:chOff x="2381314" y="5407440"/>
            <a:chExt cx="2077200" cy="31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48262D2-F3BA-0B37-8507-BC051BE184E9}"/>
                    </a:ext>
                  </a:extLst>
                </p14:cNvPr>
                <p14:cNvContentPartPr/>
                <p14:nvPr/>
              </p14:nvContentPartPr>
              <p14:xfrm>
                <a:off x="2422714" y="5407440"/>
                <a:ext cx="2035800" cy="270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48262D2-F3BA-0B37-8507-BC051BE184E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414074" y="5398440"/>
                  <a:ext cx="20534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C498798-A416-1EAE-AF61-0C2B3A8FDBFB}"/>
                    </a:ext>
                  </a:extLst>
                </p14:cNvPr>
                <p14:cNvContentPartPr/>
                <p14:nvPr/>
              </p14:nvContentPartPr>
              <p14:xfrm>
                <a:off x="2381314" y="5589240"/>
                <a:ext cx="98280" cy="129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C498798-A416-1EAE-AF61-0C2B3A8FDBF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372674" y="5580600"/>
                  <a:ext cx="115920" cy="147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26943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659B2-7B39-F6BB-C82A-058A80921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7BF14E-3E20-92A3-3FE0-B7A721F5C7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038E271-308C-2E46-A3EC-56326F9084CC}" type="slidenum">
              <a:rPr lang="nl-BE" smtClean="0"/>
              <a:pPr>
                <a:spcAft>
                  <a:spcPts val="600"/>
                </a:spcAft>
              </a:pPr>
              <a:t>21</a:t>
            </a:fld>
            <a:endParaRPr lang="nl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F48ED94-1142-1F56-0A5B-577B747A0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4313" y="620713"/>
            <a:ext cx="5003800" cy="1385085"/>
          </a:xfrm>
        </p:spPr>
        <p:txBody>
          <a:bodyPr anchor="t">
            <a:normAutofit/>
          </a:bodyPr>
          <a:lstStyle/>
          <a:p>
            <a:r>
              <a:rPr lang="nl-BE" sz="2000" dirty="0"/>
              <a:t>Theorema 8.11</a:t>
            </a:r>
            <a:br>
              <a:rPr lang="nl-BE" dirty="0"/>
            </a:br>
            <a:endParaRPr lang="nl-BE" noProof="0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B119947F-4342-0FC2-41AF-C919E86938F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64313" y="2271713"/>
            <a:ext cx="5004000" cy="3965575"/>
          </a:xfrm>
        </p:spPr>
        <p:txBody>
          <a:bodyPr>
            <a:normAutofit/>
          </a:bodyPr>
          <a:lstStyle/>
          <a:p>
            <a:r>
              <a:rPr lang="nl-NL" sz="2000" b="1" dirty="0"/>
              <a:t>Check Huidige ID</a:t>
            </a:r>
            <a:endParaRPr lang="nl-NL" sz="2000" dirty="0"/>
          </a:p>
          <a:p>
            <a:pPr lvl="1"/>
            <a:r>
              <a:rPr lang="nl-NL" sz="2000" dirty="0"/>
              <a:t>Is de toestand accepterend? Zo ja, de DTM accepteert en stopt.</a:t>
            </a:r>
          </a:p>
          <a:p>
            <a:r>
              <a:rPr lang="nl-NL" sz="2000" b="1" dirty="0"/>
              <a:t>Genereer Volgende ID's</a:t>
            </a:r>
            <a:endParaRPr lang="nl-NL" sz="2000" dirty="0"/>
          </a:p>
          <a:p>
            <a:pPr lvl="1"/>
            <a:r>
              <a:rPr lang="nl-NL" sz="2000" dirty="0"/>
              <a:t>Maak voor elke mogelijke zet van de NTM een nieuwe ID aan.</a:t>
            </a:r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2F32BE-538E-458D-1FA1-FDE836755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87" y="1919190"/>
            <a:ext cx="5627096" cy="44199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6DEB320-C560-E89C-9F17-D4C6096B402A}"/>
                  </a:ext>
                </a:extLst>
              </p14:cNvPr>
              <p14:cNvContentPartPr/>
              <p14:nvPr/>
            </p14:nvContentPartPr>
            <p14:xfrm>
              <a:off x="3545914" y="1958640"/>
              <a:ext cx="250920" cy="258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6DEB320-C560-E89C-9F17-D4C6096B40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37274" y="1950000"/>
                <a:ext cx="268560" cy="27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19E2EC90-486F-4B6B-023D-7B4FF36C363B}"/>
              </a:ext>
            </a:extLst>
          </p:cNvPr>
          <p:cNvGrpSpPr/>
          <p:nvPr/>
        </p:nvGrpSpPr>
        <p:grpSpPr>
          <a:xfrm>
            <a:off x="1719274" y="5528400"/>
            <a:ext cx="2718720" cy="392400"/>
            <a:chOff x="1719274" y="5528400"/>
            <a:chExt cx="2718720" cy="39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0AA1A47-BB32-D614-B8EA-EC46D54729E8}"/>
                    </a:ext>
                  </a:extLst>
                </p14:cNvPr>
                <p14:cNvContentPartPr/>
                <p14:nvPr/>
              </p14:nvContentPartPr>
              <p14:xfrm>
                <a:off x="1719274" y="5690040"/>
                <a:ext cx="10800" cy="230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0AA1A47-BB32-D614-B8EA-EC46D54729E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10274" y="5681040"/>
                  <a:ext cx="284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3FCB8CF-FD16-471E-951A-58A3F42200C1}"/>
                    </a:ext>
                  </a:extLst>
                </p14:cNvPr>
                <p14:cNvContentPartPr/>
                <p14:nvPr/>
              </p14:nvContentPartPr>
              <p14:xfrm>
                <a:off x="1761034" y="5725680"/>
                <a:ext cx="140400" cy="194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3FCB8CF-FD16-471E-951A-58A3F42200C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52034" y="5716680"/>
                  <a:ext cx="1580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04C75EE-7112-9AB6-77D5-243D3F4F3A14}"/>
                    </a:ext>
                  </a:extLst>
                </p14:cNvPr>
                <p14:cNvContentPartPr/>
                <p14:nvPr/>
              </p14:nvContentPartPr>
              <p14:xfrm>
                <a:off x="1959034" y="5716680"/>
                <a:ext cx="81000" cy="199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04C75EE-7112-9AB6-77D5-243D3F4F3A1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50034" y="5708040"/>
                  <a:ext cx="986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CA3A4F7-E651-B231-CB80-41B7500A5932}"/>
                    </a:ext>
                  </a:extLst>
                </p14:cNvPr>
                <p14:cNvContentPartPr/>
                <p14:nvPr/>
              </p14:nvContentPartPr>
              <p14:xfrm>
                <a:off x="2462674" y="5528400"/>
                <a:ext cx="1975320" cy="273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CA3A4F7-E651-B231-CB80-41B7500A593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53674" y="5519760"/>
                  <a:ext cx="19929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80DD781-0FD3-6572-CDBC-4200B24975BC}"/>
                    </a:ext>
                  </a:extLst>
                </p14:cNvPr>
                <p14:cNvContentPartPr/>
                <p14:nvPr/>
              </p14:nvContentPartPr>
              <p14:xfrm>
                <a:off x="2412274" y="5742240"/>
                <a:ext cx="78120" cy="90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80DD781-0FD3-6572-CDBC-4200B24975B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403634" y="5733240"/>
                  <a:ext cx="95760" cy="10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08241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E8AC0-FEEF-78E8-E56B-873681DDE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C935F2-73DD-1867-7F6B-C9B2BF4EE3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038E271-308C-2E46-A3EC-56326F9084CC}" type="slidenum">
              <a:rPr lang="nl-BE" smtClean="0"/>
              <a:pPr>
                <a:spcAft>
                  <a:spcPts val="600"/>
                </a:spcAft>
              </a:pPr>
              <a:t>22</a:t>
            </a:fld>
            <a:endParaRPr lang="nl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53357C1-9BDF-C340-4F3C-FA4023DC4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4313" y="620713"/>
            <a:ext cx="5003800" cy="1385085"/>
          </a:xfrm>
        </p:spPr>
        <p:txBody>
          <a:bodyPr anchor="t">
            <a:normAutofit/>
          </a:bodyPr>
          <a:lstStyle/>
          <a:p>
            <a:r>
              <a:rPr lang="nl-BE" sz="2000" dirty="0"/>
              <a:t>Theorema 8.11</a:t>
            </a:r>
            <a:br>
              <a:rPr lang="nl-BE" dirty="0"/>
            </a:br>
            <a:endParaRPr lang="nl-BE" noProof="0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14322A34-D9AA-7E69-70D2-BBE0FD0ADA1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64313" y="2271713"/>
            <a:ext cx="5004000" cy="3965575"/>
          </a:xfrm>
        </p:spPr>
        <p:txBody>
          <a:bodyPr>
            <a:normAutofit/>
          </a:bodyPr>
          <a:lstStyle/>
          <a:p>
            <a:r>
              <a:rPr lang="nl-NL" sz="2000" b="1" dirty="0"/>
              <a:t>Check Huidige ID</a:t>
            </a:r>
            <a:endParaRPr lang="nl-NL" sz="2000" dirty="0"/>
          </a:p>
          <a:p>
            <a:pPr lvl="1"/>
            <a:r>
              <a:rPr lang="nl-NL" sz="2000" dirty="0"/>
              <a:t>Is de toestand accepterend? Zo ja, de DTM accepteert en stopt.</a:t>
            </a:r>
          </a:p>
          <a:p>
            <a:r>
              <a:rPr lang="nl-NL" sz="2000" b="1" dirty="0"/>
              <a:t>Genereer Volgende ID's</a:t>
            </a:r>
            <a:endParaRPr lang="nl-NL" sz="2000" dirty="0"/>
          </a:p>
          <a:p>
            <a:pPr lvl="1"/>
            <a:r>
              <a:rPr lang="nl-NL" sz="2000" dirty="0"/>
              <a:t>Maak voor elke mogelijke zet van de NTM een nieuwe ID aan.</a:t>
            </a:r>
          </a:p>
          <a:p>
            <a:r>
              <a:rPr lang="nl-NL" sz="2000" b="1" dirty="0"/>
              <a:t>Voeg Toe aan Wachtrij</a:t>
            </a:r>
            <a:endParaRPr lang="nl-NL" sz="2000" dirty="0"/>
          </a:p>
          <a:p>
            <a:pPr lvl="1"/>
            <a:r>
              <a:rPr lang="nl-NL" sz="2000" dirty="0"/>
              <a:t>Plaats alle nieuwe ID's aan het einde van de reeks.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6C7550-FE6A-E332-694E-3BBB113F0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87" y="1817305"/>
            <a:ext cx="5627096" cy="44199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9A0214F-3401-AB11-92C9-905232943408}"/>
                  </a:ext>
                </a:extLst>
              </p14:cNvPr>
              <p14:cNvContentPartPr/>
              <p14:nvPr/>
            </p14:nvContentPartPr>
            <p14:xfrm>
              <a:off x="2425234" y="4585200"/>
              <a:ext cx="588960" cy="266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9A0214F-3401-AB11-92C9-9052329434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62594" y="4522560"/>
                <a:ext cx="71460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797DA5C-63E3-F451-02A9-2E30D74E5B69}"/>
                  </a:ext>
                </a:extLst>
              </p14:cNvPr>
              <p14:cNvContentPartPr/>
              <p14:nvPr/>
            </p14:nvContentPartPr>
            <p14:xfrm>
              <a:off x="1486354" y="4514280"/>
              <a:ext cx="846000" cy="407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797DA5C-63E3-F451-02A9-2E30D74E5B6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23354" y="4451280"/>
                <a:ext cx="971640" cy="53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4F6E5A1-AD4A-5122-514B-27B518CE59E1}"/>
                  </a:ext>
                </a:extLst>
              </p14:cNvPr>
              <p14:cNvContentPartPr/>
              <p14:nvPr/>
            </p14:nvContentPartPr>
            <p14:xfrm>
              <a:off x="1554394" y="4487640"/>
              <a:ext cx="745560" cy="122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4F6E5A1-AD4A-5122-514B-27B518CE59E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91754" y="4424640"/>
                <a:ext cx="87120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886F23F-6AFC-AB79-C0FB-5B3F387136AF}"/>
                  </a:ext>
                </a:extLst>
              </p14:cNvPr>
              <p14:cNvContentPartPr/>
              <p14:nvPr/>
            </p14:nvContentPartPr>
            <p14:xfrm>
              <a:off x="1703794" y="4861320"/>
              <a:ext cx="682560" cy="72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886F23F-6AFC-AB79-C0FB-5B3F387136A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40794" y="4798320"/>
                <a:ext cx="80820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2112829-2BA1-B16D-B95B-99A3684AD1C5}"/>
                  </a:ext>
                </a:extLst>
              </p14:cNvPr>
              <p14:cNvContentPartPr/>
              <p14:nvPr/>
            </p14:nvContentPartPr>
            <p14:xfrm>
              <a:off x="1895314" y="4502040"/>
              <a:ext cx="472680" cy="140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2112829-2BA1-B16D-B95B-99A3684AD1C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32674" y="4439040"/>
                <a:ext cx="59832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FFB641E-381C-4DC1-D0A2-238263F15BCA}"/>
                  </a:ext>
                </a:extLst>
              </p14:cNvPr>
              <p14:cNvContentPartPr/>
              <p14:nvPr/>
            </p14:nvContentPartPr>
            <p14:xfrm>
              <a:off x="1871554" y="4585200"/>
              <a:ext cx="6480" cy="95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FFB641E-381C-4DC1-D0A2-238263F15BC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62554" y="4576560"/>
                <a:ext cx="24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928EBF9-3C09-0EC8-5A1D-3CA2FF437F78}"/>
                  </a:ext>
                </a:extLst>
              </p14:cNvPr>
              <p14:cNvContentPartPr/>
              <p14:nvPr/>
            </p14:nvContentPartPr>
            <p14:xfrm>
              <a:off x="1838074" y="4629840"/>
              <a:ext cx="77040" cy="17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928EBF9-3C09-0EC8-5A1D-3CA2FF437F7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29434" y="4620840"/>
                <a:ext cx="946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E2DA0A0-3BCB-814A-69D3-92E1533786BF}"/>
                  </a:ext>
                </a:extLst>
              </p14:cNvPr>
              <p14:cNvContentPartPr/>
              <p14:nvPr/>
            </p14:nvContentPartPr>
            <p14:xfrm>
              <a:off x="1843474" y="4603560"/>
              <a:ext cx="68400" cy="71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E2DA0A0-3BCB-814A-69D3-92E1533786B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34834" y="4594920"/>
                <a:ext cx="8604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8B38D46-3D4D-834D-445D-E4961A1805BC}"/>
                  </a:ext>
                </a:extLst>
              </p14:cNvPr>
              <p14:cNvContentPartPr/>
              <p14:nvPr/>
            </p14:nvContentPartPr>
            <p14:xfrm>
              <a:off x="1846714" y="4623000"/>
              <a:ext cx="69840" cy="29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8B38D46-3D4D-834D-445D-E4961A1805B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38074" y="4614360"/>
                <a:ext cx="874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3AEA90E-FDDB-C195-3665-021102C7C36A}"/>
                  </a:ext>
                </a:extLst>
              </p14:cNvPr>
              <p14:cNvContentPartPr/>
              <p14:nvPr/>
            </p14:nvContentPartPr>
            <p14:xfrm>
              <a:off x="1833754" y="4758360"/>
              <a:ext cx="75960" cy="92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3AEA90E-FDDB-C195-3665-021102C7C36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24754" y="4749360"/>
                <a:ext cx="9360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A8331C1-4D09-83CD-1E33-EF4C1063A820}"/>
                  </a:ext>
                </a:extLst>
              </p14:cNvPr>
              <p14:cNvContentPartPr/>
              <p14:nvPr/>
            </p14:nvContentPartPr>
            <p14:xfrm>
              <a:off x="1837714" y="4755480"/>
              <a:ext cx="61920" cy="110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A8331C1-4D09-83CD-1E33-EF4C1063A82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28714" y="4746480"/>
                <a:ext cx="79560" cy="12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2F4DFE57-83F1-3333-5170-30C7CF09C0BF}"/>
              </a:ext>
            </a:extLst>
          </p:cNvPr>
          <p:cNvGrpSpPr/>
          <p:nvPr/>
        </p:nvGrpSpPr>
        <p:grpSpPr>
          <a:xfrm>
            <a:off x="2287354" y="4677360"/>
            <a:ext cx="580680" cy="160560"/>
            <a:chOff x="2287354" y="4677360"/>
            <a:chExt cx="580680" cy="16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F72706B-5F13-D7C5-A3D5-31F5FD85DEFC}"/>
                    </a:ext>
                  </a:extLst>
                </p14:cNvPr>
                <p14:cNvContentPartPr/>
                <p14:nvPr/>
              </p14:nvContentPartPr>
              <p14:xfrm>
                <a:off x="2287354" y="4689960"/>
                <a:ext cx="16920" cy="147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F72706B-5F13-D7C5-A3D5-31F5FD85DEF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78714" y="4681320"/>
                  <a:ext cx="34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DA91E33-E252-F471-FC14-73720AA8669A}"/>
                    </a:ext>
                  </a:extLst>
                </p14:cNvPr>
                <p14:cNvContentPartPr/>
                <p14:nvPr/>
              </p14:nvContentPartPr>
              <p14:xfrm>
                <a:off x="2328754" y="4700040"/>
                <a:ext cx="99720" cy="126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DA91E33-E252-F471-FC14-73720AA8669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320114" y="4691400"/>
                  <a:ext cx="117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4202004-9D2F-8C92-824E-C98441FADC40}"/>
                    </a:ext>
                  </a:extLst>
                </p14:cNvPr>
                <p14:cNvContentPartPr/>
                <p14:nvPr/>
              </p14:nvContentPartPr>
              <p14:xfrm>
                <a:off x="2458714" y="4677360"/>
                <a:ext cx="52560" cy="154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4202004-9D2F-8C92-824E-C98441FADC4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449714" y="4668720"/>
                  <a:ext cx="702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985250C-8C2F-27EA-5DAA-53168BAA5527}"/>
                    </a:ext>
                  </a:extLst>
                </p14:cNvPr>
                <p14:cNvContentPartPr/>
                <p14:nvPr/>
              </p14:nvContentPartPr>
              <p14:xfrm>
                <a:off x="2810794" y="4721640"/>
                <a:ext cx="6120" cy="108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985250C-8C2F-27EA-5DAA-53168BAA552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02154" y="4712640"/>
                  <a:ext cx="23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6FD4605-A8EA-F163-B156-CB7B3B536C25}"/>
                    </a:ext>
                  </a:extLst>
                </p14:cNvPr>
                <p14:cNvContentPartPr/>
                <p14:nvPr/>
              </p14:nvContentPartPr>
              <p14:xfrm>
                <a:off x="2772634" y="4745760"/>
                <a:ext cx="88920" cy="42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6FD4605-A8EA-F163-B156-CB7B3B536C2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63634" y="4736760"/>
                  <a:ext cx="1065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1CFE618-A140-3450-A0AF-EDFE1BCDCA4A}"/>
                    </a:ext>
                  </a:extLst>
                </p14:cNvPr>
                <p14:cNvContentPartPr/>
                <p14:nvPr/>
              </p14:nvContentPartPr>
              <p14:xfrm>
                <a:off x="2779834" y="4731360"/>
                <a:ext cx="74520" cy="75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1CFE618-A140-3450-A0AF-EDFE1BCDCA4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70834" y="4722360"/>
                  <a:ext cx="921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5DC8701-FAF5-68AD-38DC-163E376A0AB4}"/>
                    </a:ext>
                  </a:extLst>
                </p14:cNvPr>
                <p14:cNvContentPartPr/>
                <p14:nvPr/>
              </p14:nvContentPartPr>
              <p14:xfrm>
                <a:off x="2769394" y="4743240"/>
                <a:ext cx="98640" cy="70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5DC8701-FAF5-68AD-38DC-163E376A0AB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760754" y="4734600"/>
                  <a:ext cx="11628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6A30B11-83C6-9514-7F58-8377813FECEF}"/>
              </a:ext>
            </a:extLst>
          </p:cNvPr>
          <p:cNvGrpSpPr/>
          <p:nvPr/>
        </p:nvGrpSpPr>
        <p:grpSpPr>
          <a:xfrm>
            <a:off x="3188434" y="4661880"/>
            <a:ext cx="608400" cy="194760"/>
            <a:chOff x="3188434" y="4661880"/>
            <a:chExt cx="608400" cy="1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2A7E794-06DE-1745-6A4A-41D65E5B247C}"/>
                    </a:ext>
                  </a:extLst>
                </p14:cNvPr>
                <p14:cNvContentPartPr/>
                <p14:nvPr/>
              </p14:nvContentPartPr>
              <p14:xfrm>
                <a:off x="3188434" y="4681320"/>
                <a:ext cx="21240" cy="145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2A7E794-06DE-1745-6A4A-41D65E5B247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79434" y="4672680"/>
                  <a:ext cx="388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C65EEE0-1DEC-6E8A-2981-BB1739C05C97}"/>
                    </a:ext>
                  </a:extLst>
                </p14:cNvPr>
                <p14:cNvContentPartPr/>
                <p14:nvPr/>
              </p14:nvContentPartPr>
              <p14:xfrm>
                <a:off x="3219394" y="4670520"/>
                <a:ext cx="99720" cy="145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C65EEE0-1DEC-6E8A-2981-BB1739C05C9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10394" y="4661880"/>
                  <a:ext cx="1173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61A0779-4FF0-BA65-6523-CECF57C34EEB}"/>
                    </a:ext>
                  </a:extLst>
                </p14:cNvPr>
                <p14:cNvContentPartPr/>
                <p14:nvPr/>
              </p14:nvContentPartPr>
              <p14:xfrm>
                <a:off x="3349354" y="4661880"/>
                <a:ext cx="66240" cy="149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61A0779-4FF0-BA65-6523-CECF57C34EE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40714" y="4653240"/>
                  <a:ext cx="838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FCE242A-2C62-4C25-8D8C-C9E8071130C3}"/>
                    </a:ext>
                  </a:extLst>
                </p14:cNvPr>
                <p14:cNvContentPartPr/>
                <p14:nvPr/>
              </p14:nvContentPartPr>
              <p14:xfrm>
                <a:off x="3435034" y="4783560"/>
                <a:ext cx="46440" cy="73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FCE242A-2C62-4C25-8D8C-C9E8071130C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26034" y="4774560"/>
                  <a:ext cx="640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05078BD-8D40-3529-6C1C-911328683DA3}"/>
                    </a:ext>
                  </a:extLst>
                </p14:cNvPr>
                <p14:cNvContentPartPr/>
                <p14:nvPr/>
              </p14:nvContentPartPr>
              <p14:xfrm>
                <a:off x="3742474" y="4699680"/>
                <a:ext cx="8280" cy="106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05078BD-8D40-3529-6C1C-911328683DA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33834" y="4691040"/>
                  <a:ext cx="259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B261BA1-F965-2383-929D-1AC9AEB23E7F}"/>
                    </a:ext>
                  </a:extLst>
                </p14:cNvPr>
                <p14:cNvContentPartPr/>
                <p14:nvPr/>
              </p14:nvContentPartPr>
              <p14:xfrm>
                <a:off x="3712594" y="4745040"/>
                <a:ext cx="81360" cy="11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B261BA1-F965-2383-929D-1AC9AEB23E7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03954" y="4736040"/>
                  <a:ext cx="990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D16A975-CF53-7AD1-1FAE-528E3EC88876}"/>
                    </a:ext>
                  </a:extLst>
                </p14:cNvPr>
                <p14:cNvContentPartPr/>
                <p14:nvPr/>
              </p14:nvContentPartPr>
              <p14:xfrm>
                <a:off x="3722314" y="4716960"/>
                <a:ext cx="70200" cy="72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D16A975-CF53-7AD1-1FAE-528E3EC8887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713674" y="4708320"/>
                  <a:ext cx="87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6A97015-C8A3-82EC-9319-91EF73433395}"/>
                    </a:ext>
                  </a:extLst>
                </p14:cNvPr>
                <p14:cNvContentPartPr/>
                <p14:nvPr/>
              </p14:nvContentPartPr>
              <p14:xfrm>
                <a:off x="3724474" y="4741080"/>
                <a:ext cx="72360" cy="43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6A97015-C8A3-82EC-9319-91EF7343339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15834" y="4732080"/>
                  <a:ext cx="9000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66B2147-16C7-E371-EFB2-0304E796A7F8}"/>
              </a:ext>
            </a:extLst>
          </p:cNvPr>
          <p:cNvGrpSpPr/>
          <p:nvPr/>
        </p:nvGrpSpPr>
        <p:grpSpPr>
          <a:xfrm>
            <a:off x="4085554" y="4681320"/>
            <a:ext cx="607320" cy="200880"/>
            <a:chOff x="4085554" y="4681320"/>
            <a:chExt cx="60732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DB8B52C-FC81-24BF-8972-67331D93A098}"/>
                    </a:ext>
                  </a:extLst>
                </p14:cNvPr>
                <p14:cNvContentPartPr/>
                <p14:nvPr/>
              </p14:nvContentPartPr>
              <p14:xfrm>
                <a:off x="4085554" y="4681320"/>
                <a:ext cx="4320" cy="159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DB8B52C-FC81-24BF-8972-67331D93A09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76914" y="4672680"/>
                  <a:ext cx="219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56C95E3-972E-953B-FEBD-C42B8C0D58D3}"/>
                    </a:ext>
                  </a:extLst>
                </p14:cNvPr>
                <p14:cNvContentPartPr/>
                <p14:nvPr/>
              </p14:nvContentPartPr>
              <p14:xfrm>
                <a:off x="4131634" y="4693920"/>
                <a:ext cx="113760" cy="136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56C95E3-972E-953B-FEBD-C42B8C0D58D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122634" y="4685280"/>
                  <a:ext cx="1314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8DB7564-6228-6FD4-84F7-F3D2021BB9CE}"/>
                    </a:ext>
                  </a:extLst>
                </p14:cNvPr>
                <p14:cNvContentPartPr/>
                <p14:nvPr/>
              </p14:nvContentPartPr>
              <p14:xfrm>
                <a:off x="4284994" y="4684200"/>
                <a:ext cx="50400" cy="143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8DB7564-6228-6FD4-84F7-F3D2021BB9C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275994" y="4675200"/>
                  <a:ext cx="680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20E9D2C-C773-26FC-B449-19EAC26DC2F1}"/>
                    </a:ext>
                  </a:extLst>
                </p14:cNvPr>
                <p14:cNvContentPartPr/>
                <p14:nvPr/>
              </p14:nvContentPartPr>
              <p14:xfrm>
                <a:off x="4379674" y="4808040"/>
                <a:ext cx="65880" cy="74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20E9D2C-C773-26FC-B449-19EAC26DC2F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370674" y="4799040"/>
                  <a:ext cx="83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A2B66BC-A60A-44BB-D709-D5F003711DC6}"/>
                    </a:ext>
                  </a:extLst>
                </p14:cNvPr>
                <p14:cNvContentPartPr/>
                <p14:nvPr/>
              </p14:nvContentPartPr>
              <p14:xfrm>
                <a:off x="4623754" y="4705440"/>
                <a:ext cx="10800" cy="102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A2B66BC-A60A-44BB-D709-D5F003711DC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14754" y="4696800"/>
                  <a:ext cx="28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E2D8949-A920-750D-F7A0-FA054B8EC253}"/>
                    </a:ext>
                  </a:extLst>
                </p14:cNvPr>
                <p14:cNvContentPartPr/>
                <p14:nvPr/>
              </p14:nvContentPartPr>
              <p14:xfrm>
                <a:off x="4588834" y="4738560"/>
                <a:ext cx="71280" cy="15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E2D8949-A920-750D-F7A0-FA054B8EC25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79834" y="4729920"/>
                  <a:ext cx="889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39A203-1002-70C5-54DF-B1CB5C78D281}"/>
                    </a:ext>
                  </a:extLst>
                </p14:cNvPr>
                <p14:cNvContentPartPr/>
                <p14:nvPr/>
              </p14:nvContentPartPr>
              <p14:xfrm>
                <a:off x="4590994" y="4718760"/>
                <a:ext cx="77760" cy="93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39A203-1002-70C5-54DF-B1CB5C78D28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82354" y="4709760"/>
                  <a:ext cx="954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1BA1E7F-7E2C-F0B9-A32F-1A8806BE45C6}"/>
                    </a:ext>
                  </a:extLst>
                </p14:cNvPr>
                <p14:cNvContentPartPr/>
                <p14:nvPr/>
              </p14:nvContentPartPr>
              <p14:xfrm>
                <a:off x="4611154" y="4736400"/>
                <a:ext cx="81720" cy="58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1BA1E7F-7E2C-F0B9-A32F-1A8806BE45C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02514" y="4727760"/>
                  <a:ext cx="9936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0BB0B9E-FEB0-FD6E-2EAF-6A7B4FF509D9}"/>
              </a:ext>
            </a:extLst>
          </p:cNvPr>
          <p:cNvGrpSpPr/>
          <p:nvPr/>
        </p:nvGrpSpPr>
        <p:grpSpPr>
          <a:xfrm>
            <a:off x="4826794" y="4554240"/>
            <a:ext cx="532440" cy="318960"/>
            <a:chOff x="4826794" y="4554240"/>
            <a:chExt cx="53244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B4BF3E4-BEE4-3B06-A437-6A0B90DE25F1}"/>
                    </a:ext>
                  </a:extLst>
                </p14:cNvPr>
                <p14:cNvContentPartPr/>
                <p14:nvPr/>
              </p14:nvContentPartPr>
              <p14:xfrm>
                <a:off x="4871434" y="4554240"/>
                <a:ext cx="475560" cy="318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B4BF3E4-BEE4-3B06-A437-6A0B90DE25F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835794" y="4518240"/>
                  <a:ext cx="54720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1AA2930-A71A-6028-5B1B-748CE3620E9F}"/>
                    </a:ext>
                  </a:extLst>
                </p14:cNvPr>
                <p14:cNvContentPartPr/>
                <p14:nvPr/>
              </p14:nvContentPartPr>
              <p14:xfrm>
                <a:off x="4836514" y="4608240"/>
                <a:ext cx="34920" cy="170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1AA2930-A71A-6028-5B1B-748CE3620E9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800514" y="4572240"/>
                  <a:ext cx="1065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E8FAAA9-0982-A79A-E953-A751634C79C5}"/>
                    </a:ext>
                  </a:extLst>
                </p14:cNvPr>
                <p14:cNvContentPartPr/>
                <p14:nvPr/>
              </p14:nvContentPartPr>
              <p14:xfrm>
                <a:off x="4826794" y="4560720"/>
                <a:ext cx="532440" cy="306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E8FAAA9-0982-A79A-E953-A751634C79C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91154" y="4525080"/>
                  <a:ext cx="604080" cy="37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715D07E-45D0-2C0E-FB6F-3221F932B0B9}"/>
              </a:ext>
            </a:extLst>
          </p:cNvPr>
          <p:cNvGrpSpPr/>
          <p:nvPr/>
        </p:nvGrpSpPr>
        <p:grpSpPr>
          <a:xfrm>
            <a:off x="4956754" y="4641720"/>
            <a:ext cx="360720" cy="203040"/>
            <a:chOff x="4956754" y="4641720"/>
            <a:chExt cx="36072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305FDCC-27F7-B24E-D0F0-F721BE0F8715}"/>
                    </a:ext>
                  </a:extLst>
                </p14:cNvPr>
                <p14:cNvContentPartPr/>
                <p14:nvPr/>
              </p14:nvContentPartPr>
              <p14:xfrm>
                <a:off x="4956754" y="4643160"/>
                <a:ext cx="6840" cy="1738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305FDCC-27F7-B24E-D0F0-F721BE0F871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47754" y="4634160"/>
                  <a:ext cx="244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BE98830-BF2F-303B-4411-B94B8D82A49F}"/>
                    </a:ext>
                  </a:extLst>
                </p14:cNvPr>
                <p14:cNvContentPartPr/>
                <p14:nvPr/>
              </p14:nvContentPartPr>
              <p14:xfrm>
                <a:off x="4989874" y="4648920"/>
                <a:ext cx="129240" cy="152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BE98830-BF2F-303B-4411-B94B8D82A49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981234" y="4639920"/>
                  <a:ext cx="1468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37A665C-3E19-4B79-2CEC-AC6D6F6D8B25}"/>
                    </a:ext>
                  </a:extLst>
                </p14:cNvPr>
                <p14:cNvContentPartPr/>
                <p14:nvPr/>
              </p14:nvContentPartPr>
              <p14:xfrm>
                <a:off x="5141794" y="4641720"/>
                <a:ext cx="66240" cy="188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37A665C-3E19-4B79-2CEC-AC6D6F6D8B2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132794" y="4632720"/>
                  <a:ext cx="838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008D876-F45E-6921-F357-7B6C51E9E9FA}"/>
                    </a:ext>
                  </a:extLst>
                </p14:cNvPr>
                <p14:cNvContentPartPr/>
                <p14:nvPr/>
              </p14:nvContentPartPr>
              <p14:xfrm>
                <a:off x="5256274" y="4759800"/>
                <a:ext cx="61200" cy="84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008D876-F45E-6921-F357-7B6C51E9E9F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47274" y="4751160"/>
                  <a:ext cx="78840" cy="10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3F16FE1-ECDE-FD62-CDC2-822E611FFF09}"/>
                  </a:ext>
                </a:extLst>
              </p14:cNvPr>
              <p14:cNvContentPartPr/>
              <p14:nvPr/>
            </p14:nvContentPartPr>
            <p14:xfrm>
              <a:off x="1948234" y="3614640"/>
              <a:ext cx="1747440" cy="7545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3F16FE1-ECDE-FD62-CDC2-822E611FFF0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885234" y="3551640"/>
                <a:ext cx="1873080" cy="88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3C9E3DA7-D12B-03BB-DC30-60AC0B654F2C}"/>
              </a:ext>
            </a:extLst>
          </p:cNvPr>
          <p:cNvGrpSpPr/>
          <p:nvPr/>
        </p:nvGrpSpPr>
        <p:grpSpPr>
          <a:xfrm>
            <a:off x="3517474" y="3558120"/>
            <a:ext cx="1339560" cy="772920"/>
            <a:chOff x="3517474" y="3558120"/>
            <a:chExt cx="1339560" cy="77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44BE388-7588-EEB3-BCA5-3D474068E9C2}"/>
                    </a:ext>
                  </a:extLst>
                </p14:cNvPr>
                <p14:cNvContentPartPr/>
                <p14:nvPr/>
              </p14:nvContentPartPr>
              <p14:xfrm>
                <a:off x="3517474" y="3558120"/>
                <a:ext cx="1303560" cy="731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44BE388-7588-EEB3-BCA5-3D474068E9C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508834" y="3549120"/>
                  <a:ext cx="1321200" cy="74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A132D83-3C65-1C93-EB4D-1728125E9EDA}"/>
                    </a:ext>
                  </a:extLst>
                </p14:cNvPr>
                <p14:cNvContentPartPr/>
                <p14:nvPr/>
              </p14:nvContentPartPr>
              <p14:xfrm>
                <a:off x="4741474" y="4240320"/>
                <a:ext cx="115560" cy="90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A132D83-3C65-1C93-EB4D-1728125E9ED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732834" y="4231320"/>
                  <a:ext cx="13320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9480640-EB95-5BEA-66E4-675409BC620D}"/>
              </a:ext>
            </a:extLst>
          </p:cNvPr>
          <p:cNvGrpSpPr/>
          <p:nvPr/>
        </p:nvGrpSpPr>
        <p:grpSpPr>
          <a:xfrm>
            <a:off x="1780474" y="5423640"/>
            <a:ext cx="2694240" cy="402840"/>
            <a:chOff x="1780474" y="5423640"/>
            <a:chExt cx="2694240" cy="40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3E74816-1BE6-70D0-710E-2EB1DC85080F}"/>
                    </a:ext>
                  </a:extLst>
                </p14:cNvPr>
                <p14:cNvContentPartPr/>
                <p14:nvPr/>
              </p14:nvContentPartPr>
              <p14:xfrm>
                <a:off x="1780474" y="5631720"/>
                <a:ext cx="4320" cy="144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3E74816-1BE6-70D0-710E-2EB1DC85080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771474" y="5622720"/>
                  <a:ext cx="219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746F29B-10C3-CFF3-8DDA-0FFA5982FE27}"/>
                    </a:ext>
                  </a:extLst>
                </p14:cNvPr>
                <p14:cNvContentPartPr/>
                <p14:nvPr/>
              </p14:nvContentPartPr>
              <p14:xfrm>
                <a:off x="1826914" y="5644680"/>
                <a:ext cx="116640" cy="125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746F29B-10C3-CFF3-8DDA-0FFA5982FE2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817914" y="5636040"/>
                  <a:ext cx="134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48BD2A8-D702-8D6A-0BE7-8E42E38AE452}"/>
                    </a:ext>
                  </a:extLst>
                </p14:cNvPr>
                <p14:cNvContentPartPr/>
                <p14:nvPr/>
              </p14:nvContentPartPr>
              <p14:xfrm>
                <a:off x="1984234" y="5639640"/>
                <a:ext cx="66600" cy="161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48BD2A8-D702-8D6A-0BE7-8E42E38AE45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975594" y="5630640"/>
                  <a:ext cx="842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552C87F-F22A-EC45-75DA-026ADBEDD50E}"/>
                    </a:ext>
                  </a:extLst>
                </p14:cNvPr>
                <p14:cNvContentPartPr/>
                <p14:nvPr/>
              </p14:nvContentPartPr>
              <p14:xfrm>
                <a:off x="2620714" y="5423640"/>
                <a:ext cx="1854000" cy="312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552C87F-F22A-EC45-75DA-026ADBEDD50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611714" y="5415000"/>
                  <a:ext cx="18716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E03FDB3-9258-3975-57E8-043895965CF6}"/>
                    </a:ext>
                  </a:extLst>
                </p14:cNvPr>
                <p14:cNvContentPartPr/>
                <p14:nvPr/>
              </p14:nvContentPartPr>
              <p14:xfrm>
                <a:off x="2391034" y="5732160"/>
                <a:ext cx="239040" cy="49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E03FDB3-9258-3975-57E8-043895965CF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382394" y="5723520"/>
                  <a:ext cx="2566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7E0B357-F2E9-CF43-BE9B-F8EA04569211}"/>
                    </a:ext>
                  </a:extLst>
                </p14:cNvPr>
                <p14:cNvContentPartPr/>
                <p14:nvPr/>
              </p14:nvContentPartPr>
              <p14:xfrm>
                <a:off x="2326594" y="5737920"/>
                <a:ext cx="84600" cy="88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7E0B357-F2E9-CF43-BE9B-F8EA0456921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317594" y="5729280"/>
                  <a:ext cx="102240" cy="106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25950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2772B-A950-5883-D100-6F2C889EC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54E207-F280-7CD6-5367-577BF6782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038E271-308C-2E46-A3EC-56326F9084CC}" type="slidenum">
              <a:rPr lang="nl-BE" smtClean="0"/>
              <a:pPr>
                <a:spcAft>
                  <a:spcPts val="600"/>
                </a:spcAft>
              </a:pPr>
              <a:t>23</a:t>
            </a:fld>
            <a:endParaRPr lang="nl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747927-8CB6-65A7-1960-D0D29A620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4313" y="620713"/>
            <a:ext cx="5003800" cy="1385085"/>
          </a:xfrm>
        </p:spPr>
        <p:txBody>
          <a:bodyPr anchor="t">
            <a:normAutofit/>
          </a:bodyPr>
          <a:lstStyle/>
          <a:p>
            <a:r>
              <a:rPr lang="nl-BE" sz="2000" dirty="0"/>
              <a:t>Theorema 8.11</a:t>
            </a:r>
            <a:br>
              <a:rPr lang="nl-BE" dirty="0"/>
            </a:br>
            <a:endParaRPr lang="nl-BE" noProof="0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D14B39D-DFAB-582A-B846-1015D8A431C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64313" y="2271713"/>
            <a:ext cx="5004000" cy="3965575"/>
          </a:xfrm>
        </p:spPr>
        <p:txBody>
          <a:bodyPr>
            <a:normAutofit/>
          </a:bodyPr>
          <a:lstStyle/>
          <a:p>
            <a:r>
              <a:rPr lang="nl-NL" sz="2200" b="1" dirty="0"/>
              <a:t>Check Huidige ID</a:t>
            </a:r>
            <a:endParaRPr lang="nl-NL" sz="2200" dirty="0"/>
          </a:p>
          <a:p>
            <a:pPr lvl="1"/>
            <a:r>
              <a:rPr lang="nl-NL" sz="2200" dirty="0"/>
              <a:t>Is de toestand accepterend? Zo ja, de DTM accepteert en stopt.</a:t>
            </a:r>
          </a:p>
          <a:p>
            <a:r>
              <a:rPr lang="nl-NL" sz="2200" b="1" dirty="0"/>
              <a:t>Genereer Volgende ID's</a:t>
            </a:r>
            <a:endParaRPr lang="nl-NL" sz="2200" dirty="0"/>
          </a:p>
          <a:p>
            <a:pPr lvl="1"/>
            <a:r>
              <a:rPr lang="nl-NL" sz="2200" dirty="0"/>
              <a:t>Maak voor elke mogelijke zet van de NTM een nieuwe ID aan.</a:t>
            </a:r>
          </a:p>
          <a:p>
            <a:r>
              <a:rPr lang="nl-NL" sz="2200" b="1" dirty="0"/>
              <a:t>Voeg Toe aan Wachtrij</a:t>
            </a:r>
            <a:endParaRPr lang="nl-NL" sz="2200" dirty="0"/>
          </a:p>
          <a:p>
            <a:pPr lvl="1"/>
            <a:r>
              <a:rPr lang="nl-NL" sz="2200" dirty="0"/>
              <a:t>Plaats alle nieuwe ID's aan het einde van de reeks.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60EA7BA6-0E71-6708-9227-5F23CAE92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87" y="1919190"/>
            <a:ext cx="5627096" cy="44199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297EB2D-4E4D-CD7A-7E78-CCF32D5303C7}"/>
                  </a:ext>
                </a:extLst>
              </p14:cNvPr>
              <p14:cNvContentPartPr/>
              <p14:nvPr/>
            </p14:nvContentPartPr>
            <p14:xfrm>
              <a:off x="3420274" y="4867080"/>
              <a:ext cx="89280" cy="1198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297EB2D-4E4D-CD7A-7E78-CCF32D5303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11634" y="4858080"/>
                <a:ext cx="10692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D355832-CCAC-FD2F-16EB-D7008C13F209}"/>
                  </a:ext>
                </a:extLst>
              </p14:cNvPr>
              <p14:cNvContentPartPr/>
              <p14:nvPr/>
            </p14:nvContentPartPr>
            <p14:xfrm>
              <a:off x="4337914" y="4871400"/>
              <a:ext cx="142920" cy="1872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D355832-CCAC-FD2F-16EB-D7008C13F2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29274" y="4862760"/>
                <a:ext cx="1605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7F9A2A77-97CA-C524-2C99-C374BAB21633}"/>
                  </a:ext>
                </a:extLst>
              </p14:cNvPr>
              <p14:cNvContentPartPr/>
              <p14:nvPr/>
            </p14:nvContentPartPr>
            <p14:xfrm>
              <a:off x="5250154" y="4833600"/>
              <a:ext cx="97920" cy="1609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7F9A2A77-97CA-C524-2C99-C374BAB2163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41154" y="4824600"/>
                <a:ext cx="115560" cy="17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BF7BB1F3-ABE2-8724-3EB0-B625E84F8F0A}"/>
              </a:ext>
            </a:extLst>
          </p:cNvPr>
          <p:cNvGrpSpPr/>
          <p:nvPr/>
        </p:nvGrpSpPr>
        <p:grpSpPr>
          <a:xfrm>
            <a:off x="3446914" y="4774920"/>
            <a:ext cx="97200" cy="159120"/>
            <a:chOff x="3446914" y="4774920"/>
            <a:chExt cx="97200" cy="15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300AF61-DF7A-D2DB-B826-94F56BC2A233}"/>
                    </a:ext>
                  </a:extLst>
                </p14:cNvPr>
                <p14:cNvContentPartPr/>
                <p14:nvPr/>
              </p14:nvContentPartPr>
              <p14:xfrm>
                <a:off x="3446914" y="4917120"/>
                <a:ext cx="2520" cy="1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300AF61-DF7A-D2DB-B826-94F56BC2A23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38274" y="4908480"/>
                  <a:ext cx="201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E2F42CB-CED1-D643-DB68-240064B3C141}"/>
                    </a:ext>
                  </a:extLst>
                </p14:cNvPr>
                <p14:cNvContentPartPr/>
                <p14:nvPr/>
              </p14:nvContentPartPr>
              <p14:xfrm>
                <a:off x="3483634" y="4774920"/>
                <a:ext cx="60480" cy="159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E2F42CB-CED1-D643-DB68-240064B3C14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474634" y="4766280"/>
                  <a:ext cx="7812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9AA2CBA-2858-B30B-0512-1C7F50C12071}"/>
              </a:ext>
            </a:extLst>
          </p:cNvPr>
          <p:cNvGrpSpPr/>
          <p:nvPr/>
        </p:nvGrpSpPr>
        <p:grpSpPr>
          <a:xfrm>
            <a:off x="4354834" y="4814160"/>
            <a:ext cx="117360" cy="135360"/>
            <a:chOff x="4354834" y="4814160"/>
            <a:chExt cx="117360" cy="13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60AB634-FC91-B674-8649-70159393E3BD}"/>
                    </a:ext>
                  </a:extLst>
                </p14:cNvPr>
                <p14:cNvContentPartPr/>
                <p14:nvPr/>
              </p14:nvContentPartPr>
              <p14:xfrm>
                <a:off x="4354834" y="4936200"/>
                <a:ext cx="1080" cy="1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60AB634-FC91-B674-8649-70159393E3B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45834" y="4927200"/>
                  <a:ext cx="18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21F1C3B-12FD-41E5-F748-7AE87ABC7F96}"/>
                    </a:ext>
                  </a:extLst>
                </p14:cNvPr>
                <p14:cNvContentPartPr/>
                <p14:nvPr/>
              </p14:nvContentPartPr>
              <p14:xfrm>
                <a:off x="4365634" y="4939440"/>
                <a:ext cx="1080" cy="1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21F1C3B-12FD-41E5-F748-7AE87ABC7F9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356634" y="4930800"/>
                  <a:ext cx="187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48963CA-B0D6-DDD1-57B5-252A335B21F7}"/>
                    </a:ext>
                  </a:extLst>
                </p14:cNvPr>
                <p14:cNvContentPartPr/>
                <p14:nvPr/>
              </p14:nvContentPartPr>
              <p14:xfrm>
                <a:off x="4359874" y="4943760"/>
                <a:ext cx="6120" cy="5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48963CA-B0D6-DDD1-57B5-252A335B21F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351234" y="4934760"/>
                  <a:ext cx="23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6F7C2AE-D3AB-A959-7B84-088EF7723614}"/>
                    </a:ext>
                  </a:extLst>
                </p14:cNvPr>
                <p14:cNvContentPartPr/>
                <p14:nvPr/>
              </p14:nvContentPartPr>
              <p14:xfrm>
                <a:off x="4410634" y="4814160"/>
                <a:ext cx="61560" cy="123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6F7C2AE-D3AB-A959-7B84-088EF772361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01994" y="4805160"/>
                  <a:ext cx="79200" cy="14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B03E280-20E1-456F-281B-D4723DB9DB0B}"/>
                  </a:ext>
                </a:extLst>
              </p14:cNvPr>
              <p14:cNvContentPartPr/>
              <p14:nvPr/>
            </p14:nvContentPartPr>
            <p14:xfrm>
              <a:off x="5237194" y="4920720"/>
              <a:ext cx="11160" cy="129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B03E280-20E1-456F-281B-D4723DB9DB0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228554" y="4912080"/>
                <a:ext cx="288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51093000-4C95-5281-6EF6-61B6506EE3A6}"/>
                  </a:ext>
                </a:extLst>
              </p14:cNvPr>
              <p14:cNvContentPartPr/>
              <p14:nvPr/>
            </p14:nvContentPartPr>
            <p14:xfrm>
              <a:off x="5280034" y="4774920"/>
              <a:ext cx="89640" cy="1587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51093000-4C95-5281-6EF6-61B6506EE3A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271394" y="4765920"/>
                <a:ext cx="107280" cy="17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3223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ACDAD-9A36-0056-792A-6F0D05958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88138B-8D1B-4020-1189-64772F270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038E271-308C-2E46-A3EC-56326F9084CC}" type="slidenum">
              <a:rPr lang="nl-BE" smtClean="0"/>
              <a:pPr>
                <a:spcAft>
                  <a:spcPts val="600"/>
                </a:spcAft>
              </a:pPr>
              <a:t>24</a:t>
            </a:fld>
            <a:endParaRPr lang="nl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E13BC9B-BFD5-76BE-488D-B9DA2A53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4313" y="620713"/>
            <a:ext cx="5003800" cy="1385085"/>
          </a:xfrm>
        </p:spPr>
        <p:txBody>
          <a:bodyPr anchor="t">
            <a:normAutofit/>
          </a:bodyPr>
          <a:lstStyle/>
          <a:p>
            <a:r>
              <a:rPr lang="nl-BE" sz="2000" dirty="0"/>
              <a:t>Theorema 8.11</a:t>
            </a:r>
            <a:br>
              <a:rPr lang="nl-BE" dirty="0"/>
            </a:br>
            <a:endParaRPr lang="nl-BE" noProof="0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D9F4C56C-743D-E4B9-B475-6DAF917532A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64313" y="2271713"/>
            <a:ext cx="5004000" cy="3965575"/>
          </a:xfrm>
        </p:spPr>
        <p:txBody>
          <a:bodyPr>
            <a:normAutofit fontScale="92500" lnSpcReduction="10000"/>
          </a:bodyPr>
          <a:lstStyle/>
          <a:p>
            <a:r>
              <a:rPr lang="nl-NL" sz="2200" b="1" dirty="0"/>
              <a:t>Check Huidige ID</a:t>
            </a:r>
            <a:endParaRPr lang="nl-NL" sz="2200" dirty="0"/>
          </a:p>
          <a:p>
            <a:pPr lvl="1"/>
            <a:r>
              <a:rPr lang="nl-NL" sz="2200" dirty="0"/>
              <a:t>Is de toestand accepterend? Zo ja, de DTM accepteert en stopt.</a:t>
            </a:r>
          </a:p>
          <a:p>
            <a:r>
              <a:rPr lang="nl-NL" sz="2200" b="1" dirty="0"/>
              <a:t>Genereer Volgende ID's</a:t>
            </a:r>
            <a:endParaRPr lang="nl-NL" sz="2200" dirty="0"/>
          </a:p>
          <a:p>
            <a:pPr lvl="1"/>
            <a:r>
              <a:rPr lang="nl-NL" sz="2200" dirty="0"/>
              <a:t>Maak voor elke mogelijke zet van de NTM een nieuwe ID aan.</a:t>
            </a:r>
          </a:p>
          <a:p>
            <a:r>
              <a:rPr lang="nl-NL" sz="2200" b="1" dirty="0"/>
              <a:t>Voeg Toe aan Wachtrij</a:t>
            </a:r>
            <a:endParaRPr lang="nl-NL" sz="2200" dirty="0"/>
          </a:p>
          <a:p>
            <a:pPr lvl="1"/>
            <a:r>
              <a:rPr lang="nl-NL" sz="2200" dirty="0"/>
              <a:t>Plaats alle nieuwe ID's aan het einde van de reeks.</a:t>
            </a:r>
          </a:p>
          <a:p>
            <a:r>
              <a:rPr lang="nl-NL" sz="2200" b="1" dirty="0"/>
              <a:t>Verplaats de Focus</a:t>
            </a:r>
            <a:endParaRPr lang="nl-NL" sz="2200" dirty="0"/>
          </a:p>
          <a:p>
            <a:pPr lvl="1"/>
            <a:r>
              <a:rPr lang="nl-NL" sz="2200" dirty="0"/>
              <a:t>Markeer de volgende ID in de wachtrij als de nieuwe 'huidige ID' en herhaal.</a:t>
            </a:r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9BA17B48-20D1-95C5-7EED-9DF11CBDA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87" y="1919190"/>
            <a:ext cx="5627096" cy="44199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0061A475-1384-35E5-EEBB-2FBBF3CFEDC3}"/>
                  </a:ext>
                </a:extLst>
              </p14:cNvPr>
              <p14:cNvContentPartPr/>
              <p14:nvPr/>
            </p14:nvContentPartPr>
            <p14:xfrm>
              <a:off x="3420274" y="4867080"/>
              <a:ext cx="89280" cy="1198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0061A475-1384-35E5-EEBB-2FBBF3CFED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11274" y="4858080"/>
                <a:ext cx="10692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4F0584CB-3A5F-F2F8-45C7-AA0B37636FF5}"/>
                  </a:ext>
                </a:extLst>
              </p14:cNvPr>
              <p14:cNvContentPartPr/>
              <p14:nvPr/>
            </p14:nvContentPartPr>
            <p14:xfrm>
              <a:off x="4337914" y="4871400"/>
              <a:ext cx="142920" cy="1872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4F0584CB-3A5F-F2F8-45C7-AA0B37636F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28914" y="4862400"/>
                <a:ext cx="1605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F659F25-A5D7-1A4A-41F8-2639AC01CB2A}"/>
                  </a:ext>
                </a:extLst>
              </p14:cNvPr>
              <p14:cNvContentPartPr/>
              <p14:nvPr/>
            </p14:nvContentPartPr>
            <p14:xfrm>
              <a:off x="5250154" y="4833600"/>
              <a:ext cx="97920" cy="1609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F659F25-A5D7-1A4A-41F8-2639AC01CB2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41154" y="4824600"/>
                <a:ext cx="115560" cy="17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BB6AF037-47D9-AAB0-9500-AC498C2AEAC7}"/>
              </a:ext>
            </a:extLst>
          </p:cNvPr>
          <p:cNvGrpSpPr/>
          <p:nvPr/>
        </p:nvGrpSpPr>
        <p:grpSpPr>
          <a:xfrm>
            <a:off x="3446914" y="4774920"/>
            <a:ext cx="97200" cy="159120"/>
            <a:chOff x="3446914" y="4774920"/>
            <a:chExt cx="97200" cy="15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42EB00A-06B2-6D97-EF79-FCBCC69D9922}"/>
                    </a:ext>
                  </a:extLst>
                </p14:cNvPr>
                <p14:cNvContentPartPr/>
                <p14:nvPr/>
              </p14:nvContentPartPr>
              <p14:xfrm>
                <a:off x="3446914" y="4917120"/>
                <a:ext cx="2520" cy="1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42EB00A-06B2-6D97-EF79-FCBCC69D992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37914" y="4908120"/>
                  <a:ext cx="201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7E4B5C1-218D-89DA-B8EE-B2D6D993A3D7}"/>
                    </a:ext>
                  </a:extLst>
                </p14:cNvPr>
                <p14:cNvContentPartPr/>
                <p14:nvPr/>
              </p14:nvContentPartPr>
              <p14:xfrm>
                <a:off x="3483634" y="4774920"/>
                <a:ext cx="60480" cy="159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7E4B5C1-218D-89DA-B8EE-B2D6D993A3D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474687" y="4765920"/>
                  <a:ext cx="78016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1FF991C-768C-80A0-D602-FF4326202856}"/>
              </a:ext>
            </a:extLst>
          </p:cNvPr>
          <p:cNvGrpSpPr/>
          <p:nvPr/>
        </p:nvGrpSpPr>
        <p:grpSpPr>
          <a:xfrm>
            <a:off x="4354834" y="4814160"/>
            <a:ext cx="117360" cy="135360"/>
            <a:chOff x="4354834" y="4814160"/>
            <a:chExt cx="117360" cy="13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093C2EA-D02D-0880-8106-4085B9325593}"/>
                    </a:ext>
                  </a:extLst>
                </p14:cNvPr>
                <p14:cNvContentPartPr/>
                <p14:nvPr/>
              </p14:nvContentPartPr>
              <p14:xfrm>
                <a:off x="4354834" y="4936200"/>
                <a:ext cx="1080" cy="1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093C2EA-D02D-0880-8106-4085B932559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345834" y="4927200"/>
                  <a:ext cx="18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0459EDC-7536-457B-783C-87410909E8DC}"/>
                    </a:ext>
                  </a:extLst>
                </p14:cNvPr>
                <p14:cNvContentPartPr/>
                <p14:nvPr/>
              </p14:nvContentPartPr>
              <p14:xfrm>
                <a:off x="4365634" y="4939440"/>
                <a:ext cx="1080" cy="1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0459EDC-7536-457B-783C-87410909E8D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356634" y="4930440"/>
                  <a:ext cx="187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5F09FA8-DE20-B7F7-29A4-12ABC3FC5EBE}"/>
                    </a:ext>
                  </a:extLst>
                </p14:cNvPr>
                <p14:cNvContentPartPr/>
                <p14:nvPr/>
              </p14:nvContentPartPr>
              <p14:xfrm>
                <a:off x="4359874" y="4943760"/>
                <a:ext cx="6120" cy="5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5F09FA8-DE20-B7F7-29A4-12ABC3FC5EB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350311" y="4934760"/>
                  <a:ext cx="24863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26C46FF-26A5-1BD4-8763-B92E74894912}"/>
                    </a:ext>
                  </a:extLst>
                </p14:cNvPr>
                <p14:cNvContentPartPr/>
                <p14:nvPr/>
              </p14:nvContentPartPr>
              <p14:xfrm>
                <a:off x="4410634" y="4814160"/>
                <a:ext cx="61560" cy="123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26C46FF-26A5-1BD4-8763-B92E748949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01634" y="4805160"/>
                  <a:ext cx="79200" cy="14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92923B0-DFE9-EE33-B165-44837D8769FC}"/>
                  </a:ext>
                </a:extLst>
              </p14:cNvPr>
              <p14:cNvContentPartPr/>
              <p14:nvPr/>
            </p14:nvContentPartPr>
            <p14:xfrm>
              <a:off x="5237194" y="4920720"/>
              <a:ext cx="11160" cy="129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92923B0-DFE9-EE33-B165-44837D8769F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28194" y="4911463"/>
                <a:ext cx="28800" cy="311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6B34B6B9-A381-E424-4EC0-9E5379FBA981}"/>
                  </a:ext>
                </a:extLst>
              </p14:cNvPr>
              <p14:cNvContentPartPr/>
              <p14:nvPr/>
            </p14:nvContentPartPr>
            <p14:xfrm>
              <a:off x="5280034" y="4774920"/>
              <a:ext cx="89640" cy="1587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B34B6B9-A381-E424-4EC0-9E5379FBA98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71034" y="4765920"/>
                <a:ext cx="107280" cy="17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3833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41480-3470-C050-5D64-551D086FD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A53917-53EF-88D2-B14D-B8A945DEA8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038E271-308C-2E46-A3EC-56326F9084CC}" type="slidenum">
              <a:rPr lang="nl-BE" smtClean="0"/>
              <a:pPr>
                <a:spcAft>
                  <a:spcPts val="600"/>
                </a:spcAft>
              </a:pPr>
              <a:t>25</a:t>
            </a:fld>
            <a:endParaRPr lang="nl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0C9917-07D8-6C5C-CB81-841829FAD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4313" y="620713"/>
            <a:ext cx="5003800" cy="1385085"/>
          </a:xfrm>
        </p:spPr>
        <p:txBody>
          <a:bodyPr anchor="t">
            <a:normAutofit/>
          </a:bodyPr>
          <a:lstStyle/>
          <a:p>
            <a:r>
              <a:rPr lang="nl-BE" sz="2000" dirty="0"/>
              <a:t>Theorema 8.11</a:t>
            </a:r>
            <a:br>
              <a:rPr lang="nl-BE" dirty="0"/>
            </a:br>
            <a:endParaRPr lang="nl-BE" noProof="0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6543E2AF-B677-5ED1-68F2-667CCBA6631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64313" y="2271713"/>
            <a:ext cx="5004000" cy="3965575"/>
          </a:xfrm>
        </p:spPr>
        <p:txBody>
          <a:bodyPr>
            <a:normAutofit fontScale="92500" lnSpcReduction="10000"/>
          </a:bodyPr>
          <a:lstStyle/>
          <a:p>
            <a:r>
              <a:rPr lang="nl-NL" sz="2200" b="1" dirty="0"/>
              <a:t>Check Huidige ID</a:t>
            </a:r>
            <a:endParaRPr lang="nl-NL" sz="2200" dirty="0"/>
          </a:p>
          <a:p>
            <a:pPr lvl="1"/>
            <a:r>
              <a:rPr lang="nl-NL" sz="2200" dirty="0"/>
              <a:t>Is de toestand accepterend? Zo ja, de DTM accepteert en stopt.</a:t>
            </a:r>
          </a:p>
          <a:p>
            <a:r>
              <a:rPr lang="nl-NL" sz="2200" b="1" dirty="0"/>
              <a:t>Genereer Volgende ID's</a:t>
            </a:r>
            <a:endParaRPr lang="nl-NL" sz="2200" dirty="0"/>
          </a:p>
          <a:p>
            <a:pPr lvl="1"/>
            <a:r>
              <a:rPr lang="nl-NL" sz="2200" dirty="0"/>
              <a:t>Maak voor elke mogelijke zet van de NTM een nieuwe ID aan.</a:t>
            </a:r>
          </a:p>
          <a:p>
            <a:r>
              <a:rPr lang="nl-NL" sz="2200" b="1" dirty="0"/>
              <a:t>Voeg Toe aan Wachtrij</a:t>
            </a:r>
            <a:endParaRPr lang="nl-NL" sz="2200" dirty="0"/>
          </a:p>
          <a:p>
            <a:pPr lvl="1"/>
            <a:r>
              <a:rPr lang="nl-NL" sz="2200" dirty="0"/>
              <a:t>Plaats alle nieuwe ID's aan het einde van de reeks.</a:t>
            </a:r>
          </a:p>
          <a:p>
            <a:r>
              <a:rPr lang="nl-NL" sz="2200" b="1" dirty="0"/>
              <a:t>Verplaats de Focus</a:t>
            </a:r>
            <a:endParaRPr lang="nl-NL" sz="2200" dirty="0"/>
          </a:p>
          <a:p>
            <a:pPr lvl="1"/>
            <a:r>
              <a:rPr lang="nl-NL" sz="2200" dirty="0"/>
              <a:t>Markeer de volgende ID in de wachtrij als de nieuwe 'huidige ID' en herhaal.</a:t>
            </a:r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5AFC1638-F7DF-25BF-0C47-52C0BC4D8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87" y="1919190"/>
            <a:ext cx="5627096" cy="44199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6F2B0CB-2C8B-C6D2-C66B-08C867AFC459}"/>
                  </a:ext>
                </a:extLst>
              </p14:cNvPr>
              <p14:cNvContentPartPr/>
              <p14:nvPr/>
            </p14:nvContentPartPr>
            <p14:xfrm>
              <a:off x="3420274" y="4867080"/>
              <a:ext cx="89280" cy="1198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6F2B0CB-2C8B-C6D2-C66B-08C867AFC4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11274" y="4858080"/>
                <a:ext cx="10692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7DE72E31-411C-0C58-B102-1654FD2174C6}"/>
                  </a:ext>
                </a:extLst>
              </p14:cNvPr>
              <p14:cNvContentPartPr/>
              <p14:nvPr/>
            </p14:nvContentPartPr>
            <p14:xfrm>
              <a:off x="4337914" y="4871400"/>
              <a:ext cx="142920" cy="1872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7DE72E31-411C-0C58-B102-1654FD2174C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28914" y="4862400"/>
                <a:ext cx="1605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49E0A6E-7066-F2D3-37AF-41CC1AE8ACF7}"/>
                  </a:ext>
                </a:extLst>
              </p14:cNvPr>
              <p14:cNvContentPartPr/>
              <p14:nvPr/>
            </p14:nvContentPartPr>
            <p14:xfrm>
              <a:off x="5250154" y="4833600"/>
              <a:ext cx="97920" cy="1609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49E0A6E-7066-F2D3-37AF-41CC1AE8ACF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41154" y="4824600"/>
                <a:ext cx="115560" cy="17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40E0D016-7215-2D4F-F563-67B79082245D}"/>
              </a:ext>
            </a:extLst>
          </p:cNvPr>
          <p:cNvGrpSpPr/>
          <p:nvPr/>
        </p:nvGrpSpPr>
        <p:grpSpPr>
          <a:xfrm>
            <a:off x="3446914" y="4774920"/>
            <a:ext cx="97200" cy="159120"/>
            <a:chOff x="3446914" y="4774920"/>
            <a:chExt cx="97200" cy="15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144B045-8A94-D1AD-88D1-5870DBD9B9C4}"/>
                    </a:ext>
                  </a:extLst>
                </p14:cNvPr>
                <p14:cNvContentPartPr/>
                <p14:nvPr/>
              </p14:nvContentPartPr>
              <p14:xfrm>
                <a:off x="3446914" y="4917120"/>
                <a:ext cx="2520" cy="1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144B045-8A94-D1AD-88D1-5870DBD9B9C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37914" y="4908120"/>
                  <a:ext cx="201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0407969-DF0E-7D4B-F82B-D92AE7FC8EA8}"/>
                    </a:ext>
                  </a:extLst>
                </p14:cNvPr>
                <p14:cNvContentPartPr/>
                <p14:nvPr/>
              </p14:nvContentPartPr>
              <p14:xfrm>
                <a:off x="3483634" y="4774920"/>
                <a:ext cx="60480" cy="159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0407969-DF0E-7D4B-F82B-D92AE7FC8EA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474687" y="4765920"/>
                  <a:ext cx="78016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701101E-A743-B63A-4A27-836F40B16217}"/>
              </a:ext>
            </a:extLst>
          </p:cNvPr>
          <p:cNvGrpSpPr/>
          <p:nvPr/>
        </p:nvGrpSpPr>
        <p:grpSpPr>
          <a:xfrm>
            <a:off x="4354834" y="4814160"/>
            <a:ext cx="117360" cy="135360"/>
            <a:chOff x="4354834" y="4814160"/>
            <a:chExt cx="117360" cy="13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3C007E7-B8E1-C76A-78DF-44A00CE96CE7}"/>
                    </a:ext>
                  </a:extLst>
                </p14:cNvPr>
                <p14:cNvContentPartPr/>
                <p14:nvPr/>
              </p14:nvContentPartPr>
              <p14:xfrm>
                <a:off x="4354834" y="4936200"/>
                <a:ext cx="1080" cy="1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3C007E7-B8E1-C76A-78DF-44A00CE96CE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345834" y="4927200"/>
                  <a:ext cx="18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C5A1133-1AA0-1F39-6A4E-97D23CD84369}"/>
                    </a:ext>
                  </a:extLst>
                </p14:cNvPr>
                <p14:cNvContentPartPr/>
                <p14:nvPr/>
              </p14:nvContentPartPr>
              <p14:xfrm>
                <a:off x="4365634" y="4939440"/>
                <a:ext cx="1080" cy="1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C5A1133-1AA0-1F39-6A4E-97D23CD8436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356634" y="4930440"/>
                  <a:ext cx="187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A2DA1FC-E35B-C0FA-BDF7-F5E765C7F73F}"/>
                    </a:ext>
                  </a:extLst>
                </p14:cNvPr>
                <p14:cNvContentPartPr/>
                <p14:nvPr/>
              </p14:nvContentPartPr>
              <p14:xfrm>
                <a:off x="4359874" y="4943760"/>
                <a:ext cx="6120" cy="5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A2DA1FC-E35B-C0FA-BDF7-F5E765C7F73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350311" y="4934760"/>
                  <a:ext cx="24863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DF6D8AF-0F5F-E4B7-1FDB-7DD5E2E49F96}"/>
                    </a:ext>
                  </a:extLst>
                </p14:cNvPr>
                <p14:cNvContentPartPr/>
                <p14:nvPr/>
              </p14:nvContentPartPr>
              <p14:xfrm>
                <a:off x="4410634" y="4814160"/>
                <a:ext cx="61560" cy="123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DF6D8AF-0F5F-E4B7-1FDB-7DD5E2E49F9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01634" y="4805160"/>
                  <a:ext cx="79200" cy="14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A2C4DA2B-FA78-A3F2-1F46-C874790CE6B3}"/>
                  </a:ext>
                </a:extLst>
              </p14:cNvPr>
              <p14:cNvContentPartPr/>
              <p14:nvPr/>
            </p14:nvContentPartPr>
            <p14:xfrm>
              <a:off x="5237194" y="4920720"/>
              <a:ext cx="11160" cy="129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A2C4DA2B-FA78-A3F2-1F46-C874790CE6B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228194" y="4911463"/>
                <a:ext cx="28800" cy="311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E42EEED-5ACE-18A9-2A1D-0293FEE3B38B}"/>
                  </a:ext>
                </a:extLst>
              </p14:cNvPr>
              <p14:cNvContentPartPr/>
              <p14:nvPr/>
            </p14:nvContentPartPr>
            <p14:xfrm>
              <a:off x="5280034" y="4774920"/>
              <a:ext cx="89640" cy="1587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E42EEED-5ACE-18A9-2A1D-0293FEE3B38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71034" y="4765920"/>
                <a:ext cx="1072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AD80D3-EF7E-CBBA-81E4-CC277F2D05AC}"/>
                  </a:ext>
                </a:extLst>
              </p14:cNvPr>
              <p14:cNvContentPartPr/>
              <p14:nvPr/>
            </p14:nvContentPartPr>
            <p14:xfrm>
              <a:off x="4824274" y="4652160"/>
              <a:ext cx="297000" cy="76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AD80D3-EF7E-CBBA-81E4-CC277F2D05A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806274" y="4634520"/>
                <a:ext cx="33264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056D87F-8B85-228F-26BF-BC8CB9C9E518}"/>
                  </a:ext>
                </a:extLst>
              </p14:cNvPr>
              <p14:cNvContentPartPr/>
              <p14:nvPr/>
            </p14:nvContentPartPr>
            <p14:xfrm>
              <a:off x="4797274" y="4662960"/>
              <a:ext cx="603000" cy="305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056D87F-8B85-228F-26BF-BC8CB9C9E51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734634" y="4599960"/>
                <a:ext cx="728640" cy="43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40F7FA46-C525-9619-8CE5-55F91CA7DF63}"/>
              </a:ext>
            </a:extLst>
          </p:cNvPr>
          <p:cNvGrpSpPr/>
          <p:nvPr/>
        </p:nvGrpSpPr>
        <p:grpSpPr>
          <a:xfrm>
            <a:off x="4838674" y="4676280"/>
            <a:ext cx="560880" cy="266400"/>
            <a:chOff x="4838674" y="4676280"/>
            <a:chExt cx="560880" cy="26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23256EF-9745-63FD-5CC5-6EB3AA99EA92}"/>
                    </a:ext>
                  </a:extLst>
                </p14:cNvPr>
                <p14:cNvContentPartPr/>
                <p14:nvPr/>
              </p14:nvContentPartPr>
              <p14:xfrm>
                <a:off x="4838674" y="4734960"/>
                <a:ext cx="479160" cy="207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23256EF-9745-63FD-5CC5-6EB3AA99EA9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76034" y="4671960"/>
                  <a:ext cx="6048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36C733E-A423-5F29-858C-173351BEA9D1}"/>
                    </a:ext>
                  </a:extLst>
                </p14:cNvPr>
                <p14:cNvContentPartPr/>
                <p14:nvPr/>
              </p14:nvContentPartPr>
              <p14:xfrm>
                <a:off x="5264194" y="4676280"/>
                <a:ext cx="135360" cy="251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36C733E-A423-5F29-858C-173351BEA9D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01194" y="4613280"/>
                  <a:ext cx="261000" cy="37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514946-5F03-88F4-9BEF-23411E45363D}"/>
              </a:ext>
            </a:extLst>
          </p:cNvPr>
          <p:cNvGrpSpPr/>
          <p:nvPr/>
        </p:nvGrpSpPr>
        <p:grpSpPr>
          <a:xfrm>
            <a:off x="4877194" y="4742520"/>
            <a:ext cx="463320" cy="154440"/>
            <a:chOff x="4877194" y="4742520"/>
            <a:chExt cx="463320" cy="15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28A5B3E-80E8-08B8-C3C8-D30AF9E1F7AA}"/>
                    </a:ext>
                  </a:extLst>
                </p14:cNvPr>
                <p14:cNvContentPartPr/>
                <p14:nvPr/>
              </p14:nvContentPartPr>
              <p14:xfrm>
                <a:off x="4877194" y="4742520"/>
                <a:ext cx="6120" cy="154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28A5B3E-80E8-08B8-C3C8-D30AF9E1F7A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68554" y="4733520"/>
                  <a:ext cx="237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001F794-07B7-C854-C3D5-E9D6997AEE2F}"/>
                    </a:ext>
                  </a:extLst>
                </p14:cNvPr>
                <p14:cNvContentPartPr/>
                <p14:nvPr/>
              </p14:nvContentPartPr>
              <p14:xfrm>
                <a:off x="4922554" y="4754760"/>
                <a:ext cx="102600" cy="142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001F794-07B7-C854-C3D5-E9D6997AEE2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13554" y="4745760"/>
                  <a:ext cx="1202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5C8ADF8-47B4-3D29-CCC3-19A3B090EE58}"/>
                    </a:ext>
                  </a:extLst>
                </p14:cNvPr>
                <p14:cNvContentPartPr/>
                <p14:nvPr/>
              </p14:nvContentPartPr>
              <p14:xfrm>
                <a:off x="5113714" y="4743240"/>
                <a:ext cx="82800" cy="149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5C8ADF8-47B4-3D29-CCC3-19A3B090EE5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04714" y="4734600"/>
                  <a:ext cx="100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0F1A5D2-9280-A8F9-88D2-EB3E366044CA}"/>
                    </a:ext>
                  </a:extLst>
                </p14:cNvPr>
                <p14:cNvContentPartPr/>
                <p14:nvPr/>
              </p14:nvContentPartPr>
              <p14:xfrm>
                <a:off x="5222794" y="4873920"/>
                <a:ext cx="3240" cy="6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0F1A5D2-9280-A8F9-88D2-EB3E366044C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14154" y="4864920"/>
                  <a:ext cx="208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AD77199-B49B-A026-3A45-A1C57AB789C4}"/>
                    </a:ext>
                  </a:extLst>
                </p14:cNvPr>
                <p14:cNvContentPartPr/>
                <p14:nvPr/>
              </p14:nvContentPartPr>
              <p14:xfrm>
                <a:off x="5265994" y="4745400"/>
                <a:ext cx="74520" cy="146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AD77199-B49B-A026-3A45-A1C57AB789C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256994" y="4736760"/>
                  <a:ext cx="92160" cy="16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0A8CFB1-10B2-2CD6-39AB-043BD0BEA2C7}"/>
                  </a:ext>
                </a:extLst>
              </p14:cNvPr>
              <p14:cNvContentPartPr/>
              <p14:nvPr/>
            </p14:nvContentPartPr>
            <p14:xfrm>
              <a:off x="2688394" y="4651800"/>
              <a:ext cx="317880" cy="3178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0A8CFB1-10B2-2CD6-39AB-043BD0BEA2C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652394" y="4615800"/>
                <a:ext cx="389520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3BF0302-4E5A-A2EB-AFEB-0A9BB03BA96E}"/>
                  </a:ext>
                </a:extLst>
              </p14:cNvPr>
              <p14:cNvContentPartPr/>
              <p14:nvPr/>
            </p14:nvContentPartPr>
            <p14:xfrm>
              <a:off x="2702794" y="4687440"/>
              <a:ext cx="288000" cy="272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3BF0302-4E5A-A2EB-AFEB-0A9BB03BA96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666794" y="4651800"/>
                <a:ext cx="35964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7B5D464-4C86-1896-993A-5C56B8604965}"/>
                  </a:ext>
                </a:extLst>
              </p14:cNvPr>
              <p14:cNvContentPartPr/>
              <p14:nvPr/>
            </p14:nvContentPartPr>
            <p14:xfrm>
              <a:off x="1725754" y="4848360"/>
              <a:ext cx="253440" cy="1270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7B5D464-4C86-1896-993A-5C56B860496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690114" y="4812720"/>
                <a:ext cx="325080" cy="19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F6205A26-809B-F703-A61D-9FB15A6EE917}"/>
              </a:ext>
            </a:extLst>
          </p:cNvPr>
          <p:cNvGrpSpPr/>
          <p:nvPr/>
        </p:nvGrpSpPr>
        <p:grpSpPr>
          <a:xfrm>
            <a:off x="2768674" y="4679160"/>
            <a:ext cx="112320" cy="279720"/>
            <a:chOff x="2768674" y="4679160"/>
            <a:chExt cx="11232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0072092-A773-5C11-DC48-3CF5008685DA}"/>
                    </a:ext>
                  </a:extLst>
                </p14:cNvPr>
                <p14:cNvContentPartPr/>
                <p14:nvPr/>
              </p14:nvContentPartPr>
              <p14:xfrm>
                <a:off x="2814034" y="4679160"/>
                <a:ext cx="10800" cy="97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0072092-A773-5C11-DC48-3CF5008685D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805394" y="4670160"/>
                  <a:ext cx="284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47A4AC1-82A3-4C49-04B7-03081C5B6319}"/>
                    </a:ext>
                  </a:extLst>
                </p14:cNvPr>
                <p14:cNvContentPartPr/>
                <p14:nvPr/>
              </p14:nvContentPartPr>
              <p14:xfrm>
                <a:off x="2768674" y="4710120"/>
                <a:ext cx="112320" cy="13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47A4AC1-82A3-4C49-04B7-03081C5B631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60034" y="4701120"/>
                  <a:ext cx="1299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74D3C99-1334-4223-B86F-68593A0654D2}"/>
                    </a:ext>
                  </a:extLst>
                </p14:cNvPr>
                <p14:cNvContentPartPr/>
                <p14:nvPr/>
              </p14:nvContentPartPr>
              <p14:xfrm>
                <a:off x="2771194" y="4698600"/>
                <a:ext cx="104400" cy="68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74D3C99-1334-4223-B86F-68593A0654D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762194" y="4689600"/>
                  <a:ext cx="1220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2A600E7-1290-2B3F-A6FD-4A2427FAA67C}"/>
                    </a:ext>
                  </a:extLst>
                </p14:cNvPr>
                <p14:cNvContentPartPr/>
                <p14:nvPr/>
              </p14:nvContentPartPr>
              <p14:xfrm>
                <a:off x="2773354" y="4706520"/>
                <a:ext cx="75960" cy="53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2A600E7-1290-2B3F-A6FD-4A2427FAA67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764714" y="4697520"/>
                  <a:ext cx="936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4A2FC6A-21D0-664D-D3C5-DC594727EFA0}"/>
                    </a:ext>
                  </a:extLst>
                </p14:cNvPr>
                <p14:cNvContentPartPr/>
                <p14:nvPr/>
              </p14:nvContentPartPr>
              <p14:xfrm>
                <a:off x="2778394" y="4851600"/>
                <a:ext cx="98280" cy="81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4A2FC6A-21D0-664D-D3C5-DC594727EFA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769754" y="4842600"/>
                  <a:ext cx="1159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105515B-ED12-8578-C9EB-A2A6382E0C6C}"/>
                    </a:ext>
                  </a:extLst>
                </p14:cNvPr>
                <p14:cNvContentPartPr/>
                <p14:nvPr/>
              </p14:nvContentPartPr>
              <p14:xfrm>
                <a:off x="2771554" y="4854120"/>
                <a:ext cx="97200" cy="104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105515B-ED12-8578-C9EB-A2A6382E0C6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762914" y="4845120"/>
                  <a:ext cx="114840" cy="122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30278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02DA4B3-C96F-4C1E-83FF-BF37586DE81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7048" y="1124712"/>
            <a:ext cx="9144000" cy="2386584"/>
          </a:xfrm>
        </p:spPr>
        <p:txBody>
          <a:bodyPr anchor="b">
            <a:normAutofit/>
          </a:bodyPr>
          <a:lstStyle/>
          <a:p>
            <a:pPr algn="ctr" eaLnBrk="0" hangingPunct="0"/>
            <a:r>
              <a:rPr lang="en-US" sz="4800" kern="1200" dirty="0"/>
              <a:t>EINDE</a:t>
            </a:r>
          </a:p>
        </p:txBody>
      </p:sp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D937DF49-C8FA-4BDF-B1F4-AB102E2422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923493" y="6339173"/>
            <a:ext cx="2644619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038E271-308C-2E46-A3EC-56326F9084CC}" type="slidenum">
              <a:rPr lang="nl-BE" smtClean="0"/>
              <a:pPr>
                <a:spcAft>
                  <a:spcPts val="600"/>
                </a:spcAft>
              </a:pPr>
              <a:t>26</a:t>
            </a:fld>
            <a:endParaRPr lang="nl-BE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344069"/>
      </p:ext>
    </p:extLst>
  </p:cSld>
  <p:clrMapOvr>
    <a:masterClrMapping/>
  </p:clrMapOvr>
</p:sld>
</file>

<file path=ppt/theme/theme1.xml><?xml version="1.0" encoding="utf-8"?>
<a:theme xmlns:a="http://schemas.openxmlformats.org/drawingml/2006/main" name="UAntwerpen-content">
  <a:themeElements>
    <a:clrScheme name="UA - WE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006CA9"/>
      </a:accent2>
      <a:accent3>
        <a:srgbClr val="EA2C38"/>
      </a:accent3>
      <a:accent4>
        <a:srgbClr val="ADA500"/>
      </a:accent4>
      <a:accent5>
        <a:srgbClr val="AC242A"/>
      </a:accent5>
      <a:accent6>
        <a:srgbClr val="44B8F3"/>
      </a:accent6>
      <a:hlink>
        <a:srgbClr val="7575CB"/>
      </a:hlink>
      <a:folHlink>
        <a:srgbClr val="B1009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xtLst>
          <a:ext uri="{91240B29-F687-4f45-9708-019B960494DF}">
            <a14:hiddenLine xmlns:p="http://schemas.openxmlformats.org/presentationml/2006/main" xmlns=""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lIns="180000" tIns="180000" rIns="180000" bIns="180000" rtlCol="0" anchor="ctr"/>
      <a:lstStyle>
        <a:defPPr marL="0" indent="0" algn="ctr">
          <a:spcAft>
            <a:spcPts val="450"/>
          </a:spcAft>
          <a:buFont typeface="Arial" charset="0"/>
          <a:buNone/>
          <a:defRPr sz="1800" b="1" dirty="0" err="1" smtClean="0">
            <a:solidFill>
              <a:schemeClr val="bg1"/>
            </a:solidFill>
            <a:latin typeface="+mn-lt"/>
            <a:ea typeface="Verdana Regular" charset="0"/>
            <a:cs typeface="Verdana Regular" charset="0"/>
            <a:sym typeface="Securitas Sans Light" charset="0"/>
          </a:defRPr>
        </a:defPPr>
      </a:lstStyle>
    </a:spDef>
    <a:lnDef>
      <a:spPr>
        <a:ln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0" indent="0" algn="l">
          <a:buFont typeface="Arial" panose="020B0604020202020204" pitchFamily="34" charset="0"/>
          <a:buNone/>
          <a:defRPr sz="2800" b="1" dirty="0" err="1" smtClean="0">
            <a:solidFill>
              <a:schemeClr val="tx1"/>
            </a:solidFill>
            <a:latin typeface="+mn-lt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dp_powerpoint" id="{FEF18948-FC9D-1340-AA00-430FBBA861E5}" vid="{591CA67A-998E-6049-B579-1B92244B0BFA}"/>
    </a:ext>
  </a:extLst>
</a:theme>
</file>

<file path=ppt/theme/theme2.xml><?xml version="1.0" encoding="utf-8"?>
<a:theme xmlns:a="http://schemas.openxmlformats.org/drawingml/2006/main" name="UAntwerpen_titleslides">
  <a:themeElements>
    <a:clrScheme name="UA - WE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006CA9"/>
      </a:accent2>
      <a:accent3>
        <a:srgbClr val="EA2C38"/>
      </a:accent3>
      <a:accent4>
        <a:srgbClr val="ADA500"/>
      </a:accent4>
      <a:accent5>
        <a:srgbClr val="AC242A"/>
      </a:accent5>
      <a:accent6>
        <a:srgbClr val="44B8F3"/>
      </a:accent6>
      <a:hlink>
        <a:srgbClr val="7575CB"/>
      </a:hlink>
      <a:folHlink>
        <a:srgbClr val="B1009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7C9875C091B247AB9617006510CC43" ma:contentTypeVersion="9" ma:contentTypeDescription="Een nieuw document maken." ma:contentTypeScope="" ma:versionID="6792b0d8b1b497ec7b6f2fc518ad6b71">
  <xsd:schema xmlns:xsd="http://www.w3.org/2001/XMLSchema" xmlns:xs="http://www.w3.org/2001/XMLSchema" xmlns:p="http://schemas.microsoft.com/office/2006/metadata/properties" xmlns:ns2="a09e4e9c-009f-4841-8876-57cddbde6e17" xmlns:ns3="e4e19ae9-58fe-4993-a35b-a8a84bb511ff" targetNamespace="http://schemas.microsoft.com/office/2006/metadata/properties" ma:root="true" ma:fieldsID="4e3ada4487ef8e46945618bd17b59294" ns2:_="" ns3:_="">
    <xsd:import namespace="a09e4e9c-009f-4841-8876-57cddbde6e17"/>
    <xsd:import namespace="e4e19ae9-58fe-4993-a35b-a8a84bb511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9e4e9c-009f-4841-8876-57cddbde6e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19ae9-58fe-4993-a35b-a8a84bb511f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449BF5-F7E1-46D5-B581-A176D4426B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9e4e9c-009f-4841-8876-57cddbde6e17"/>
    <ds:schemaRef ds:uri="e4e19ae9-58fe-4993-a35b-a8a84bb511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5A93269-0A2D-4449-AFE7-E8570D6EC4C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D6EDECA-2FC6-4CC6-BF57-774C7A66E7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vdp_powerpoint</Template>
  <TotalTime>4840</TotalTime>
  <Words>983</Words>
  <Application>Microsoft Office PowerPoint</Application>
  <PresentationFormat>Widescreen</PresentationFormat>
  <Paragraphs>165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Aptos</vt:lpstr>
      <vt:lpstr>Arial</vt:lpstr>
      <vt:lpstr>Calibri</vt:lpstr>
      <vt:lpstr>Calibri Light</vt:lpstr>
      <vt:lpstr>ITC Officina Sans Std Book</vt:lpstr>
      <vt:lpstr>Trebuchet MS</vt:lpstr>
      <vt:lpstr>Verdana</vt:lpstr>
      <vt:lpstr>Wingdings</vt:lpstr>
      <vt:lpstr>UAntwerpen-content</vt:lpstr>
      <vt:lpstr>UAntwerpen_titleslides</vt:lpstr>
      <vt:lpstr>PAL-clip 4</vt:lpstr>
      <vt:lpstr>TITELBLAD</vt:lpstr>
      <vt:lpstr>Theorema 8.9</vt:lpstr>
      <vt:lpstr>Theorema 8.9</vt:lpstr>
      <vt:lpstr>PowerPoint Presentation</vt:lpstr>
      <vt:lpstr>Theorema 8.9</vt:lpstr>
      <vt:lpstr>Theorema 8.9</vt:lpstr>
      <vt:lpstr>Theorema 8.9</vt:lpstr>
      <vt:lpstr>Theorema 8.9</vt:lpstr>
      <vt:lpstr>Theorema 8.9</vt:lpstr>
      <vt:lpstr>PowerPoint Presentation</vt:lpstr>
      <vt:lpstr>PowerPoint Presentation</vt:lpstr>
      <vt:lpstr>Theorema 8.9 bewijs</vt:lpstr>
      <vt:lpstr>Theorema 8.9 bewijs</vt:lpstr>
      <vt:lpstr>Theorema 8.11</vt:lpstr>
      <vt:lpstr>Theorema 8.11</vt:lpstr>
      <vt:lpstr>Theorema 8.11</vt:lpstr>
      <vt:lpstr>Theorema 8.11</vt:lpstr>
      <vt:lpstr>Theorema 8.11 </vt:lpstr>
      <vt:lpstr>Theorema 8.11 </vt:lpstr>
      <vt:lpstr>Theorema 8.11 </vt:lpstr>
      <vt:lpstr>Theorema 8.11 </vt:lpstr>
      <vt:lpstr>Theorema 8.11 </vt:lpstr>
      <vt:lpstr>Theorema 8.11 </vt:lpstr>
      <vt:lpstr>Theorema 8.11 </vt:lpstr>
      <vt:lpstr>EINDE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Oubayy Ahale</cp:lastModifiedBy>
  <cp:revision>56</cp:revision>
  <dcterms:created xsi:type="dcterms:W3CDTF">2020-12-07T09:05:54Z</dcterms:created>
  <dcterms:modified xsi:type="dcterms:W3CDTF">2025-11-18T17:43:18Z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0x010100707C9875C091B247AB9617006510CC43</vt:lpwstr>
  </property>
</Properties>
</file>